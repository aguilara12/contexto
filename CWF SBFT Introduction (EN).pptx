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2" r:id="rId5"/>
    <p:sldId id="335" r:id="rId6"/>
    <p:sldId id="336" r:id="rId7"/>
    <p:sldId id="337" r:id="rId8"/>
    <p:sldId id="338" r:id="rId9"/>
    <p:sldId id="339" r:id="rId10"/>
    <p:sldId id="343" r:id="rId11"/>
    <p:sldId id="340" r:id="rId12"/>
    <p:sldId id="341" r:id="rId13"/>
    <p:sldId id="344" r:id="rId14"/>
    <p:sldId id="345" r:id="rId15"/>
    <p:sldId id="342" r:id="rId16"/>
    <p:sldId id="292" r:id="rId1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72C5"/>
    <a:srgbClr val="525252"/>
    <a:srgbClr val="00C7FD"/>
    <a:srgbClr val="0068B5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20"/>
      </p:cViewPr>
      <p:guideLst>
        <p:guide orient="horz" pos="4032"/>
        <p:guide pos="7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mez Cervantes, Bryan" userId="477b6bce-93b3-49c4-af45-71cdf43b98cb" providerId="ADAL" clId="{7FCDB953-A9C5-41F9-9857-24D5B62C89AA}"/>
    <pc:docChg chg="modSld">
      <pc:chgData name="Gomez Cervantes, Bryan" userId="477b6bce-93b3-49c4-af45-71cdf43b98cb" providerId="ADAL" clId="{7FCDB953-A9C5-41F9-9857-24D5B62C89AA}" dt="2024-05-28T19:17:57.676" v="0" actId="1076"/>
      <pc:docMkLst>
        <pc:docMk/>
      </pc:docMkLst>
      <pc:sldChg chg="modSp mod">
        <pc:chgData name="Gomez Cervantes, Bryan" userId="477b6bce-93b3-49c4-af45-71cdf43b98cb" providerId="ADAL" clId="{7FCDB953-A9C5-41F9-9857-24D5B62C89AA}" dt="2024-05-28T19:17:57.676" v="0" actId="1076"/>
        <pc:sldMkLst>
          <pc:docMk/>
          <pc:sldMk cId="336860621" sldId="338"/>
        </pc:sldMkLst>
        <pc:picChg chg="mod">
          <ac:chgData name="Gomez Cervantes, Bryan" userId="477b6bce-93b3-49c4-af45-71cdf43b98cb" providerId="ADAL" clId="{7FCDB953-A9C5-41F9-9857-24D5B62C89AA}" dt="2024-05-28T19:17:57.676" v="0" actId="1076"/>
          <ac:picMkLst>
            <pc:docMk/>
            <pc:sldMk cId="336860621" sldId="338"/>
            <ac:picMk id="2050" creationId="{BB3DCC9E-9193-17DF-014B-332C72E0F5CF}"/>
          </ac:picMkLst>
        </pc:picChg>
      </pc:sldChg>
    </pc:docChg>
  </pc:docChgLst>
  <pc:docChgLst>
    <pc:chgData name="Gomez Cervantes, Bryan" userId="477b6bce-93b3-49c4-af45-71cdf43b98cb" providerId="ADAL" clId="{77D52EE0-136F-4C9C-9FDA-ABD6733F4B3E}"/>
    <pc:docChg chg="undo custSel modSld">
      <pc:chgData name="Gomez Cervantes, Bryan" userId="477b6bce-93b3-49c4-af45-71cdf43b98cb" providerId="ADAL" clId="{77D52EE0-136F-4C9C-9FDA-ABD6733F4B3E}" dt="2023-07-10T20:48:36.608" v="1694" actId="1076"/>
      <pc:docMkLst>
        <pc:docMk/>
      </pc:docMkLst>
      <pc:sldChg chg="modSp mod">
        <pc:chgData name="Gomez Cervantes, Bryan" userId="477b6bce-93b3-49c4-af45-71cdf43b98cb" providerId="ADAL" clId="{77D52EE0-136F-4C9C-9FDA-ABD6733F4B3E}" dt="2023-07-06T01:00:02.767" v="1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77D52EE0-136F-4C9C-9FDA-ABD6733F4B3E}" dt="2023-07-06T01:00:02.767" v="1" actId="20577"/>
          <ac:spMkLst>
            <pc:docMk/>
            <pc:sldMk cId="3102934450" sldId="262"/>
            <ac:spMk id="5" creationId="{679F4BE2-8E4A-4003-B816-9E34781F7E88}"/>
          </ac:spMkLst>
        </pc:spChg>
      </pc:sldChg>
      <pc:sldChg chg="addSp delSp modSp mod">
        <pc:chgData name="Gomez Cervantes, Bryan" userId="477b6bce-93b3-49c4-af45-71cdf43b98cb" providerId="ADAL" clId="{77D52EE0-136F-4C9C-9FDA-ABD6733F4B3E}" dt="2023-07-10T20:48:36.608" v="1694" actId="1076"/>
        <pc:sldMkLst>
          <pc:docMk/>
          <pc:sldMk cId="1575018292" sldId="330"/>
        </pc:sldMkLst>
        <pc:spChg chg="mod">
          <ac:chgData name="Gomez Cervantes, Bryan" userId="477b6bce-93b3-49c4-af45-71cdf43b98cb" providerId="ADAL" clId="{77D52EE0-136F-4C9C-9FDA-ABD6733F4B3E}" dt="2023-07-06T01:00:05.917" v="3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77D52EE0-136F-4C9C-9FDA-ABD6733F4B3E}" dt="2023-07-10T20:22:57.842" v="1546" actId="20577"/>
          <ac:spMkLst>
            <pc:docMk/>
            <pc:sldMk cId="1575018292" sldId="330"/>
            <ac:spMk id="3" creationId="{7F9D172B-6BEB-428D-83F7-E598387A9726}"/>
          </ac:spMkLst>
        </pc:spChg>
        <pc:picChg chg="del">
          <ac:chgData name="Gomez Cervantes, Bryan" userId="477b6bce-93b3-49c4-af45-71cdf43b98cb" providerId="ADAL" clId="{77D52EE0-136F-4C9C-9FDA-ABD6733F4B3E}" dt="2023-07-10T20:48:28.038" v="1689" actId="478"/>
          <ac:picMkLst>
            <pc:docMk/>
            <pc:sldMk cId="1575018292" sldId="330"/>
            <ac:picMk id="5" creationId="{B8FD5394-C13A-68F7-27CD-D06A187F7747}"/>
          </ac:picMkLst>
        </pc:picChg>
        <pc:picChg chg="add mod">
          <ac:chgData name="Gomez Cervantes, Bryan" userId="477b6bce-93b3-49c4-af45-71cdf43b98cb" providerId="ADAL" clId="{77D52EE0-136F-4C9C-9FDA-ABD6733F4B3E}" dt="2023-07-10T20:47:52.150" v="1688" actId="1076"/>
          <ac:picMkLst>
            <pc:docMk/>
            <pc:sldMk cId="1575018292" sldId="330"/>
            <ac:picMk id="6" creationId="{7EE3F4B0-F15D-4006-5632-7A6E5BCC4E67}"/>
          </ac:picMkLst>
        </pc:picChg>
        <pc:picChg chg="del">
          <ac:chgData name="Gomez Cervantes, Bryan" userId="477b6bce-93b3-49c4-af45-71cdf43b98cb" providerId="ADAL" clId="{77D52EE0-136F-4C9C-9FDA-ABD6733F4B3E}" dt="2023-07-10T20:47:44.075" v="1683" actId="478"/>
          <ac:picMkLst>
            <pc:docMk/>
            <pc:sldMk cId="1575018292" sldId="330"/>
            <ac:picMk id="8" creationId="{A2363759-3C43-C830-D4B9-55615E196DB4}"/>
          </ac:picMkLst>
        </pc:picChg>
        <pc:picChg chg="add mod">
          <ac:chgData name="Gomez Cervantes, Bryan" userId="477b6bce-93b3-49c4-af45-71cdf43b98cb" providerId="ADAL" clId="{77D52EE0-136F-4C9C-9FDA-ABD6733F4B3E}" dt="2023-07-10T20:48:36.608" v="1694" actId="1076"/>
          <ac:picMkLst>
            <pc:docMk/>
            <pc:sldMk cId="1575018292" sldId="330"/>
            <ac:picMk id="9" creationId="{3F710700-2380-59C3-02CE-D0E075B8ADCE}"/>
          </ac:picMkLst>
        </pc:picChg>
      </pc:sldChg>
      <pc:sldChg chg="modSp mod">
        <pc:chgData name="Gomez Cervantes, Bryan" userId="477b6bce-93b3-49c4-af45-71cdf43b98cb" providerId="ADAL" clId="{77D52EE0-136F-4C9C-9FDA-ABD6733F4B3E}" dt="2023-07-10T19:59:22.540" v="1304" actId="207"/>
        <pc:sldMkLst>
          <pc:docMk/>
          <pc:sldMk cId="342082798" sldId="333"/>
        </pc:sldMkLst>
        <pc:graphicFrameChg chg="mod modGraphic">
          <ac:chgData name="Gomez Cervantes, Bryan" userId="477b6bce-93b3-49c4-af45-71cdf43b98cb" providerId="ADAL" clId="{77D52EE0-136F-4C9C-9FDA-ABD6733F4B3E}" dt="2023-07-07T02:22:22.653" v="964" actId="2165"/>
          <ac:graphicFrameMkLst>
            <pc:docMk/>
            <pc:sldMk cId="342082798" sldId="333"/>
            <ac:graphicFrameMk id="4" creationId="{E2FCAAC2-67DF-61FD-14BC-717F74569EEA}"/>
          </ac:graphicFrameMkLst>
        </pc:graphicFrameChg>
        <pc:graphicFrameChg chg="mod modGraphic">
          <ac:chgData name="Gomez Cervantes, Bryan" userId="477b6bce-93b3-49c4-af45-71cdf43b98cb" providerId="ADAL" clId="{77D52EE0-136F-4C9C-9FDA-ABD6733F4B3E}" dt="2023-07-10T19:59:22.540" v="1304" actId="207"/>
          <ac:graphicFrameMkLst>
            <pc:docMk/>
            <pc:sldMk cId="342082798" sldId="333"/>
            <ac:graphicFrameMk id="11" creationId="{175B64FD-5A96-1AB9-9BA6-D84391D87E60}"/>
          </ac:graphicFrameMkLst>
        </pc:graphicFrameChg>
      </pc:sldChg>
      <pc:sldChg chg="addSp delSp modSp mod">
        <pc:chgData name="Gomez Cervantes, Bryan" userId="477b6bce-93b3-49c4-af45-71cdf43b98cb" providerId="ADAL" clId="{77D52EE0-136F-4C9C-9FDA-ABD6733F4B3E}" dt="2023-07-10T20:44:00.274" v="1682" actId="1076"/>
        <pc:sldMkLst>
          <pc:docMk/>
          <pc:sldMk cId="3260153771" sldId="334"/>
        </pc:sldMkLst>
        <pc:spChg chg="mod">
          <ac:chgData name="Gomez Cervantes, Bryan" userId="477b6bce-93b3-49c4-af45-71cdf43b98cb" providerId="ADAL" clId="{77D52EE0-136F-4C9C-9FDA-ABD6733F4B3E}" dt="2023-07-06T01:00:09.243" v="5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77D52EE0-136F-4C9C-9FDA-ABD6733F4B3E}" dt="2023-07-10T20:29:03.741" v="1668" actId="20577"/>
          <ac:spMkLst>
            <pc:docMk/>
            <pc:sldMk cId="3260153771" sldId="334"/>
            <ac:spMk id="3" creationId="{7F9D172B-6BEB-428D-83F7-E598387A9726}"/>
          </ac:spMkLst>
        </pc:spChg>
        <pc:picChg chg="del">
          <ac:chgData name="Gomez Cervantes, Bryan" userId="477b6bce-93b3-49c4-af45-71cdf43b98cb" providerId="ADAL" clId="{77D52EE0-136F-4C9C-9FDA-ABD6733F4B3E}" dt="2023-07-10T20:43:55.198" v="1679" actId="478"/>
          <ac:picMkLst>
            <pc:docMk/>
            <pc:sldMk cId="3260153771" sldId="334"/>
            <ac:picMk id="5" creationId="{66054FBA-3ABD-1919-2F8F-B2BB1F90BE1A}"/>
          </ac:picMkLst>
        </pc:picChg>
        <pc:picChg chg="add del mod">
          <ac:chgData name="Gomez Cervantes, Bryan" userId="477b6bce-93b3-49c4-af45-71cdf43b98cb" providerId="ADAL" clId="{77D52EE0-136F-4C9C-9FDA-ABD6733F4B3E}" dt="2023-07-10T20:43:42.459" v="1677" actId="22"/>
          <ac:picMkLst>
            <pc:docMk/>
            <pc:sldMk cId="3260153771" sldId="334"/>
            <ac:picMk id="6" creationId="{84611D94-E0B0-B961-66BC-ABFE1C4E8D38}"/>
          </ac:picMkLst>
        </pc:picChg>
        <pc:picChg chg="add del">
          <ac:chgData name="Gomez Cervantes, Bryan" userId="477b6bce-93b3-49c4-af45-71cdf43b98cb" providerId="ADAL" clId="{77D52EE0-136F-4C9C-9FDA-ABD6733F4B3E}" dt="2023-07-10T20:43:42.851" v="1678" actId="478"/>
          <ac:picMkLst>
            <pc:docMk/>
            <pc:sldMk cId="3260153771" sldId="334"/>
            <ac:picMk id="8" creationId="{C23EA41C-0B11-4DDF-8F88-55B4B1059053}"/>
          </ac:picMkLst>
        </pc:picChg>
        <pc:picChg chg="add mod">
          <ac:chgData name="Gomez Cervantes, Bryan" userId="477b6bce-93b3-49c4-af45-71cdf43b98cb" providerId="ADAL" clId="{77D52EE0-136F-4C9C-9FDA-ABD6733F4B3E}" dt="2023-07-10T20:44:00.274" v="1682" actId="1076"/>
          <ac:picMkLst>
            <pc:docMk/>
            <pc:sldMk cId="3260153771" sldId="334"/>
            <ac:picMk id="9" creationId="{E2277629-E3F7-B4B0-9543-89DA02FCE1E9}"/>
          </ac:picMkLst>
        </pc:picChg>
      </pc:sldChg>
    </pc:docChg>
  </pc:docChgLst>
  <pc:docChgLst>
    <pc:chgData name="Urena Alvarez, Alejandra" userId="6fdcd5a0-d96d-4224-8c5c-2f55d638627f" providerId="ADAL" clId="{08DAA4E7-3805-4003-B033-E7B0F274DF56}"/>
    <pc:docChg chg="undo custSel addSld delSld modSld">
      <pc:chgData name="Urena Alvarez, Alejandra" userId="6fdcd5a0-d96d-4224-8c5c-2f55d638627f" providerId="ADAL" clId="{08DAA4E7-3805-4003-B033-E7B0F274DF56}" dt="2021-11-24T14:55:38.650" v="805" actId="20577"/>
      <pc:docMkLst>
        <pc:docMk/>
      </pc:docMkLst>
      <pc:sldChg chg="del">
        <pc:chgData name="Urena Alvarez, Alejandra" userId="6fdcd5a0-d96d-4224-8c5c-2f55d638627f" providerId="ADAL" clId="{08DAA4E7-3805-4003-B033-E7B0F274DF56}" dt="2021-11-23T21:30:35.450" v="1" actId="47"/>
        <pc:sldMkLst>
          <pc:docMk/>
          <pc:sldMk cId="2086400740" sldId="256"/>
        </pc:sldMkLst>
      </pc:sldChg>
      <pc:sldChg chg="del">
        <pc:chgData name="Urena Alvarez, Alejandra" userId="6fdcd5a0-d96d-4224-8c5c-2f55d638627f" providerId="ADAL" clId="{08DAA4E7-3805-4003-B033-E7B0F274DF56}" dt="2021-11-23T21:30:32.933" v="0" actId="47"/>
        <pc:sldMkLst>
          <pc:docMk/>
          <pc:sldMk cId="2222585258" sldId="259"/>
        </pc:sldMkLst>
      </pc:sldChg>
      <pc:sldChg chg="addSp delSp modSp mod">
        <pc:chgData name="Urena Alvarez, Alejandra" userId="6fdcd5a0-d96d-4224-8c5c-2f55d638627f" providerId="ADAL" clId="{08DAA4E7-3805-4003-B033-E7B0F274DF56}" dt="2021-11-24T00:27:02.176" v="594" actId="14100"/>
        <pc:sldMkLst>
          <pc:docMk/>
          <pc:sldMk cId="3102934450" sldId="262"/>
        </pc:sldMkLst>
        <pc:spChg chg="add del mod">
          <ac:chgData name="Urena Alvarez, Alejandra" userId="6fdcd5a0-d96d-4224-8c5c-2f55d638627f" providerId="ADAL" clId="{08DAA4E7-3805-4003-B033-E7B0F274DF56}" dt="2021-11-23T21:30:41.299" v="3" actId="478"/>
          <ac:spMkLst>
            <pc:docMk/>
            <pc:sldMk cId="3102934450" sldId="262"/>
            <ac:spMk id="3" creationId="{AA31CC8F-7A6C-45B8-BC2E-C73997EA8300}"/>
          </ac:spMkLst>
        </pc:spChg>
        <pc:spChg chg="del">
          <ac:chgData name="Urena Alvarez, Alejandra" userId="6fdcd5a0-d96d-4224-8c5c-2f55d638627f" providerId="ADAL" clId="{08DAA4E7-3805-4003-B033-E7B0F274DF56}" dt="2021-11-23T21:30:38.323" v="2" actId="478"/>
          <ac:spMkLst>
            <pc:docMk/>
            <pc:sldMk cId="3102934450" sldId="262"/>
            <ac:spMk id="4" creationId="{C5139A39-08BC-4F2F-94A3-F43AAEEFAEB4}"/>
          </ac:spMkLst>
        </pc:spChg>
        <pc:spChg chg="mod">
          <ac:chgData name="Urena Alvarez, Alejandra" userId="6fdcd5a0-d96d-4224-8c5c-2f55d638627f" providerId="ADAL" clId="{08DAA4E7-3805-4003-B033-E7B0F274DF56}" dt="2021-11-24T00:27:02.176" v="594" actId="14100"/>
          <ac:spMkLst>
            <pc:docMk/>
            <pc:sldMk cId="3102934450" sldId="262"/>
            <ac:spMk id="5" creationId="{679F4BE2-8E4A-4003-B816-9E34781F7E88}"/>
          </ac:spMkLst>
        </pc:spChg>
        <pc:spChg chg="mod">
          <ac:chgData name="Urena Alvarez, Alejandra" userId="6fdcd5a0-d96d-4224-8c5c-2f55d638627f" providerId="ADAL" clId="{08DAA4E7-3805-4003-B033-E7B0F274DF56}" dt="2021-11-24T00:26:29.909" v="584" actId="1076"/>
          <ac:spMkLst>
            <pc:docMk/>
            <pc:sldMk cId="3102934450" sldId="262"/>
            <ac:spMk id="9" creationId="{ABEAF9F9-E88D-44A4-A1B6-BAA2E532B65E}"/>
          </ac:spMkLst>
        </pc:spChg>
      </pc:sldChg>
      <pc:sldChg chg="del">
        <pc:chgData name="Urena Alvarez, Alejandra" userId="6fdcd5a0-d96d-4224-8c5c-2f55d638627f" providerId="ADAL" clId="{08DAA4E7-3805-4003-B033-E7B0F274DF56}" dt="2021-11-23T21:33:26.070" v="4" actId="47"/>
        <pc:sldMkLst>
          <pc:docMk/>
          <pc:sldMk cId="3251058180" sldId="263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2462848399" sldId="266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870387867" sldId="267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721864086" sldId="268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146036487" sldId="269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734415154" sldId="270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309855124" sldId="271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615015588" sldId="272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43892357" sldId="273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410737758" sldId="274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856083857" sldId="275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007033005" sldId="276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157106466" sldId="277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781727064" sldId="278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360025105" sldId="279"/>
        </pc:sldMkLst>
      </pc:sldChg>
      <pc:sldChg chg="del">
        <pc:chgData name="Urena Alvarez, Alejandra" userId="6fdcd5a0-d96d-4224-8c5c-2f55d638627f" providerId="ADAL" clId="{08DAA4E7-3805-4003-B033-E7B0F274DF56}" dt="2021-11-23T21:33:50.424" v="14" actId="47"/>
        <pc:sldMkLst>
          <pc:docMk/>
          <pc:sldMk cId="3261445593" sldId="288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4224440439" sldId="291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629129991" sldId="293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378688598" sldId="294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2536559925" sldId="310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203370729" sldId="311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2620751609" sldId="312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133878703" sldId="313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2881057640" sldId="314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283679209" sldId="315"/>
        </pc:sldMkLst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169360718" sldId="316"/>
        </pc:sldMkLst>
      </pc:sldChg>
      <pc:sldChg chg="modSp mod">
        <pc:chgData name="Urena Alvarez, Alejandra" userId="6fdcd5a0-d96d-4224-8c5c-2f55d638627f" providerId="ADAL" clId="{08DAA4E7-3805-4003-B033-E7B0F274DF56}" dt="2021-11-23T21:33:48.366" v="13" actId="20577"/>
        <pc:sldMkLst>
          <pc:docMk/>
          <pc:sldMk cId="1758287981" sldId="328"/>
        </pc:sldMkLst>
        <pc:spChg chg="mod">
          <ac:chgData name="Urena Alvarez, Alejandra" userId="6fdcd5a0-d96d-4224-8c5c-2f55d638627f" providerId="ADAL" clId="{08DAA4E7-3805-4003-B033-E7B0F274DF56}" dt="2021-11-23T21:33:48.366" v="13" actId="20577"/>
          <ac:spMkLst>
            <pc:docMk/>
            <pc:sldMk cId="1758287981" sldId="328"/>
            <ac:spMk id="2" creationId="{5055CC22-DC2C-4C24-BE25-246FD2AA9618}"/>
          </ac:spMkLst>
        </pc:spChg>
      </pc:sldChg>
      <pc:sldChg chg="del">
        <pc:chgData name="Urena Alvarez, Alejandra" userId="6fdcd5a0-d96d-4224-8c5c-2f55d638627f" providerId="ADAL" clId="{08DAA4E7-3805-4003-B033-E7B0F274DF56}" dt="2021-11-23T21:33:42.575" v="6" actId="47"/>
        <pc:sldMkLst>
          <pc:docMk/>
          <pc:sldMk cId="3294570069" sldId="329"/>
        </pc:sldMkLst>
      </pc:sldChg>
      <pc:sldChg chg="addSp delSp modSp new mod">
        <pc:chgData name="Urena Alvarez, Alejandra" userId="6fdcd5a0-d96d-4224-8c5c-2f55d638627f" providerId="ADAL" clId="{08DAA4E7-3805-4003-B033-E7B0F274DF56}" dt="2021-11-24T14:55:38.650" v="805" actId="20577"/>
        <pc:sldMkLst>
          <pc:docMk/>
          <pc:sldMk cId="1575018292" sldId="330"/>
        </pc:sldMkLst>
        <pc:spChg chg="mod">
          <ac:chgData name="Urena Alvarez, Alejandra" userId="6fdcd5a0-d96d-4224-8c5c-2f55d638627f" providerId="ADAL" clId="{08DAA4E7-3805-4003-B033-E7B0F274DF56}" dt="2021-11-24T00:30:12.659" v="692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Urena Alvarez, Alejandra" userId="6fdcd5a0-d96d-4224-8c5c-2f55d638627f" providerId="ADAL" clId="{08DAA4E7-3805-4003-B033-E7B0F274DF56}" dt="2021-11-24T14:55:38.650" v="805" actId="20577"/>
          <ac:spMkLst>
            <pc:docMk/>
            <pc:sldMk cId="1575018292" sldId="330"/>
            <ac:spMk id="3" creationId="{7F9D172B-6BEB-428D-83F7-E598387A9726}"/>
          </ac:spMkLst>
        </pc:spChg>
        <pc:spChg chg="add del mod">
          <ac:chgData name="Urena Alvarez, Alejandra" userId="6fdcd5a0-d96d-4224-8c5c-2f55d638627f" providerId="ADAL" clId="{08DAA4E7-3805-4003-B033-E7B0F274DF56}" dt="2021-11-24T00:22:50.429" v="405" actId="478"/>
          <ac:spMkLst>
            <pc:docMk/>
            <pc:sldMk cId="1575018292" sldId="330"/>
            <ac:spMk id="7" creationId="{3C053CA3-9BC2-405C-8B0B-2FA756A10CE7}"/>
          </ac:spMkLst>
        </pc:spChg>
        <pc:graphicFrameChg chg="add mod modGraphic">
          <ac:chgData name="Urena Alvarez, Alejandra" userId="6fdcd5a0-d96d-4224-8c5c-2f55d638627f" providerId="ADAL" clId="{08DAA4E7-3805-4003-B033-E7B0F274DF56}" dt="2021-11-24T00:23:01.047" v="408" actId="1076"/>
          <ac:graphicFrameMkLst>
            <pc:docMk/>
            <pc:sldMk cId="1575018292" sldId="330"/>
            <ac:graphicFrameMk id="6" creationId="{2AF3BCA8-B6FC-4C82-8B0D-F36A2D674A97}"/>
          </ac:graphicFrameMkLst>
        </pc:graphicFrameChg>
        <pc:picChg chg="add mod modCrop">
          <ac:chgData name="Urena Alvarez, Alejandra" userId="6fdcd5a0-d96d-4224-8c5c-2f55d638627f" providerId="ADAL" clId="{08DAA4E7-3805-4003-B033-E7B0F274DF56}" dt="2021-11-24T00:30:23.757" v="693" actId="1076"/>
          <ac:picMkLst>
            <pc:docMk/>
            <pc:sldMk cId="1575018292" sldId="330"/>
            <ac:picMk id="5" creationId="{F01E1C30-7F9E-4004-9259-988F6EEDB3B8}"/>
          </ac:picMkLst>
        </pc:picChg>
      </pc:sldChg>
      <pc:sldChg chg="addSp delSp modSp add mod">
        <pc:chgData name="Urena Alvarez, Alejandra" userId="6fdcd5a0-d96d-4224-8c5c-2f55d638627f" providerId="ADAL" clId="{08DAA4E7-3805-4003-B033-E7B0F274DF56}" dt="2021-11-23T21:58:57.748" v="244" actId="1076"/>
        <pc:sldMkLst>
          <pc:docMk/>
          <pc:sldMk cId="1933942508" sldId="331"/>
        </pc:sldMkLst>
        <pc:spChg chg="mod">
          <ac:chgData name="Urena Alvarez, Alejandra" userId="6fdcd5a0-d96d-4224-8c5c-2f55d638627f" providerId="ADAL" clId="{08DAA4E7-3805-4003-B033-E7B0F274DF56}" dt="2021-11-23T21:50:35.821" v="211" actId="20577"/>
          <ac:spMkLst>
            <pc:docMk/>
            <pc:sldMk cId="1933942508" sldId="331"/>
            <ac:spMk id="2" creationId="{5F75EFB9-508D-49FF-8DD0-69920E7D1446}"/>
          </ac:spMkLst>
        </pc:spChg>
        <pc:spChg chg="del">
          <ac:chgData name="Urena Alvarez, Alejandra" userId="6fdcd5a0-d96d-4224-8c5c-2f55d638627f" providerId="ADAL" clId="{08DAA4E7-3805-4003-B033-E7B0F274DF56}" dt="2021-11-23T21:50:45.685" v="213" actId="478"/>
          <ac:spMkLst>
            <pc:docMk/>
            <pc:sldMk cId="1933942508" sldId="331"/>
            <ac:spMk id="3" creationId="{7F9D172B-6BEB-428D-83F7-E598387A9726}"/>
          </ac:spMkLst>
        </pc:spChg>
        <pc:spChg chg="del">
          <ac:chgData name="Urena Alvarez, Alejandra" userId="6fdcd5a0-d96d-4224-8c5c-2f55d638627f" providerId="ADAL" clId="{08DAA4E7-3805-4003-B033-E7B0F274DF56}" dt="2021-11-23T21:51:50.477" v="216" actId="478"/>
          <ac:spMkLst>
            <pc:docMk/>
            <pc:sldMk cId="1933942508" sldId="331"/>
            <ac:spMk id="7" creationId="{3C053CA3-9BC2-405C-8B0B-2FA756A10CE7}"/>
          </ac:spMkLst>
        </pc:spChg>
        <pc:graphicFrameChg chg="del mod">
          <ac:chgData name="Urena Alvarez, Alejandra" userId="6fdcd5a0-d96d-4224-8c5c-2f55d638627f" providerId="ADAL" clId="{08DAA4E7-3805-4003-B033-E7B0F274DF56}" dt="2021-11-23T21:58:05.294" v="232" actId="478"/>
          <ac:graphicFrameMkLst>
            <pc:docMk/>
            <pc:sldMk cId="1933942508" sldId="331"/>
            <ac:graphicFrameMk id="6" creationId="{2AF3BCA8-B6FC-4C82-8B0D-F36A2D674A97}"/>
          </ac:graphicFrameMkLst>
        </pc:graphicFrameChg>
        <pc:picChg chg="del">
          <ac:chgData name="Urena Alvarez, Alejandra" userId="6fdcd5a0-d96d-4224-8c5c-2f55d638627f" providerId="ADAL" clId="{08DAA4E7-3805-4003-B033-E7B0F274DF56}" dt="2021-11-23T21:50:37.638" v="212" actId="478"/>
          <ac:picMkLst>
            <pc:docMk/>
            <pc:sldMk cId="1933942508" sldId="331"/>
            <ac:picMk id="5" creationId="{F01E1C30-7F9E-4004-9259-988F6EEDB3B8}"/>
          </ac:picMkLst>
        </pc:picChg>
        <pc:picChg chg="add del mod">
          <ac:chgData name="Urena Alvarez, Alejandra" userId="6fdcd5a0-d96d-4224-8c5c-2f55d638627f" providerId="ADAL" clId="{08DAA4E7-3805-4003-B033-E7B0F274DF56}" dt="2021-11-23T21:57:59.271" v="229" actId="478"/>
          <ac:picMkLst>
            <pc:docMk/>
            <pc:sldMk cId="1933942508" sldId="331"/>
            <ac:picMk id="8" creationId="{1D5C507C-7CD0-4723-99DC-B16DFD33F1FC}"/>
          </ac:picMkLst>
        </pc:picChg>
        <pc:picChg chg="add mod">
          <ac:chgData name="Urena Alvarez, Alejandra" userId="6fdcd5a0-d96d-4224-8c5c-2f55d638627f" providerId="ADAL" clId="{08DAA4E7-3805-4003-B033-E7B0F274DF56}" dt="2021-11-23T21:58:57.748" v="244" actId="1076"/>
          <ac:picMkLst>
            <pc:docMk/>
            <pc:sldMk cId="1933942508" sldId="331"/>
            <ac:picMk id="10" creationId="{571831BD-76A4-4A2D-BE9B-CD261D0F82C9}"/>
          </ac:picMkLst>
        </pc:picChg>
        <pc:picChg chg="add del mod">
          <ac:chgData name="Urena Alvarez, Alejandra" userId="6fdcd5a0-d96d-4224-8c5c-2f55d638627f" providerId="ADAL" clId="{08DAA4E7-3805-4003-B033-E7B0F274DF56}" dt="2021-11-23T21:58:12.657" v="236" actId="478"/>
          <ac:picMkLst>
            <pc:docMk/>
            <pc:sldMk cId="1933942508" sldId="331"/>
            <ac:picMk id="12" creationId="{DF707EF0-791E-46FF-9EE1-2E6072B5B264}"/>
          </ac:picMkLst>
        </pc:picChg>
        <pc:picChg chg="add mod">
          <ac:chgData name="Urena Alvarez, Alejandra" userId="6fdcd5a0-d96d-4224-8c5c-2f55d638627f" providerId="ADAL" clId="{08DAA4E7-3805-4003-B033-E7B0F274DF56}" dt="2021-11-23T21:58:45.198" v="241" actId="14100"/>
          <ac:picMkLst>
            <pc:docMk/>
            <pc:sldMk cId="1933942508" sldId="331"/>
            <ac:picMk id="14" creationId="{A21DF1D6-9936-4857-BC22-E7E0B33AB8E0}"/>
          </ac:picMkLst>
        </pc:picChg>
      </pc:sldChg>
      <pc:sldChg chg="add del">
        <pc:chgData name="Urena Alvarez, Alejandra" userId="6fdcd5a0-d96d-4224-8c5c-2f55d638627f" providerId="ADAL" clId="{08DAA4E7-3805-4003-B033-E7B0F274DF56}" dt="2021-11-23T21:50:47.169" v="215"/>
        <pc:sldMkLst>
          <pc:docMk/>
          <pc:sldMk cId="1686652916" sldId="332"/>
        </pc:sldMkLst>
      </pc:sldChg>
      <pc:sldChg chg="modSp new mod">
        <pc:chgData name="Urena Alvarez, Alejandra" userId="6fdcd5a0-d96d-4224-8c5c-2f55d638627f" providerId="ADAL" clId="{08DAA4E7-3805-4003-B033-E7B0F274DF56}" dt="2021-11-24T14:55:09.478" v="762" actId="313"/>
        <pc:sldMkLst>
          <pc:docMk/>
          <pc:sldMk cId="2214094690" sldId="332"/>
        </pc:sldMkLst>
        <pc:spChg chg="mod">
          <ac:chgData name="Urena Alvarez, Alejandra" userId="6fdcd5a0-d96d-4224-8c5c-2f55d638627f" providerId="ADAL" clId="{08DAA4E7-3805-4003-B033-E7B0F274DF56}" dt="2021-11-24T14:55:09.478" v="762" actId="313"/>
          <ac:spMkLst>
            <pc:docMk/>
            <pc:sldMk cId="2214094690" sldId="332"/>
            <ac:spMk id="2" creationId="{F4504BBD-22B3-4FF8-B7AD-31D5B5B0FDA8}"/>
          </ac:spMkLst>
        </pc:spChg>
        <pc:spChg chg="mod">
          <ac:chgData name="Urena Alvarez, Alejandra" userId="6fdcd5a0-d96d-4224-8c5c-2f55d638627f" providerId="ADAL" clId="{08DAA4E7-3805-4003-B033-E7B0F274DF56}" dt="2021-11-24T14:55:01.650" v="758" actId="404"/>
          <ac:spMkLst>
            <pc:docMk/>
            <pc:sldMk cId="2214094690" sldId="332"/>
            <ac:spMk id="3" creationId="{5F3D092D-6C7A-4686-8D81-287D59DC8664}"/>
          </ac:spMkLst>
        </pc:spChg>
      </pc:sldChg>
    </pc:docChg>
  </pc:docChgLst>
  <pc:docChgLst>
    <pc:chgData name="Gomez Cervantes, Bryan" userId="477b6bce-93b3-49c4-af45-71cdf43b98cb" providerId="ADAL" clId="{3C4D0231-568E-44B3-9AEC-C3BEF4DE4520}"/>
    <pc:docChg chg="undo redo custSel modSld">
      <pc:chgData name="Gomez Cervantes, Bryan" userId="477b6bce-93b3-49c4-af45-71cdf43b98cb" providerId="ADAL" clId="{3C4D0231-568E-44B3-9AEC-C3BEF4DE4520}" dt="2023-05-30T22:59:33.320" v="2676" actId="20577"/>
      <pc:docMkLst>
        <pc:docMk/>
      </pc:docMkLst>
      <pc:sldChg chg="modSp mod">
        <pc:chgData name="Gomez Cervantes, Bryan" userId="477b6bce-93b3-49c4-af45-71cdf43b98cb" providerId="ADAL" clId="{3C4D0231-568E-44B3-9AEC-C3BEF4DE4520}" dt="2023-05-30T22:59:33.320" v="2676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3C4D0231-568E-44B3-9AEC-C3BEF4DE4520}" dt="2023-05-30T22:59:33.320" v="2676" actId="20577"/>
          <ac:spMkLst>
            <pc:docMk/>
            <pc:sldMk cId="3102934450" sldId="262"/>
            <ac:spMk id="5" creationId="{679F4BE2-8E4A-4003-B816-9E34781F7E88}"/>
          </ac:spMkLst>
        </pc:spChg>
      </pc:sldChg>
      <pc:sldChg chg="addSp delSp modSp mod">
        <pc:chgData name="Gomez Cervantes, Bryan" userId="477b6bce-93b3-49c4-af45-71cdf43b98cb" providerId="ADAL" clId="{3C4D0231-568E-44B3-9AEC-C3BEF4DE4520}" dt="2023-05-30T22:46:28.327" v="2674" actId="20577"/>
        <pc:sldMkLst>
          <pc:docMk/>
          <pc:sldMk cId="1575018292" sldId="330"/>
        </pc:sldMkLst>
        <pc:spChg chg="mod">
          <ac:chgData name="Gomez Cervantes, Bryan" userId="477b6bce-93b3-49c4-af45-71cdf43b98cb" providerId="ADAL" clId="{3C4D0231-568E-44B3-9AEC-C3BEF4DE4520}" dt="2023-05-26T21:35:05.205" v="1725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3C4D0231-568E-44B3-9AEC-C3BEF4DE4520}" dt="2023-05-30T22:46:28.327" v="2674" actId="20577"/>
          <ac:spMkLst>
            <pc:docMk/>
            <pc:sldMk cId="1575018292" sldId="330"/>
            <ac:spMk id="3" creationId="{7F9D172B-6BEB-428D-83F7-E598387A9726}"/>
          </ac:spMkLst>
        </pc:spChg>
        <pc:picChg chg="add mod">
          <ac:chgData name="Gomez Cervantes, Bryan" userId="477b6bce-93b3-49c4-af45-71cdf43b98cb" providerId="ADAL" clId="{3C4D0231-568E-44B3-9AEC-C3BEF4DE4520}" dt="2023-05-30T20:52:58.705" v="2584" actId="14100"/>
          <ac:picMkLst>
            <pc:docMk/>
            <pc:sldMk cId="1575018292" sldId="330"/>
            <ac:picMk id="5" creationId="{464F70F3-DD55-7208-59D3-E5E7E58A9EA2}"/>
          </ac:picMkLst>
        </pc:picChg>
        <pc:picChg chg="del">
          <ac:chgData name="Gomez Cervantes, Bryan" userId="477b6bce-93b3-49c4-af45-71cdf43b98cb" providerId="ADAL" clId="{3C4D0231-568E-44B3-9AEC-C3BEF4DE4520}" dt="2023-05-30T20:53:24.912" v="2585" actId="478"/>
          <ac:picMkLst>
            <pc:docMk/>
            <pc:sldMk cId="1575018292" sldId="330"/>
            <ac:picMk id="6" creationId="{EA21C4A5-B675-0A85-0083-8F1F308D4403}"/>
          </ac:picMkLst>
        </pc:picChg>
        <pc:picChg chg="add mod">
          <ac:chgData name="Gomez Cervantes, Bryan" userId="477b6bce-93b3-49c4-af45-71cdf43b98cb" providerId="ADAL" clId="{3C4D0231-568E-44B3-9AEC-C3BEF4DE4520}" dt="2023-05-30T20:55:14.675" v="2592" actId="14100"/>
          <ac:picMkLst>
            <pc:docMk/>
            <pc:sldMk cId="1575018292" sldId="330"/>
            <ac:picMk id="8" creationId="{64A58063-7A32-1F78-5B85-B4CE7D234CA0}"/>
          </ac:picMkLst>
        </pc:picChg>
        <pc:picChg chg="del">
          <ac:chgData name="Gomez Cervantes, Bryan" userId="477b6bce-93b3-49c4-af45-71cdf43b98cb" providerId="ADAL" clId="{3C4D0231-568E-44B3-9AEC-C3BEF4DE4520}" dt="2023-05-30T20:52:45.520" v="2579" actId="478"/>
          <ac:picMkLst>
            <pc:docMk/>
            <pc:sldMk cId="1575018292" sldId="330"/>
            <ac:picMk id="15" creationId="{B9A5ED3B-19F7-25E5-E146-0E9C855477CA}"/>
          </ac:picMkLst>
        </pc:picChg>
      </pc:sldChg>
      <pc:sldChg chg="modSp mod">
        <pc:chgData name="Gomez Cervantes, Bryan" userId="477b6bce-93b3-49c4-af45-71cdf43b98cb" providerId="ADAL" clId="{3C4D0231-568E-44B3-9AEC-C3BEF4DE4520}" dt="2023-05-30T19:30:06.014" v="2497"/>
        <pc:sldMkLst>
          <pc:docMk/>
          <pc:sldMk cId="342082798" sldId="333"/>
        </pc:sldMkLst>
        <pc:graphicFrameChg chg="mod modGraphic">
          <ac:chgData name="Gomez Cervantes, Bryan" userId="477b6bce-93b3-49c4-af45-71cdf43b98cb" providerId="ADAL" clId="{3C4D0231-568E-44B3-9AEC-C3BEF4DE4520}" dt="2023-05-30T19:30:06.014" v="2497"/>
          <ac:graphicFrameMkLst>
            <pc:docMk/>
            <pc:sldMk cId="342082798" sldId="333"/>
            <ac:graphicFrameMk id="11" creationId="{175B64FD-5A96-1AB9-9BA6-D84391D87E60}"/>
          </ac:graphicFrameMkLst>
        </pc:graphicFrameChg>
      </pc:sldChg>
      <pc:sldChg chg="addSp delSp modSp mod">
        <pc:chgData name="Gomez Cervantes, Bryan" userId="477b6bce-93b3-49c4-af45-71cdf43b98cb" providerId="ADAL" clId="{3C4D0231-568E-44B3-9AEC-C3BEF4DE4520}" dt="2023-05-30T20:48:38.483" v="2516" actId="14100"/>
        <pc:sldMkLst>
          <pc:docMk/>
          <pc:sldMk cId="3260153771" sldId="334"/>
        </pc:sldMkLst>
        <pc:spChg chg="mod">
          <ac:chgData name="Gomez Cervantes, Bryan" userId="477b6bce-93b3-49c4-af45-71cdf43b98cb" providerId="ADAL" clId="{3C4D0231-568E-44B3-9AEC-C3BEF4DE4520}" dt="2023-05-26T21:35:09.325" v="1727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3C4D0231-568E-44B3-9AEC-C3BEF4DE4520}" dt="2023-05-30T00:36:48.152" v="2330" actId="20577"/>
          <ac:spMkLst>
            <pc:docMk/>
            <pc:sldMk cId="3260153771" sldId="334"/>
            <ac:spMk id="3" creationId="{7F9D172B-6BEB-428D-83F7-E598387A9726}"/>
          </ac:spMkLst>
        </pc:spChg>
        <pc:picChg chg="add mod">
          <ac:chgData name="Gomez Cervantes, Bryan" userId="477b6bce-93b3-49c4-af45-71cdf43b98cb" providerId="ADAL" clId="{3C4D0231-568E-44B3-9AEC-C3BEF4DE4520}" dt="2023-05-30T20:45:55.598" v="2505" actId="1076"/>
          <ac:picMkLst>
            <pc:docMk/>
            <pc:sldMk cId="3260153771" sldId="334"/>
            <ac:picMk id="5" creationId="{4D0C045F-90FB-236D-2262-B6169A5C7093}"/>
          </ac:picMkLst>
        </pc:picChg>
        <pc:picChg chg="del">
          <ac:chgData name="Gomez Cervantes, Bryan" userId="477b6bce-93b3-49c4-af45-71cdf43b98cb" providerId="ADAL" clId="{3C4D0231-568E-44B3-9AEC-C3BEF4DE4520}" dt="2023-05-30T20:45:44.509" v="2500" actId="478"/>
          <ac:picMkLst>
            <pc:docMk/>
            <pc:sldMk cId="3260153771" sldId="334"/>
            <ac:picMk id="6" creationId="{18DC320E-9516-6B92-AD7B-CAB91C00D91A}"/>
          </ac:picMkLst>
        </pc:picChg>
        <pc:picChg chg="add del mod">
          <ac:chgData name="Gomez Cervantes, Bryan" userId="477b6bce-93b3-49c4-af45-71cdf43b98cb" providerId="ADAL" clId="{3C4D0231-568E-44B3-9AEC-C3BEF4DE4520}" dt="2023-05-30T20:48:15.141" v="2510" actId="478"/>
          <ac:picMkLst>
            <pc:docMk/>
            <pc:sldMk cId="3260153771" sldId="334"/>
            <ac:picMk id="8" creationId="{957046F5-DB01-F5C6-1894-5649CA23E0B6}"/>
          </ac:picMkLst>
        </pc:picChg>
        <pc:picChg chg="del">
          <ac:chgData name="Gomez Cervantes, Bryan" userId="477b6bce-93b3-49c4-af45-71cdf43b98cb" providerId="ADAL" clId="{3C4D0231-568E-44B3-9AEC-C3BEF4DE4520}" dt="2023-05-30T20:47:48.024" v="2506" actId="478"/>
          <ac:picMkLst>
            <pc:docMk/>
            <pc:sldMk cId="3260153771" sldId="334"/>
            <ac:picMk id="9" creationId="{C83C128A-D622-A3AF-10E0-5C9F0EDC14B8}"/>
          </ac:picMkLst>
        </pc:picChg>
        <pc:picChg chg="add mod">
          <ac:chgData name="Gomez Cervantes, Bryan" userId="477b6bce-93b3-49c4-af45-71cdf43b98cb" providerId="ADAL" clId="{3C4D0231-568E-44B3-9AEC-C3BEF4DE4520}" dt="2023-05-30T20:48:38.483" v="2516" actId="14100"/>
          <ac:picMkLst>
            <pc:docMk/>
            <pc:sldMk cId="3260153771" sldId="334"/>
            <ac:picMk id="11" creationId="{C152E6E0-B590-2ABA-C42D-AEA58DCBF79E}"/>
          </ac:picMkLst>
        </pc:picChg>
      </pc:sldChg>
    </pc:docChg>
  </pc:docChgLst>
  <pc:docChgLst>
    <pc:chgData name="Urena Alvarez, Alejandra" userId="6fdcd5a0-d96d-4224-8c5c-2f55d638627f" providerId="ADAL" clId="{1792F552-6AA6-4958-81B8-5F791F368154}"/>
    <pc:docChg chg="undo custSel modSld">
      <pc:chgData name="Urena Alvarez, Alejandra" userId="6fdcd5a0-d96d-4224-8c5c-2f55d638627f" providerId="ADAL" clId="{1792F552-6AA6-4958-81B8-5F791F368154}" dt="2021-12-01T23:25:31.901" v="207" actId="404"/>
      <pc:docMkLst>
        <pc:docMk/>
      </pc:docMkLst>
      <pc:sldChg chg="addSp modSp mod">
        <pc:chgData name="Urena Alvarez, Alejandra" userId="6fdcd5a0-d96d-4224-8c5c-2f55d638627f" providerId="ADAL" clId="{1792F552-6AA6-4958-81B8-5F791F368154}" dt="2021-12-01T23:25:31.901" v="207" actId="404"/>
        <pc:sldMkLst>
          <pc:docMk/>
          <pc:sldMk cId="1575018292" sldId="330"/>
        </pc:sldMkLst>
        <pc:spChg chg="mod">
          <ac:chgData name="Urena Alvarez, Alejandra" userId="6fdcd5a0-d96d-4224-8c5c-2f55d638627f" providerId="ADAL" clId="{1792F552-6AA6-4958-81B8-5F791F368154}" dt="2021-12-01T22:24:31.273" v="174" actId="20577"/>
          <ac:spMkLst>
            <pc:docMk/>
            <pc:sldMk cId="1575018292" sldId="330"/>
            <ac:spMk id="3" creationId="{7F9D172B-6BEB-428D-83F7-E598387A9726}"/>
          </ac:spMkLst>
        </pc:spChg>
        <pc:spChg chg="add mod">
          <ac:chgData name="Urena Alvarez, Alejandra" userId="6fdcd5a0-d96d-4224-8c5c-2f55d638627f" providerId="ADAL" clId="{1792F552-6AA6-4958-81B8-5F791F368154}" dt="2021-12-01T23:25:31.901" v="207" actId="404"/>
          <ac:spMkLst>
            <pc:docMk/>
            <pc:sldMk cId="1575018292" sldId="330"/>
            <ac:spMk id="4" creationId="{D88C67DD-C008-4EF5-8F32-2AC862B2A32E}"/>
          </ac:spMkLst>
        </pc:spChg>
        <pc:graphicFrameChg chg="mod modGraphic">
          <ac:chgData name="Urena Alvarez, Alejandra" userId="6fdcd5a0-d96d-4224-8c5c-2f55d638627f" providerId="ADAL" clId="{1792F552-6AA6-4958-81B8-5F791F368154}" dt="2021-11-24T19:53:22.944" v="153" actId="1076"/>
          <ac:graphicFrameMkLst>
            <pc:docMk/>
            <pc:sldMk cId="1575018292" sldId="330"/>
            <ac:graphicFrameMk id="6" creationId="{2AF3BCA8-B6FC-4C82-8B0D-F36A2D674A97}"/>
          </ac:graphicFrameMkLst>
        </pc:graphicFrameChg>
      </pc:sldChg>
    </pc:docChg>
  </pc:docChgLst>
  <pc:docChgLst>
    <pc:chgData name="Gomez Cervantes, Bryan" userId="477b6bce-93b3-49c4-af45-71cdf43b98cb" providerId="ADAL" clId="{7949A374-DD1A-486C-B955-7C68227648FF}"/>
    <pc:docChg chg="custSel addSld modSld">
      <pc:chgData name="Gomez Cervantes, Bryan" userId="477b6bce-93b3-49c4-af45-71cdf43b98cb" providerId="ADAL" clId="{7949A374-DD1A-486C-B955-7C68227648FF}" dt="2024-07-30T21:42:20.475" v="44" actId="1076"/>
      <pc:docMkLst>
        <pc:docMk/>
      </pc:docMkLst>
      <pc:sldChg chg="addSp delSp modSp add mod">
        <pc:chgData name="Gomez Cervantes, Bryan" userId="477b6bce-93b3-49c4-af45-71cdf43b98cb" providerId="ADAL" clId="{7949A374-DD1A-486C-B955-7C68227648FF}" dt="2024-07-30T21:41:19.739" v="4" actId="1076"/>
        <pc:sldMkLst>
          <pc:docMk/>
          <pc:sldMk cId="2270040731" sldId="344"/>
        </pc:sldMkLst>
        <pc:spChg chg="add del mod">
          <ac:chgData name="Gomez Cervantes, Bryan" userId="477b6bce-93b3-49c4-af45-71cdf43b98cb" providerId="ADAL" clId="{7949A374-DD1A-486C-B955-7C68227648FF}" dt="2024-07-30T21:41:12.568" v="2" actId="22"/>
          <ac:spMkLst>
            <pc:docMk/>
            <pc:sldMk cId="2270040731" sldId="344"/>
            <ac:spMk id="4" creationId="{017029AC-DAD8-D3D1-3443-ADAE8B77457D}"/>
          </ac:spMkLst>
        </pc:spChg>
        <pc:picChg chg="del">
          <ac:chgData name="Gomez Cervantes, Bryan" userId="477b6bce-93b3-49c4-af45-71cdf43b98cb" providerId="ADAL" clId="{7949A374-DD1A-486C-B955-7C68227648FF}" dt="2024-07-30T21:40:58.325" v="1" actId="478"/>
          <ac:picMkLst>
            <pc:docMk/>
            <pc:sldMk cId="2270040731" sldId="344"/>
            <ac:picMk id="5" creationId="{5A4D74AC-6F69-8758-270E-3FC76E68F1DD}"/>
          </ac:picMkLst>
        </pc:picChg>
        <pc:picChg chg="add mod ord">
          <ac:chgData name="Gomez Cervantes, Bryan" userId="477b6bce-93b3-49c4-af45-71cdf43b98cb" providerId="ADAL" clId="{7949A374-DD1A-486C-B955-7C68227648FF}" dt="2024-07-30T21:41:19.739" v="4" actId="1076"/>
          <ac:picMkLst>
            <pc:docMk/>
            <pc:sldMk cId="2270040731" sldId="344"/>
            <ac:picMk id="7" creationId="{20F7D6A0-2C17-1A3F-9EF1-1875519F7EEE}"/>
          </ac:picMkLst>
        </pc:picChg>
      </pc:sldChg>
      <pc:sldChg chg="addSp delSp modSp add mod">
        <pc:chgData name="Gomez Cervantes, Bryan" userId="477b6bce-93b3-49c4-af45-71cdf43b98cb" providerId="ADAL" clId="{7949A374-DD1A-486C-B955-7C68227648FF}" dt="2024-07-30T21:42:20.475" v="44" actId="1076"/>
        <pc:sldMkLst>
          <pc:docMk/>
          <pc:sldMk cId="2467256137" sldId="345"/>
        </pc:sldMkLst>
        <pc:spChg chg="mod">
          <ac:chgData name="Gomez Cervantes, Bryan" userId="477b6bce-93b3-49c4-af45-71cdf43b98cb" providerId="ADAL" clId="{7949A374-DD1A-486C-B955-7C68227648FF}" dt="2024-07-30T21:41:30.166" v="33" actId="20577"/>
          <ac:spMkLst>
            <pc:docMk/>
            <pc:sldMk cId="2467256137" sldId="345"/>
            <ac:spMk id="2" creationId="{615C34B9-53DE-7107-2948-F65E47C7A8D1}"/>
          </ac:spMkLst>
        </pc:spChg>
        <pc:spChg chg="add del mod">
          <ac:chgData name="Gomez Cervantes, Bryan" userId="477b6bce-93b3-49c4-af45-71cdf43b98cb" providerId="ADAL" clId="{7949A374-DD1A-486C-B955-7C68227648FF}" dt="2024-07-30T21:41:38.467" v="35" actId="22"/>
          <ac:spMkLst>
            <pc:docMk/>
            <pc:sldMk cId="2467256137" sldId="345"/>
            <ac:spMk id="4" creationId="{AD047EC8-BC2E-F58D-7330-657B8191A919}"/>
          </ac:spMkLst>
        </pc:spChg>
        <pc:picChg chg="add mod ord">
          <ac:chgData name="Gomez Cervantes, Bryan" userId="477b6bce-93b3-49c4-af45-71cdf43b98cb" providerId="ADAL" clId="{7949A374-DD1A-486C-B955-7C68227648FF}" dt="2024-07-30T21:41:40.736" v="36" actId="1076"/>
          <ac:picMkLst>
            <pc:docMk/>
            <pc:sldMk cId="2467256137" sldId="345"/>
            <ac:picMk id="6" creationId="{ECC693BA-FDBA-5571-ED8F-5D43561C39DA}"/>
          </ac:picMkLst>
        </pc:picChg>
        <pc:picChg chg="del">
          <ac:chgData name="Gomez Cervantes, Bryan" userId="477b6bce-93b3-49c4-af45-71cdf43b98cb" providerId="ADAL" clId="{7949A374-DD1A-486C-B955-7C68227648FF}" dt="2024-07-30T21:41:32.064" v="34" actId="478"/>
          <ac:picMkLst>
            <pc:docMk/>
            <pc:sldMk cId="2467256137" sldId="345"/>
            <ac:picMk id="7" creationId="{20F7D6A0-2C17-1A3F-9EF1-1875519F7EEE}"/>
          </ac:picMkLst>
        </pc:picChg>
        <pc:picChg chg="add del mod">
          <ac:chgData name="Gomez Cervantes, Bryan" userId="477b6bce-93b3-49c4-af45-71cdf43b98cb" providerId="ADAL" clId="{7949A374-DD1A-486C-B955-7C68227648FF}" dt="2024-07-30T21:41:57.664" v="41" actId="478"/>
          <ac:picMkLst>
            <pc:docMk/>
            <pc:sldMk cId="2467256137" sldId="345"/>
            <ac:picMk id="9" creationId="{43EDE5E7-A518-02BA-3349-2BC2E39D9382}"/>
          </ac:picMkLst>
        </pc:picChg>
        <pc:picChg chg="add mod">
          <ac:chgData name="Gomez Cervantes, Bryan" userId="477b6bce-93b3-49c4-af45-71cdf43b98cb" providerId="ADAL" clId="{7949A374-DD1A-486C-B955-7C68227648FF}" dt="2024-07-30T21:42:20.475" v="44" actId="1076"/>
          <ac:picMkLst>
            <pc:docMk/>
            <pc:sldMk cId="2467256137" sldId="345"/>
            <ac:picMk id="11" creationId="{AD3716C3-1122-DE05-4E27-7AE9FDCB5972}"/>
          </ac:picMkLst>
        </pc:picChg>
      </pc:sldChg>
    </pc:docChg>
  </pc:docChgLst>
  <pc:docChgLst>
    <pc:chgData name="Urena Alvarez, Alejandra" userId="6fdcd5a0-d96d-4224-8c5c-2f55d638627f" providerId="ADAL" clId="{F65EDA77-473D-45C7-9CC9-FF143A1C9C2A}"/>
    <pc:docChg chg="undo custSel addSld delSld modSld">
      <pc:chgData name="Urena Alvarez, Alejandra" userId="6fdcd5a0-d96d-4224-8c5c-2f55d638627f" providerId="ADAL" clId="{F65EDA77-473D-45C7-9CC9-FF143A1C9C2A}" dt="2023-05-04T00:40:48.182" v="493" actId="113"/>
      <pc:docMkLst>
        <pc:docMk/>
      </pc:docMkLst>
      <pc:sldChg chg="addSp modSp mod">
        <pc:chgData name="Urena Alvarez, Alejandra" userId="6fdcd5a0-d96d-4224-8c5c-2f55d638627f" providerId="ADAL" clId="{F65EDA77-473D-45C7-9CC9-FF143A1C9C2A}" dt="2023-05-03T18:05:20.108" v="175" actId="1076"/>
        <pc:sldMkLst>
          <pc:docMk/>
          <pc:sldMk cId="3102934450" sldId="262"/>
        </pc:sldMkLst>
        <pc:spChg chg="mod">
          <ac:chgData name="Urena Alvarez, Alejandra" userId="6fdcd5a0-d96d-4224-8c5c-2f55d638627f" providerId="ADAL" clId="{F65EDA77-473D-45C7-9CC9-FF143A1C9C2A}" dt="2023-05-03T17:46:25.588" v="2" actId="20577"/>
          <ac:spMkLst>
            <pc:docMk/>
            <pc:sldMk cId="3102934450" sldId="262"/>
            <ac:spMk id="5" creationId="{679F4BE2-8E4A-4003-B816-9E34781F7E88}"/>
          </ac:spMkLst>
        </pc:spChg>
        <pc:picChg chg="add mod">
          <ac:chgData name="Urena Alvarez, Alejandra" userId="6fdcd5a0-d96d-4224-8c5c-2f55d638627f" providerId="ADAL" clId="{F65EDA77-473D-45C7-9CC9-FF143A1C9C2A}" dt="2023-05-03T18:05:20.108" v="175" actId="1076"/>
          <ac:picMkLst>
            <pc:docMk/>
            <pc:sldMk cId="3102934450" sldId="262"/>
            <ac:picMk id="2" creationId="{FDADE31D-6127-C0B6-B3D9-E53F82C320A0}"/>
          </ac:picMkLst>
        </pc:picChg>
      </pc:sldChg>
      <pc:sldChg chg="addSp delSp modSp mod">
        <pc:chgData name="Urena Alvarez, Alejandra" userId="6fdcd5a0-d96d-4224-8c5c-2f55d638627f" providerId="ADAL" clId="{F65EDA77-473D-45C7-9CC9-FF143A1C9C2A}" dt="2023-05-04T00:40:05.614" v="482" actId="20577"/>
        <pc:sldMkLst>
          <pc:docMk/>
          <pc:sldMk cId="1575018292" sldId="330"/>
        </pc:sldMkLst>
        <pc:spChg chg="mod">
          <ac:chgData name="Urena Alvarez, Alejandra" userId="6fdcd5a0-d96d-4224-8c5c-2f55d638627f" providerId="ADAL" clId="{F65EDA77-473D-45C7-9CC9-FF143A1C9C2A}" dt="2023-05-03T17:46:49.167" v="13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Urena Alvarez, Alejandra" userId="6fdcd5a0-d96d-4224-8c5c-2f55d638627f" providerId="ADAL" clId="{F65EDA77-473D-45C7-9CC9-FF143A1C9C2A}" dt="2023-05-04T00:38:59.885" v="470" actId="14100"/>
          <ac:spMkLst>
            <pc:docMk/>
            <pc:sldMk cId="1575018292" sldId="330"/>
            <ac:spMk id="3" creationId="{7F9D172B-6BEB-428D-83F7-E598387A9726}"/>
          </ac:spMkLst>
        </pc:spChg>
        <pc:spChg chg="mod">
          <ac:chgData name="Urena Alvarez, Alejandra" userId="6fdcd5a0-d96d-4224-8c5c-2f55d638627f" providerId="ADAL" clId="{F65EDA77-473D-45C7-9CC9-FF143A1C9C2A}" dt="2023-05-04T00:39:05.168" v="471" actId="1076"/>
          <ac:spMkLst>
            <pc:docMk/>
            <pc:sldMk cId="1575018292" sldId="330"/>
            <ac:spMk id="4" creationId="{D88C67DD-C008-4EF5-8F32-2AC862B2A32E}"/>
          </ac:spMkLst>
        </pc:spChg>
        <pc:spChg chg="add mod">
          <ac:chgData name="Urena Alvarez, Alejandra" userId="6fdcd5a0-d96d-4224-8c5c-2f55d638627f" providerId="ADAL" clId="{F65EDA77-473D-45C7-9CC9-FF143A1C9C2A}" dt="2023-05-04T00:38:46.921" v="466" actId="1076"/>
          <ac:spMkLst>
            <pc:docMk/>
            <pc:sldMk cId="1575018292" sldId="330"/>
            <ac:spMk id="11" creationId="{F2B1115C-17AE-3734-F376-3BFA09DD7D46}"/>
          </ac:spMkLst>
        </pc:spChg>
        <pc:spChg chg="add mod">
          <ac:chgData name="Urena Alvarez, Alejandra" userId="6fdcd5a0-d96d-4224-8c5c-2f55d638627f" providerId="ADAL" clId="{F65EDA77-473D-45C7-9CC9-FF143A1C9C2A}" dt="2023-05-04T00:39:57.813" v="477" actId="113"/>
          <ac:spMkLst>
            <pc:docMk/>
            <pc:sldMk cId="1575018292" sldId="330"/>
            <ac:spMk id="12" creationId="{93241B12-B86F-36D2-ED31-2078815EFC88}"/>
          </ac:spMkLst>
        </pc:spChg>
        <pc:spChg chg="add mod">
          <ac:chgData name="Urena Alvarez, Alejandra" userId="6fdcd5a0-d96d-4224-8c5c-2f55d638627f" providerId="ADAL" clId="{F65EDA77-473D-45C7-9CC9-FF143A1C9C2A}" dt="2023-05-04T00:40:05.614" v="482" actId="20577"/>
          <ac:spMkLst>
            <pc:docMk/>
            <pc:sldMk cId="1575018292" sldId="330"/>
            <ac:spMk id="17" creationId="{A234F219-6166-7D79-2E5E-137DC15F82A7}"/>
          </ac:spMkLst>
        </pc:spChg>
        <pc:graphicFrameChg chg="del">
          <ac:chgData name="Urena Alvarez, Alejandra" userId="6fdcd5a0-d96d-4224-8c5c-2f55d638627f" providerId="ADAL" clId="{F65EDA77-473D-45C7-9CC9-FF143A1C9C2A}" dt="2023-05-03T17:48:02.212" v="29" actId="478"/>
          <ac:graphicFrameMkLst>
            <pc:docMk/>
            <pc:sldMk cId="1575018292" sldId="330"/>
            <ac:graphicFrameMk id="6" creationId="{2AF3BCA8-B6FC-4C82-8B0D-F36A2D674A97}"/>
          </ac:graphicFrameMkLst>
        </pc:graphicFrameChg>
        <pc:picChg chg="del">
          <ac:chgData name="Urena Alvarez, Alejandra" userId="6fdcd5a0-d96d-4224-8c5c-2f55d638627f" providerId="ADAL" clId="{F65EDA77-473D-45C7-9CC9-FF143A1C9C2A}" dt="2023-05-03T17:48:52.407" v="30" actId="478"/>
          <ac:picMkLst>
            <pc:docMk/>
            <pc:sldMk cId="1575018292" sldId="330"/>
            <ac:picMk id="5" creationId="{F01E1C30-7F9E-4004-9259-988F6EEDB3B8}"/>
          </ac:picMkLst>
        </pc:picChg>
        <pc:picChg chg="add mod ord">
          <ac:chgData name="Urena Alvarez, Alejandra" userId="6fdcd5a0-d96d-4224-8c5c-2f55d638627f" providerId="ADAL" clId="{F65EDA77-473D-45C7-9CC9-FF143A1C9C2A}" dt="2023-05-04T00:38:55.520" v="469" actId="1076"/>
          <ac:picMkLst>
            <pc:docMk/>
            <pc:sldMk cId="1575018292" sldId="330"/>
            <ac:picMk id="8" creationId="{90F37D7A-377B-E6F5-E141-695CE17DE484}"/>
          </ac:picMkLst>
        </pc:picChg>
        <pc:picChg chg="add mod">
          <ac:chgData name="Urena Alvarez, Alejandra" userId="6fdcd5a0-d96d-4224-8c5c-2f55d638627f" providerId="ADAL" clId="{F65EDA77-473D-45C7-9CC9-FF143A1C9C2A}" dt="2023-05-04T00:38:17.101" v="450" actId="1076"/>
          <ac:picMkLst>
            <pc:docMk/>
            <pc:sldMk cId="1575018292" sldId="330"/>
            <ac:picMk id="10" creationId="{D2B7AA78-E0D7-2B97-8AC4-3F1D0706067C}"/>
          </ac:picMkLst>
        </pc:picChg>
        <pc:picChg chg="add mod ord">
          <ac:chgData name="Urena Alvarez, Alejandra" userId="6fdcd5a0-d96d-4224-8c5c-2f55d638627f" providerId="ADAL" clId="{F65EDA77-473D-45C7-9CC9-FF143A1C9C2A}" dt="2023-05-04T00:38:19.524" v="451" actId="167"/>
          <ac:picMkLst>
            <pc:docMk/>
            <pc:sldMk cId="1575018292" sldId="330"/>
            <ac:picMk id="14" creationId="{69803A7C-06B9-D14E-7359-099DDDEB03A3}"/>
          </ac:picMkLst>
        </pc:picChg>
        <pc:picChg chg="add mod">
          <ac:chgData name="Urena Alvarez, Alejandra" userId="6fdcd5a0-d96d-4224-8c5c-2f55d638627f" providerId="ADAL" clId="{F65EDA77-473D-45C7-9CC9-FF143A1C9C2A}" dt="2023-05-04T00:39:53.229" v="476" actId="1076"/>
          <ac:picMkLst>
            <pc:docMk/>
            <pc:sldMk cId="1575018292" sldId="330"/>
            <ac:picMk id="16" creationId="{295CC7FA-3340-35EF-EE71-C2E052541ECF}"/>
          </ac:picMkLst>
        </pc:picChg>
      </pc:sldChg>
      <pc:sldChg chg="del">
        <pc:chgData name="Urena Alvarez, Alejandra" userId="6fdcd5a0-d96d-4224-8c5c-2f55d638627f" providerId="ADAL" clId="{F65EDA77-473D-45C7-9CC9-FF143A1C9C2A}" dt="2023-05-03T17:54:51.451" v="172" actId="47"/>
        <pc:sldMkLst>
          <pc:docMk/>
          <pc:sldMk cId="2214094690" sldId="332"/>
        </pc:sldMkLst>
      </pc:sldChg>
      <pc:sldChg chg="addSp delSp modSp add mod">
        <pc:chgData name="Urena Alvarez, Alejandra" userId="6fdcd5a0-d96d-4224-8c5c-2f55d638627f" providerId="ADAL" clId="{F65EDA77-473D-45C7-9CC9-FF143A1C9C2A}" dt="2023-05-04T00:40:48.182" v="493" actId="113"/>
        <pc:sldMkLst>
          <pc:docMk/>
          <pc:sldMk cId="342082798" sldId="333"/>
        </pc:sldMkLst>
        <pc:spChg chg="mod">
          <ac:chgData name="Urena Alvarez, Alejandra" userId="6fdcd5a0-d96d-4224-8c5c-2f55d638627f" providerId="ADAL" clId="{F65EDA77-473D-45C7-9CC9-FF143A1C9C2A}" dt="2023-05-03T17:50:48.782" v="80" actId="20577"/>
          <ac:spMkLst>
            <pc:docMk/>
            <pc:sldMk cId="342082798" sldId="333"/>
            <ac:spMk id="2" creationId="{5F75EFB9-508D-49FF-8DD0-69920E7D1446}"/>
          </ac:spMkLst>
        </pc:spChg>
        <pc:spChg chg="del">
          <ac:chgData name="Urena Alvarez, Alejandra" userId="6fdcd5a0-d96d-4224-8c5c-2f55d638627f" providerId="ADAL" clId="{F65EDA77-473D-45C7-9CC9-FF143A1C9C2A}" dt="2023-05-03T17:50:13.634" v="65" actId="478"/>
          <ac:spMkLst>
            <pc:docMk/>
            <pc:sldMk cId="342082798" sldId="333"/>
            <ac:spMk id="3" creationId="{7F9D172B-6BEB-428D-83F7-E598387A9726}"/>
          </ac:spMkLst>
        </pc:spChg>
        <pc:spChg chg="del">
          <ac:chgData name="Urena Alvarez, Alejandra" userId="6fdcd5a0-d96d-4224-8c5c-2f55d638627f" providerId="ADAL" clId="{F65EDA77-473D-45C7-9CC9-FF143A1C9C2A}" dt="2023-05-03T17:50:32.105" v="70" actId="478"/>
          <ac:spMkLst>
            <pc:docMk/>
            <pc:sldMk cId="342082798" sldId="333"/>
            <ac:spMk id="4" creationId="{D88C67DD-C008-4EF5-8F32-2AC862B2A32E}"/>
          </ac:spMkLst>
        </pc:spChg>
        <pc:spChg chg="add del mod">
          <ac:chgData name="Urena Alvarez, Alejandra" userId="6fdcd5a0-d96d-4224-8c5c-2f55d638627f" providerId="ADAL" clId="{F65EDA77-473D-45C7-9CC9-FF143A1C9C2A}" dt="2023-05-03T17:50:25.032" v="67" actId="478"/>
          <ac:spMkLst>
            <pc:docMk/>
            <pc:sldMk cId="342082798" sldId="333"/>
            <ac:spMk id="8" creationId="{C181783E-CA66-35FA-5004-7A8E3409C57F}"/>
          </ac:spMkLst>
        </pc:spChg>
        <pc:spChg chg="add mod">
          <ac:chgData name="Urena Alvarez, Alejandra" userId="6fdcd5a0-d96d-4224-8c5c-2f55d638627f" providerId="ADAL" clId="{F65EDA77-473D-45C7-9CC9-FF143A1C9C2A}" dt="2023-05-03T17:51:07.847" v="92" actId="1076"/>
          <ac:spMkLst>
            <pc:docMk/>
            <pc:sldMk cId="342082798" sldId="333"/>
            <ac:spMk id="9" creationId="{E5162EF8-EA98-C0DC-22D5-48D81B92089D}"/>
          </ac:spMkLst>
        </pc:spChg>
        <pc:spChg chg="add mod">
          <ac:chgData name="Urena Alvarez, Alejandra" userId="6fdcd5a0-d96d-4224-8c5c-2f55d638627f" providerId="ADAL" clId="{F65EDA77-473D-45C7-9CC9-FF143A1C9C2A}" dt="2023-05-03T20:56:49.621" v="176" actId="313"/>
          <ac:spMkLst>
            <pc:docMk/>
            <pc:sldMk cId="342082798" sldId="333"/>
            <ac:spMk id="10" creationId="{B7F8305B-B2FD-39FC-7633-F53407765323}"/>
          </ac:spMkLst>
        </pc:spChg>
        <pc:graphicFrameChg chg="mod modGraphic">
          <ac:chgData name="Urena Alvarez, Alejandra" userId="6fdcd5a0-d96d-4224-8c5c-2f55d638627f" providerId="ADAL" clId="{F65EDA77-473D-45C7-9CC9-FF143A1C9C2A}" dt="2023-05-04T00:40:48.182" v="493" actId="113"/>
          <ac:graphicFrameMkLst>
            <pc:docMk/>
            <pc:sldMk cId="342082798" sldId="333"/>
            <ac:graphicFrameMk id="6" creationId="{2AF3BCA8-B6FC-4C82-8B0D-F36A2D674A97}"/>
          </ac:graphicFrameMkLst>
        </pc:graphicFrameChg>
        <pc:graphicFrameChg chg="add mod modGraphic">
          <ac:chgData name="Urena Alvarez, Alejandra" userId="6fdcd5a0-d96d-4224-8c5c-2f55d638627f" providerId="ADAL" clId="{F65EDA77-473D-45C7-9CC9-FF143A1C9C2A}" dt="2023-05-04T00:40:44.442" v="491" actId="113"/>
          <ac:graphicFrameMkLst>
            <pc:docMk/>
            <pc:sldMk cId="342082798" sldId="333"/>
            <ac:graphicFrameMk id="11" creationId="{175B64FD-5A96-1AB9-9BA6-D84391D87E60}"/>
          </ac:graphicFrameMkLst>
        </pc:graphicFrameChg>
        <pc:picChg chg="del">
          <ac:chgData name="Urena Alvarez, Alejandra" userId="6fdcd5a0-d96d-4224-8c5c-2f55d638627f" providerId="ADAL" clId="{F65EDA77-473D-45C7-9CC9-FF143A1C9C2A}" dt="2023-05-03T17:50:21.412" v="66" actId="478"/>
          <ac:picMkLst>
            <pc:docMk/>
            <pc:sldMk cId="342082798" sldId="333"/>
            <ac:picMk id="5" creationId="{F01E1C30-7F9E-4004-9259-988F6EEDB3B8}"/>
          </ac:picMkLst>
        </pc:picChg>
      </pc:sldChg>
    </pc:docChg>
  </pc:docChgLst>
  <pc:docChgLst>
    <pc:chgData name="Gomez Cervantes, Bryan" userId="477b6bce-93b3-49c4-af45-71cdf43b98cb" providerId="ADAL" clId="{578FBDA0-3CAF-4A03-9DCA-E58F8A8FC594}"/>
    <pc:docChg chg="undo custSel modSld">
      <pc:chgData name="Gomez Cervantes, Bryan" userId="477b6bce-93b3-49c4-af45-71cdf43b98cb" providerId="ADAL" clId="{578FBDA0-3CAF-4A03-9DCA-E58F8A8FC594}" dt="2023-06-28T20:46:30.859" v="999" actId="20577"/>
      <pc:docMkLst>
        <pc:docMk/>
      </pc:docMkLst>
      <pc:sldChg chg="modSp mod">
        <pc:chgData name="Gomez Cervantes, Bryan" userId="477b6bce-93b3-49c4-af45-71cdf43b98cb" providerId="ADAL" clId="{578FBDA0-3CAF-4A03-9DCA-E58F8A8FC594}" dt="2023-06-13T00:13:36.348" v="1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578FBDA0-3CAF-4A03-9DCA-E58F8A8FC594}" dt="2023-06-13T00:13:36.348" v="1" actId="20577"/>
          <ac:spMkLst>
            <pc:docMk/>
            <pc:sldMk cId="3102934450" sldId="262"/>
            <ac:spMk id="5" creationId="{679F4BE2-8E4A-4003-B816-9E34781F7E88}"/>
          </ac:spMkLst>
        </pc:spChg>
      </pc:sldChg>
      <pc:sldChg chg="addSp delSp modSp mod">
        <pc:chgData name="Gomez Cervantes, Bryan" userId="477b6bce-93b3-49c4-af45-71cdf43b98cb" providerId="ADAL" clId="{578FBDA0-3CAF-4A03-9DCA-E58F8A8FC594}" dt="2023-06-26T21:42:13.050" v="828" actId="20577"/>
        <pc:sldMkLst>
          <pc:docMk/>
          <pc:sldMk cId="1575018292" sldId="330"/>
        </pc:sldMkLst>
        <pc:spChg chg="mod">
          <ac:chgData name="Gomez Cervantes, Bryan" userId="477b6bce-93b3-49c4-af45-71cdf43b98cb" providerId="ADAL" clId="{578FBDA0-3CAF-4A03-9DCA-E58F8A8FC594}" dt="2023-06-13T00:13:40.584" v="3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578FBDA0-3CAF-4A03-9DCA-E58F8A8FC594}" dt="2023-06-26T21:42:13.050" v="828" actId="20577"/>
          <ac:spMkLst>
            <pc:docMk/>
            <pc:sldMk cId="1575018292" sldId="330"/>
            <ac:spMk id="3" creationId="{7F9D172B-6BEB-428D-83F7-E598387A9726}"/>
          </ac:spMkLst>
        </pc:spChg>
        <pc:picChg chg="add mod">
          <ac:chgData name="Gomez Cervantes, Bryan" userId="477b6bce-93b3-49c4-af45-71cdf43b98cb" providerId="ADAL" clId="{578FBDA0-3CAF-4A03-9DCA-E58F8A8FC594}" dt="2023-06-26T20:32:16.496" v="792" actId="1076"/>
          <ac:picMkLst>
            <pc:docMk/>
            <pc:sldMk cId="1575018292" sldId="330"/>
            <ac:picMk id="5" creationId="{B8FD5394-C13A-68F7-27CD-D06A187F7747}"/>
          </ac:picMkLst>
        </pc:picChg>
        <pc:picChg chg="del">
          <ac:chgData name="Gomez Cervantes, Bryan" userId="477b6bce-93b3-49c4-af45-71cdf43b98cb" providerId="ADAL" clId="{578FBDA0-3CAF-4A03-9DCA-E58F8A8FC594}" dt="2023-06-26T20:32:21.687" v="793" actId="478"/>
          <ac:picMkLst>
            <pc:docMk/>
            <pc:sldMk cId="1575018292" sldId="330"/>
            <ac:picMk id="6" creationId="{A55E7E66-78E5-6589-A0CC-1C0C36C386ED}"/>
          </ac:picMkLst>
        </pc:picChg>
        <pc:picChg chg="add mod">
          <ac:chgData name="Gomez Cervantes, Bryan" userId="477b6bce-93b3-49c4-af45-71cdf43b98cb" providerId="ADAL" clId="{578FBDA0-3CAF-4A03-9DCA-E58F8A8FC594}" dt="2023-06-26T20:59:33.295" v="796" actId="1076"/>
          <ac:picMkLst>
            <pc:docMk/>
            <pc:sldMk cId="1575018292" sldId="330"/>
            <ac:picMk id="8" creationId="{A2363759-3C43-C830-D4B9-55615E196DB4}"/>
          </ac:picMkLst>
        </pc:picChg>
        <pc:picChg chg="del">
          <ac:chgData name="Gomez Cervantes, Bryan" userId="477b6bce-93b3-49c4-af45-71cdf43b98cb" providerId="ADAL" clId="{578FBDA0-3CAF-4A03-9DCA-E58F8A8FC594}" dt="2023-06-26T20:32:02.204" v="786" actId="478"/>
          <ac:picMkLst>
            <pc:docMk/>
            <pc:sldMk cId="1575018292" sldId="330"/>
            <ac:picMk id="9" creationId="{B101681B-E0B5-B058-15C6-5A380810B925}"/>
          </ac:picMkLst>
        </pc:picChg>
      </pc:sldChg>
      <pc:sldChg chg="modSp mod">
        <pc:chgData name="Gomez Cervantes, Bryan" userId="477b6bce-93b3-49c4-af45-71cdf43b98cb" providerId="ADAL" clId="{578FBDA0-3CAF-4A03-9DCA-E58F8A8FC594}" dt="2023-06-28T16:39:52.492" v="839"/>
        <pc:sldMkLst>
          <pc:docMk/>
          <pc:sldMk cId="342082798" sldId="333"/>
        </pc:sldMkLst>
        <pc:graphicFrameChg chg="mod modGraphic">
          <ac:chgData name="Gomez Cervantes, Bryan" userId="477b6bce-93b3-49c4-af45-71cdf43b98cb" providerId="ADAL" clId="{578FBDA0-3CAF-4A03-9DCA-E58F8A8FC594}" dt="2023-06-28T16:39:52.492" v="839"/>
          <ac:graphicFrameMkLst>
            <pc:docMk/>
            <pc:sldMk cId="342082798" sldId="333"/>
            <ac:graphicFrameMk id="4" creationId="{E2FCAAC2-67DF-61FD-14BC-717F74569EEA}"/>
          </ac:graphicFrameMkLst>
        </pc:graphicFrameChg>
        <pc:graphicFrameChg chg="modGraphic">
          <ac:chgData name="Gomez Cervantes, Bryan" userId="477b6bce-93b3-49c4-af45-71cdf43b98cb" providerId="ADAL" clId="{578FBDA0-3CAF-4A03-9DCA-E58F8A8FC594}" dt="2023-06-28T15:03:43.626" v="835" actId="20577"/>
          <ac:graphicFrameMkLst>
            <pc:docMk/>
            <pc:sldMk cId="342082798" sldId="333"/>
            <ac:graphicFrameMk id="11" creationId="{175B64FD-5A96-1AB9-9BA6-D84391D87E60}"/>
          </ac:graphicFrameMkLst>
        </pc:graphicFrameChg>
      </pc:sldChg>
      <pc:sldChg chg="addSp delSp modSp mod">
        <pc:chgData name="Gomez Cervantes, Bryan" userId="477b6bce-93b3-49c4-af45-71cdf43b98cb" providerId="ADAL" clId="{578FBDA0-3CAF-4A03-9DCA-E58F8A8FC594}" dt="2023-06-28T20:46:30.859" v="999" actId="20577"/>
        <pc:sldMkLst>
          <pc:docMk/>
          <pc:sldMk cId="3260153771" sldId="334"/>
        </pc:sldMkLst>
        <pc:spChg chg="mod">
          <ac:chgData name="Gomez Cervantes, Bryan" userId="477b6bce-93b3-49c4-af45-71cdf43b98cb" providerId="ADAL" clId="{578FBDA0-3CAF-4A03-9DCA-E58F8A8FC594}" dt="2023-06-20T00:23:07.377" v="306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578FBDA0-3CAF-4A03-9DCA-E58F8A8FC594}" dt="2023-06-28T20:46:30.859" v="999" actId="20577"/>
          <ac:spMkLst>
            <pc:docMk/>
            <pc:sldMk cId="3260153771" sldId="334"/>
            <ac:spMk id="3" creationId="{7F9D172B-6BEB-428D-83F7-E598387A9726}"/>
          </ac:spMkLst>
        </pc:spChg>
        <pc:picChg chg="add mod">
          <ac:chgData name="Gomez Cervantes, Bryan" userId="477b6bce-93b3-49c4-af45-71cdf43b98cb" providerId="ADAL" clId="{578FBDA0-3CAF-4A03-9DCA-E58F8A8FC594}" dt="2023-06-26T21:48:20.993" v="829" actId="14100"/>
          <ac:picMkLst>
            <pc:docMk/>
            <pc:sldMk cId="3260153771" sldId="334"/>
            <ac:picMk id="5" creationId="{66054FBA-3ABD-1919-2F8F-B2BB1F90BE1A}"/>
          </ac:picMkLst>
        </pc:picChg>
        <pc:picChg chg="del">
          <ac:chgData name="Gomez Cervantes, Bryan" userId="477b6bce-93b3-49c4-af45-71cdf43b98cb" providerId="ADAL" clId="{578FBDA0-3CAF-4A03-9DCA-E58F8A8FC594}" dt="2023-06-26T21:00:51.119" v="802" actId="478"/>
          <ac:picMkLst>
            <pc:docMk/>
            <pc:sldMk cId="3260153771" sldId="334"/>
            <ac:picMk id="6" creationId="{9C4DE783-E866-387A-4C78-4A48006D0A79}"/>
          </ac:picMkLst>
        </pc:picChg>
        <pc:picChg chg="add mod">
          <ac:chgData name="Gomez Cervantes, Bryan" userId="477b6bce-93b3-49c4-af45-71cdf43b98cb" providerId="ADAL" clId="{578FBDA0-3CAF-4A03-9DCA-E58F8A8FC594}" dt="2023-06-26T21:01:42.970" v="809" actId="1076"/>
          <ac:picMkLst>
            <pc:docMk/>
            <pc:sldMk cId="3260153771" sldId="334"/>
            <ac:picMk id="8" creationId="{C23EA41C-0B11-4DDF-8F88-55B4B1059053}"/>
          </ac:picMkLst>
        </pc:picChg>
        <pc:picChg chg="del">
          <ac:chgData name="Gomez Cervantes, Bryan" userId="477b6bce-93b3-49c4-af45-71cdf43b98cb" providerId="ADAL" clId="{578FBDA0-3CAF-4A03-9DCA-E58F8A8FC594}" dt="2023-06-26T21:00:43.762" v="797" actId="478"/>
          <ac:picMkLst>
            <pc:docMk/>
            <pc:sldMk cId="3260153771" sldId="334"/>
            <ac:picMk id="10" creationId="{77826651-5C0F-2F66-51A6-1E2C307FE073}"/>
          </ac:picMkLst>
        </pc:picChg>
      </pc:sldChg>
    </pc:docChg>
  </pc:docChgLst>
  <pc:docChgLst>
    <pc:chgData name="Gomez Cervantes, Bryan" userId="477b6bce-93b3-49c4-af45-71cdf43b98cb" providerId="ADAL" clId="{79CDB5F6-A4B1-4D50-8028-55A61270BFF6}"/>
    <pc:docChg chg="undo redo custSel addSld delSld modSld sldOrd">
      <pc:chgData name="Gomez Cervantes, Bryan" userId="477b6bce-93b3-49c4-af45-71cdf43b98cb" providerId="ADAL" clId="{79CDB5F6-A4B1-4D50-8028-55A61270BFF6}" dt="2023-09-05T20:05:41.071" v="1421" actId="20577"/>
      <pc:docMkLst>
        <pc:docMk/>
      </pc:docMkLst>
      <pc:sldChg chg="modSp mod">
        <pc:chgData name="Gomez Cervantes, Bryan" userId="477b6bce-93b3-49c4-af45-71cdf43b98cb" providerId="ADAL" clId="{79CDB5F6-A4B1-4D50-8028-55A61270BFF6}" dt="2023-09-05T20:05:41.071" v="1421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79CDB5F6-A4B1-4D50-8028-55A61270BFF6}" dt="2023-09-05T20:05:41.071" v="1421" actId="20577"/>
          <ac:spMkLst>
            <pc:docMk/>
            <pc:sldMk cId="3102934450" sldId="262"/>
            <ac:spMk id="5" creationId="{679F4BE2-8E4A-4003-B816-9E34781F7E88}"/>
          </ac:spMkLst>
        </pc:spChg>
        <pc:spChg chg="mod">
          <ac:chgData name="Gomez Cervantes, Bryan" userId="477b6bce-93b3-49c4-af45-71cdf43b98cb" providerId="ADAL" clId="{79CDB5F6-A4B1-4D50-8028-55A61270BFF6}" dt="2023-07-18T23:03:34.551" v="14" actId="20577"/>
          <ac:spMkLst>
            <pc:docMk/>
            <pc:sldMk cId="3102934450" sldId="262"/>
            <ac:spMk id="9" creationId="{ABEAF9F9-E88D-44A4-A1B6-BAA2E532B65E}"/>
          </ac:spMkLst>
        </pc:spChg>
      </pc:sldChg>
      <pc:sldChg chg="del">
        <pc:chgData name="Gomez Cervantes, Bryan" userId="477b6bce-93b3-49c4-af45-71cdf43b98cb" providerId="ADAL" clId="{79CDB5F6-A4B1-4D50-8028-55A61270BFF6}" dt="2023-07-19T15:31:59.506" v="1237" actId="47"/>
        <pc:sldMkLst>
          <pc:docMk/>
          <pc:sldMk cId="1575018292" sldId="330"/>
        </pc:sldMkLst>
      </pc:sldChg>
      <pc:sldChg chg="modSp del mod">
        <pc:chgData name="Gomez Cervantes, Bryan" userId="477b6bce-93b3-49c4-af45-71cdf43b98cb" providerId="ADAL" clId="{79CDB5F6-A4B1-4D50-8028-55A61270BFF6}" dt="2023-07-19T15:32:00.517" v="1238" actId="47"/>
        <pc:sldMkLst>
          <pc:docMk/>
          <pc:sldMk cId="342082798" sldId="333"/>
        </pc:sldMkLst>
        <pc:graphicFrameChg chg="mod modGraphic">
          <ac:chgData name="Gomez Cervantes, Bryan" userId="477b6bce-93b3-49c4-af45-71cdf43b98cb" providerId="ADAL" clId="{79CDB5F6-A4B1-4D50-8028-55A61270BFF6}" dt="2023-07-19T00:55:42.275" v="310" actId="14100"/>
          <ac:graphicFrameMkLst>
            <pc:docMk/>
            <pc:sldMk cId="342082798" sldId="333"/>
            <ac:graphicFrameMk id="4" creationId="{E2FCAAC2-67DF-61FD-14BC-717F74569EEA}"/>
          </ac:graphicFrameMkLst>
        </pc:graphicFrameChg>
      </pc:sldChg>
      <pc:sldChg chg="del">
        <pc:chgData name="Gomez Cervantes, Bryan" userId="477b6bce-93b3-49c4-af45-71cdf43b98cb" providerId="ADAL" clId="{79CDB5F6-A4B1-4D50-8028-55A61270BFF6}" dt="2023-07-19T00:19:58.713" v="270" actId="47"/>
        <pc:sldMkLst>
          <pc:docMk/>
          <pc:sldMk cId="3260153771" sldId="334"/>
        </pc:sldMkLst>
      </pc:sldChg>
      <pc:sldChg chg="modSp new mod ord">
        <pc:chgData name="Gomez Cervantes, Bryan" userId="477b6bce-93b3-49c4-af45-71cdf43b98cb" providerId="ADAL" clId="{79CDB5F6-A4B1-4D50-8028-55A61270BFF6}" dt="2023-07-19T00:09:47.290" v="254" actId="20577"/>
        <pc:sldMkLst>
          <pc:docMk/>
          <pc:sldMk cId="1932106031" sldId="335"/>
        </pc:sldMkLst>
        <pc:spChg chg="mod">
          <ac:chgData name="Gomez Cervantes, Bryan" userId="477b6bce-93b3-49c4-af45-71cdf43b98cb" providerId="ADAL" clId="{79CDB5F6-A4B1-4D50-8028-55A61270BFF6}" dt="2023-07-18T23:04:05.879" v="38" actId="20577"/>
          <ac:spMkLst>
            <pc:docMk/>
            <pc:sldMk cId="1932106031" sldId="335"/>
            <ac:spMk id="2" creationId="{B534E5A6-E402-A971-4BAA-AD7C484097F1}"/>
          </ac:spMkLst>
        </pc:spChg>
        <pc:spChg chg="mod">
          <ac:chgData name="Gomez Cervantes, Bryan" userId="477b6bce-93b3-49c4-af45-71cdf43b98cb" providerId="ADAL" clId="{79CDB5F6-A4B1-4D50-8028-55A61270BFF6}" dt="2023-07-19T00:09:47.290" v="254" actId="20577"/>
          <ac:spMkLst>
            <pc:docMk/>
            <pc:sldMk cId="1932106031" sldId="335"/>
            <ac:spMk id="3" creationId="{36C5F977-AF7D-D8E1-8FBB-48C58AA2E0EE}"/>
          </ac:spMkLst>
        </pc:spChg>
      </pc:sldChg>
      <pc:sldChg chg="new del">
        <pc:chgData name="Gomez Cervantes, Bryan" userId="477b6bce-93b3-49c4-af45-71cdf43b98cb" providerId="ADAL" clId="{79CDB5F6-A4B1-4D50-8028-55A61270BFF6}" dt="2023-07-18T23:03:57.632" v="29" actId="47"/>
        <pc:sldMkLst>
          <pc:docMk/>
          <pc:sldMk cId="2423433073" sldId="335"/>
        </pc:sldMkLst>
      </pc:sldChg>
      <pc:sldChg chg="modSp new mod">
        <pc:chgData name="Gomez Cervantes, Bryan" userId="477b6bce-93b3-49c4-af45-71cdf43b98cb" providerId="ADAL" clId="{79CDB5F6-A4B1-4D50-8028-55A61270BFF6}" dt="2023-07-19T00:00:40.318" v="230" actId="20577"/>
        <pc:sldMkLst>
          <pc:docMk/>
          <pc:sldMk cId="1492837315" sldId="336"/>
        </pc:sldMkLst>
        <pc:spChg chg="mod">
          <ac:chgData name="Gomez Cervantes, Bryan" userId="477b6bce-93b3-49c4-af45-71cdf43b98cb" providerId="ADAL" clId="{79CDB5F6-A4B1-4D50-8028-55A61270BFF6}" dt="2023-07-18T23:45:50.551" v="185" actId="20577"/>
          <ac:spMkLst>
            <pc:docMk/>
            <pc:sldMk cId="1492837315" sldId="336"/>
            <ac:spMk id="2" creationId="{7444AA3A-AD18-E7B9-E8E9-663D0CB34EE0}"/>
          </ac:spMkLst>
        </pc:spChg>
        <pc:spChg chg="mod">
          <ac:chgData name="Gomez Cervantes, Bryan" userId="477b6bce-93b3-49c4-af45-71cdf43b98cb" providerId="ADAL" clId="{79CDB5F6-A4B1-4D50-8028-55A61270BFF6}" dt="2023-07-19T00:00:40.318" v="230" actId="20577"/>
          <ac:spMkLst>
            <pc:docMk/>
            <pc:sldMk cId="1492837315" sldId="336"/>
            <ac:spMk id="3" creationId="{7A9681A8-33AB-A4CF-7001-AA86CFE773D5}"/>
          </ac:spMkLst>
        </pc:spChg>
      </pc:sldChg>
      <pc:sldChg chg="addSp delSp modSp new mod modClrScheme chgLayout">
        <pc:chgData name="Gomez Cervantes, Bryan" userId="477b6bce-93b3-49c4-af45-71cdf43b98cb" providerId="ADAL" clId="{79CDB5F6-A4B1-4D50-8028-55A61270BFF6}" dt="2023-07-19T00:18:59.774" v="268" actId="1076"/>
        <pc:sldMkLst>
          <pc:docMk/>
          <pc:sldMk cId="2760484203" sldId="337"/>
        </pc:sldMkLst>
        <pc:spChg chg="mod ord">
          <ac:chgData name="Gomez Cervantes, Bryan" userId="477b6bce-93b3-49c4-af45-71cdf43b98cb" providerId="ADAL" clId="{79CDB5F6-A4B1-4D50-8028-55A61270BFF6}" dt="2023-07-19T00:18:15.372" v="261" actId="26606"/>
          <ac:spMkLst>
            <pc:docMk/>
            <pc:sldMk cId="2760484203" sldId="337"/>
            <ac:spMk id="2" creationId="{1B9A17AD-E4CF-38D1-5C80-606AF2D44021}"/>
          </ac:spMkLst>
        </pc:spChg>
        <pc:spChg chg="del">
          <ac:chgData name="Gomez Cervantes, Bryan" userId="477b6bce-93b3-49c4-af45-71cdf43b98cb" providerId="ADAL" clId="{79CDB5F6-A4B1-4D50-8028-55A61270BFF6}" dt="2023-07-19T00:17:10.941" v="255"/>
          <ac:spMkLst>
            <pc:docMk/>
            <pc:sldMk cId="2760484203" sldId="337"/>
            <ac:spMk id="3" creationId="{94BDAC32-4DBB-6ABF-404D-A5D3663589A9}"/>
          </ac:spMkLst>
        </pc:spChg>
        <pc:spChg chg="add del mod">
          <ac:chgData name="Gomez Cervantes, Bryan" userId="477b6bce-93b3-49c4-af45-71cdf43b98cb" providerId="ADAL" clId="{79CDB5F6-A4B1-4D50-8028-55A61270BFF6}" dt="2023-07-19T00:18:00.695" v="257" actId="22"/>
          <ac:spMkLst>
            <pc:docMk/>
            <pc:sldMk cId="2760484203" sldId="337"/>
            <ac:spMk id="4" creationId="{07149F60-521A-871E-38C8-38006826A1C9}"/>
          </ac:spMkLst>
        </pc:spChg>
        <pc:spChg chg="add del mod">
          <ac:chgData name="Gomez Cervantes, Bryan" userId="477b6bce-93b3-49c4-af45-71cdf43b98cb" providerId="ADAL" clId="{79CDB5F6-A4B1-4D50-8028-55A61270BFF6}" dt="2023-07-19T00:18:42.952" v="263" actId="22"/>
          <ac:spMkLst>
            <pc:docMk/>
            <pc:sldMk cId="2760484203" sldId="337"/>
            <ac:spMk id="8" creationId="{5AD85ED4-CB14-D5C7-9CC9-70562338627D}"/>
          </ac:spMkLst>
        </pc:spChg>
        <pc:picChg chg="add del mod ord">
          <ac:chgData name="Gomez Cervantes, Bryan" userId="477b6bce-93b3-49c4-af45-71cdf43b98cb" providerId="ADAL" clId="{79CDB5F6-A4B1-4D50-8028-55A61270BFF6}" dt="2023-07-19T00:18:41.270" v="262" actId="478"/>
          <ac:picMkLst>
            <pc:docMk/>
            <pc:sldMk cId="2760484203" sldId="337"/>
            <ac:picMk id="6" creationId="{957FD74C-FCCC-2313-613F-66C373C9E933}"/>
          </ac:picMkLst>
        </pc:picChg>
        <pc:picChg chg="add mod ord">
          <ac:chgData name="Gomez Cervantes, Bryan" userId="477b6bce-93b3-49c4-af45-71cdf43b98cb" providerId="ADAL" clId="{79CDB5F6-A4B1-4D50-8028-55A61270BFF6}" dt="2023-07-19T00:18:59.774" v="268" actId="1076"/>
          <ac:picMkLst>
            <pc:docMk/>
            <pc:sldMk cId="2760484203" sldId="337"/>
            <ac:picMk id="10" creationId="{8654C30B-79A0-AB6C-DB06-75990652F788}"/>
          </ac:picMkLst>
        </pc:picChg>
        <pc:picChg chg="add del mod">
          <ac:chgData name="Gomez Cervantes, Bryan" userId="477b6bce-93b3-49c4-af45-71cdf43b98cb" providerId="ADAL" clId="{79CDB5F6-A4B1-4D50-8028-55A61270BFF6}" dt="2023-07-19T00:17:43.539" v="256" actId="478"/>
          <ac:picMkLst>
            <pc:docMk/>
            <pc:sldMk cId="2760484203" sldId="337"/>
            <ac:picMk id="1026" creationId="{ABCC890D-92C4-AA0F-B27C-70C05536DF1D}"/>
          </ac:picMkLst>
        </pc:picChg>
      </pc:sldChg>
      <pc:sldChg chg="addSp delSp modSp new mod">
        <pc:chgData name="Gomez Cervantes, Bryan" userId="477b6bce-93b3-49c4-af45-71cdf43b98cb" providerId="ADAL" clId="{79CDB5F6-A4B1-4D50-8028-55A61270BFF6}" dt="2023-07-19T00:20:36.087" v="294" actId="1076"/>
        <pc:sldMkLst>
          <pc:docMk/>
          <pc:sldMk cId="336860621" sldId="338"/>
        </pc:sldMkLst>
        <pc:spChg chg="mod">
          <ac:chgData name="Gomez Cervantes, Bryan" userId="477b6bce-93b3-49c4-af45-71cdf43b98cb" providerId="ADAL" clId="{79CDB5F6-A4B1-4D50-8028-55A61270BFF6}" dt="2023-07-19T00:20:30.899" v="292" actId="26606"/>
          <ac:spMkLst>
            <pc:docMk/>
            <pc:sldMk cId="336860621" sldId="338"/>
            <ac:spMk id="2" creationId="{C2459AEC-F252-D3E2-DAED-F4EBF93E4652}"/>
          </ac:spMkLst>
        </pc:spChg>
        <pc:spChg chg="del">
          <ac:chgData name="Gomez Cervantes, Bryan" userId="477b6bce-93b3-49c4-af45-71cdf43b98cb" providerId="ADAL" clId="{79CDB5F6-A4B1-4D50-8028-55A61270BFF6}" dt="2023-07-19T00:20:22.942" v="291"/>
          <ac:spMkLst>
            <pc:docMk/>
            <pc:sldMk cId="336860621" sldId="338"/>
            <ac:spMk id="3" creationId="{BB4A1544-FD12-C904-E77B-7A36EE4F100F}"/>
          </ac:spMkLst>
        </pc:spChg>
        <pc:picChg chg="add mod">
          <ac:chgData name="Gomez Cervantes, Bryan" userId="477b6bce-93b3-49c4-af45-71cdf43b98cb" providerId="ADAL" clId="{79CDB5F6-A4B1-4D50-8028-55A61270BFF6}" dt="2023-07-19T00:20:36.087" v="294" actId="1076"/>
          <ac:picMkLst>
            <pc:docMk/>
            <pc:sldMk cId="336860621" sldId="338"/>
            <ac:picMk id="2050" creationId="{BB3DCC9E-9193-17DF-014B-332C72E0F5CF}"/>
          </ac:picMkLst>
        </pc:picChg>
      </pc:sldChg>
      <pc:sldChg chg="addSp delSp modSp add mod">
        <pc:chgData name="Gomez Cervantes, Bryan" userId="477b6bce-93b3-49c4-af45-71cdf43b98cb" providerId="ADAL" clId="{79CDB5F6-A4B1-4D50-8028-55A61270BFF6}" dt="2023-07-19T00:54:18.337" v="302" actId="962"/>
        <pc:sldMkLst>
          <pc:docMk/>
          <pc:sldMk cId="1682408131" sldId="339"/>
        </pc:sldMkLst>
        <pc:spChg chg="add del mod">
          <ac:chgData name="Gomez Cervantes, Bryan" userId="477b6bce-93b3-49c4-af45-71cdf43b98cb" providerId="ADAL" clId="{79CDB5F6-A4B1-4D50-8028-55A61270BFF6}" dt="2023-07-19T00:54:10.388" v="299" actId="22"/>
          <ac:spMkLst>
            <pc:docMk/>
            <pc:sldMk cId="1682408131" sldId="339"/>
            <ac:spMk id="4" creationId="{D20B24A8-A29B-8C97-3133-A5C04B78C783}"/>
          </ac:spMkLst>
        </pc:spChg>
        <pc:picChg chg="add mod ord">
          <ac:chgData name="Gomez Cervantes, Bryan" userId="477b6bce-93b3-49c4-af45-71cdf43b98cb" providerId="ADAL" clId="{79CDB5F6-A4B1-4D50-8028-55A61270BFF6}" dt="2023-07-19T00:54:18.337" v="302" actId="962"/>
          <ac:picMkLst>
            <pc:docMk/>
            <pc:sldMk cId="1682408131" sldId="339"/>
            <ac:picMk id="6" creationId="{6F5BF160-6C0B-AD88-8C0E-2C8F36D3BF8D}"/>
          </ac:picMkLst>
        </pc:picChg>
        <pc:picChg chg="del">
          <ac:chgData name="Gomez Cervantes, Bryan" userId="477b6bce-93b3-49c4-af45-71cdf43b98cb" providerId="ADAL" clId="{79CDB5F6-A4B1-4D50-8028-55A61270BFF6}" dt="2023-07-19T00:53:41.424" v="298" actId="478"/>
          <ac:picMkLst>
            <pc:docMk/>
            <pc:sldMk cId="1682408131" sldId="339"/>
            <ac:picMk id="2050" creationId="{BB3DCC9E-9193-17DF-014B-332C72E0F5CF}"/>
          </ac:picMkLst>
        </pc:picChg>
      </pc:sldChg>
      <pc:sldChg chg="new del">
        <pc:chgData name="Gomez Cervantes, Bryan" userId="477b6bce-93b3-49c4-af45-71cdf43b98cb" providerId="ADAL" clId="{79CDB5F6-A4B1-4D50-8028-55A61270BFF6}" dt="2023-07-19T00:53:35.558" v="296" actId="47"/>
        <pc:sldMkLst>
          <pc:docMk/>
          <pc:sldMk cId="3665051823" sldId="339"/>
        </pc:sldMkLst>
      </pc:sldChg>
      <pc:sldChg chg="addSp delSp modSp new mod">
        <pc:chgData name="Gomez Cervantes, Bryan" userId="477b6bce-93b3-49c4-af45-71cdf43b98cb" providerId="ADAL" clId="{79CDB5F6-A4B1-4D50-8028-55A61270BFF6}" dt="2023-07-19T02:44:41.827" v="665" actId="122"/>
        <pc:sldMkLst>
          <pc:docMk/>
          <pc:sldMk cId="756376085" sldId="340"/>
        </pc:sldMkLst>
        <pc:spChg chg="mod">
          <ac:chgData name="Gomez Cervantes, Bryan" userId="477b6bce-93b3-49c4-af45-71cdf43b98cb" providerId="ADAL" clId="{79CDB5F6-A4B1-4D50-8028-55A61270BFF6}" dt="2023-07-19T00:55:00.901" v="304"/>
          <ac:spMkLst>
            <pc:docMk/>
            <pc:sldMk cId="756376085" sldId="340"/>
            <ac:spMk id="2" creationId="{DFBD1CFD-718E-61EA-0605-86B40A549C53}"/>
          </ac:spMkLst>
        </pc:spChg>
        <pc:spChg chg="del mod">
          <ac:chgData name="Gomez Cervantes, Bryan" userId="477b6bce-93b3-49c4-af45-71cdf43b98cb" providerId="ADAL" clId="{79CDB5F6-A4B1-4D50-8028-55A61270BFF6}" dt="2023-07-19T01:07:22.871" v="438" actId="478"/>
          <ac:spMkLst>
            <pc:docMk/>
            <pc:sldMk cId="756376085" sldId="340"/>
            <ac:spMk id="3" creationId="{2F49205C-9A10-B05D-0AED-675C281897A2}"/>
          </ac:spMkLst>
        </pc:spChg>
        <pc:spChg chg="add del mod">
          <ac:chgData name="Gomez Cervantes, Bryan" userId="477b6bce-93b3-49c4-af45-71cdf43b98cb" providerId="ADAL" clId="{79CDB5F6-A4B1-4D50-8028-55A61270BFF6}" dt="2023-07-19T00:55:57.364" v="313" actId="478"/>
          <ac:spMkLst>
            <pc:docMk/>
            <pc:sldMk cId="756376085" sldId="340"/>
            <ac:spMk id="4" creationId="{2504681D-E95A-342C-8F03-67C4B597758B}"/>
          </ac:spMkLst>
        </pc:spChg>
        <pc:graphicFrameChg chg="add del mod">
          <ac:chgData name="Gomez Cervantes, Bryan" userId="477b6bce-93b3-49c4-af45-71cdf43b98cb" providerId="ADAL" clId="{79CDB5F6-A4B1-4D50-8028-55A61270BFF6}" dt="2023-07-19T00:55:55.659" v="312" actId="478"/>
          <ac:graphicFrameMkLst>
            <pc:docMk/>
            <pc:sldMk cId="756376085" sldId="340"/>
            <ac:graphicFrameMk id="5" creationId="{C0C40F01-DBFE-6394-183E-6BA99C06A17D}"/>
          </ac:graphicFrameMkLst>
        </pc:graphicFrameChg>
        <pc:graphicFrameChg chg="add mod modGraphic">
          <ac:chgData name="Gomez Cervantes, Bryan" userId="477b6bce-93b3-49c4-af45-71cdf43b98cb" providerId="ADAL" clId="{79CDB5F6-A4B1-4D50-8028-55A61270BFF6}" dt="2023-07-19T02:44:41.827" v="665" actId="122"/>
          <ac:graphicFrameMkLst>
            <pc:docMk/>
            <pc:sldMk cId="756376085" sldId="340"/>
            <ac:graphicFrameMk id="6" creationId="{969D88D9-DA42-4B15-DCEF-8D46C3A9AC1A}"/>
          </ac:graphicFrameMkLst>
        </pc:graphicFrameChg>
      </pc:sldChg>
      <pc:sldChg chg="addSp delSp modSp new mod">
        <pc:chgData name="Gomez Cervantes, Bryan" userId="477b6bce-93b3-49c4-af45-71cdf43b98cb" providerId="ADAL" clId="{79CDB5F6-A4B1-4D50-8028-55A61270BFF6}" dt="2023-07-19T02:45:39.748" v="684" actId="27614"/>
        <pc:sldMkLst>
          <pc:docMk/>
          <pc:sldMk cId="3963515243" sldId="341"/>
        </pc:sldMkLst>
        <pc:spChg chg="mod">
          <ac:chgData name="Gomez Cervantes, Bryan" userId="477b6bce-93b3-49c4-af45-71cdf43b98cb" providerId="ADAL" clId="{79CDB5F6-A4B1-4D50-8028-55A61270BFF6}" dt="2023-07-19T02:45:35.501" v="683" actId="26606"/>
          <ac:spMkLst>
            <pc:docMk/>
            <pc:sldMk cId="3963515243" sldId="341"/>
            <ac:spMk id="2" creationId="{615C34B9-53DE-7107-2948-F65E47C7A8D1}"/>
          </ac:spMkLst>
        </pc:spChg>
        <pc:spChg chg="del">
          <ac:chgData name="Gomez Cervantes, Bryan" userId="477b6bce-93b3-49c4-af45-71cdf43b98cb" providerId="ADAL" clId="{79CDB5F6-A4B1-4D50-8028-55A61270BFF6}" dt="2023-07-19T02:45:28.027" v="681" actId="22"/>
          <ac:spMkLst>
            <pc:docMk/>
            <pc:sldMk cId="3963515243" sldId="341"/>
            <ac:spMk id="3" creationId="{89AAC6FC-E4E7-E1BD-A604-48BF1E5408EC}"/>
          </ac:spMkLst>
        </pc:spChg>
        <pc:picChg chg="add mod ord">
          <ac:chgData name="Gomez Cervantes, Bryan" userId="477b6bce-93b3-49c4-af45-71cdf43b98cb" providerId="ADAL" clId="{79CDB5F6-A4B1-4D50-8028-55A61270BFF6}" dt="2023-07-19T02:45:39.748" v="684" actId="27614"/>
          <ac:picMkLst>
            <pc:docMk/>
            <pc:sldMk cId="3963515243" sldId="341"/>
            <ac:picMk id="5" creationId="{5A4D74AC-6F69-8758-270E-3FC76E68F1DD}"/>
          </ac:picMkLst>
        </pc:picChg>
      </pc:sldChg>
      <pc:sldChg chg="modSp new mod">
        <pc:chgData name="Gomez Cervantes, Bryan" userId="477b6bce-93b3-49c4-af45-71cdf43b98cb" providerId="ADAL" clId="{79CDB5F6-A4B1-4D50-8028-55A61270BFF6}" dt="2023-09-05T15:48:29.259" v="1419" actId="20577"/>
        <pc:sldMkLst>
          <pc:docMk/>
          <pc:sldMk cId="677580841" sldId="342"/>
        </pc:sldMkLst>
        <pc:spChg chg="mod">
          <ac:chgData name="Gomez Cervantes, Bryan" userId="477b6bce-93b3-49c4-af45-71cdf43b98cb" providerId="ADAL" clId="{79CDB5F6-A4B1-4D50-8028-55A61270BFF6}" dt="2023-07-19T02:46:44.015" v="695" actId="20577"/>
          <ac:spMkLst>
            <pc:docMk/>
            <pc:sldMk cId="677580841" sldId="342"/>
            <ac:spMk id="2" creationId="{72A7DD34-C62E-D7CA-9772-8FF034118EC6}"/>
          </ac:spMkLst>
        </pc:spChg>
        <pc:spChg chg="mod">
          <ac:chgData name="Gomez Cervantes, Bryan" userId="477b6bce-93b3-49c4-af45-71cdf43b98cb" providerId="ADAL" clId="{79CDB5F6-A4B1-4D50-8028-55A61270BFF6}" dt="2023-09-05T15:48:29.259" v="1419" actId="20577"/>
          <ac:spMkLst>
            <pc:docMk/>
            <pc:sldMk cId="677580841" sldId="342"/>
            <ac:spMk id="3" creationId="{221094E6-FE02-06CD-E94C-DBDA769357BD}"/>
          </ac:spMkLst>
        </pc:spChg>
      </pc:sldChg>
      <pc:sldChg chg="addSp delSp modSp add mod">
        <pc:chgData name="Gomez Cervantes, Bryan" userId="477b6bce-93b3-49c4-af45-71cdf43b98cb" providerId="ADAL" clId="{79CDB5F6-A4B1-4D50-8028-55A61270BFF6}" dt="2023-07-27T22:07:16.540" v="1247" actId="1076"/>
        <pc:sldMkLst>
          <pc:docMk/>
          <pc:sldMk cId="3439237573" sldId="343"/>
        </pc:sldMkLst>
        <pc:spChg chg="add del mod">
          <ac:chgData name="Gomez Cervantes, Bryan" userId="477b6bce-93b3-49c4-af45-71cdf43b98cb" providerId="ADAL" clId="{79CDB5F6-A4B1-4D50-8028-55A61270BFF6}" dt="2023-07-27T22:07:11.046" v="1245" actId="22"/>
          <ac:spMkLst>
            <pc:docMk/>
            <pc:sldMk cId="3439237573" sldId="343"/>
            <ac:spMk id="4" creationId="{FACCFB01-24DD-F2E5-2FF6-BF79DBA193F3}"/>
          </ac:spMkLst>
        </pc:spChg>
        <pc:picChg chg="del">
          <ac:chgData name="Gomez Cervantes, Bryan" userId="477b6bce-93b3-49c4-af45-71cdf43b98cb" providerId="ADAL" clId="{79CDB5F6-A4B1-4D50-8028-55A61270BFF6}" dt="2023-07-27T22:07:03.627" v="1240" actId="478"/>
          <ac:picMkLst>
            <pc:docMk/>
            <pc:sldMk cId="3439237573" sldId="343"/>
            <ac:picMk id="6" creationId="{6F5BF160-6C0B-AD88-8C0E-2C8F36D3BF8D}"/>
          </ac:picMkLst>
        </pc:picChg>
        <pc:picChg chg="add del mod">
          <ac:chgData name="Gomez Cervantes, Bryan" userId="477b6bce-93b3-49c4-af45-71cdf43b98cb" providerId="ADAL" clId="{79CDB5F6-A4B1-4D50-8028-55A61270BFF6}" dt="2023-07-27T22:07:09.989" v="1244" actId="22"/>
          <ac:picMkLst>
            <pc:docMk/>
            <pc:sldMk cId="3439237573" sldId="343"/>
            <ac:picMk id="7" creationId="{26E03E5F-D843-A251-BBDB-C6F196E98C76}"/>
          </ac:picMkLst>
        </pc:picChg>
        <pc:picChg chg="add mod ord">
          <ac:chgData name="Gomez Cervantes, Bryan" userId="477b6bce-93b3-49c4-af45-71cdf43b98cb" providerId="ADAL" clId="{79CDB5F6-A4B1-4D50-8028-55A61270BFF6}" dt="2023-07-27T22:07:16.540" v="1247" actId="1076"/>
          <ac:picMkLst>
            <pc:docMk/>
            <pc:sldMk cId="3439237573" sldId="343"/>
            <ac:picMk id="9" creationId="{B68492C5-F0DE-7A7F-679E-C1BF498F2547}"/>
          </ac:picMkLst>
        </pc:picChg>
      </pc:sldChg>
    </pc:docChg>
  </pc:docChgLst>
  <pc:docChgLst>
    <pc:chgData name="Gomez Cervantes, Bryan" userId="477b6bce-93b3-49c4-af45-71cdf43b98cb" providerId="ADAL" clId="{11B9311D-1A52-49AE-9FFE-AEB3519E4617}"/>
    <pc:docChg chg="undo custSel addSld delSld modSld">
      <pc:chgData name="Gomez Cervantes, Bryan" userId="477b6bce-93b3-49c4-af45-71cdf43b98cb" providerId="ADAL" clId="{11B9311D-1A52-49AE-9FFE-AEB3519E4617}" dt="2023-05-17T21:34:07.371" v="2708" actId="20577"/>
      <pc:docMkLst>
        <pc:docMk/>
      </pc:docMkLst>
      <pc:sldChg chg="modSp mod">
        <pc:chgData name="Gomez Cervantes, Bryan" userId="477b6bce-93b3-49c4-af45-71cdf43b98cb" providerId="ADAL" clId="{11B9311D-1A52-49AE-9FFE-AEB3519E4617}" dt="2023-05-17T21:34:07.371" v="2708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11B9311D-1A52-49AE-9FFE-AEB3519E4617}" dt="2023-05-10T15:03:27.681" v="18" actId="20577"/>
          <ac:spMkLst>
            <pc:docMk/>
            <pc:sldMk cId="3102934450" sldId="262"/>
            <ac:spMk id="5" creationId="{679F4BE2-8E4A-4003-B816-9E34781F7E88}"/>
          </ac:spMkLst>
        </pc:spChg>
        <pc:spChg chg="mod">
          <ac:chgData name="Gomez Cervantes, Bryan" userId="477b6bce-93b3-49c4-af45-71cdf43b98cb" providerId="ADAL" clId="{11B9311D-1A52-49AE-9FFE-AEB3519E4617}" dt="2023-05-17T21:34:07.371" v="2708" actId="20577"/>
          <ac:spMkLst>
            <pc:docMk/>
            <pc:sldMk cId="3102934450" sldId="262"/>
            <ac:spMk id="9" creationId="{ABEAF9F9-E88D-44A4-A1B6-BAA2E532B65E}"/>
          </ac:spMkLst>
        </pc:spChg>
      </pc:sldChg>
      <pc:sldChg chg="del">
        <pc:chgData name="Gomez Cervantes, Bryan" userId="477b6bce-93b3-49c4-af45-71cdf43b98cb" providerId="ADAL" clId="{11B9311D-1A52-49AE-9FFE-AEB3519E4617}" dt="2023-05-17T03:18:49.931" v="2406" actId="47"/>
        <pc:sldMkLst>
          <pc:docMk/>
          <pc:sldMk cId="1758287981" sldId="328"/>
        </pc:sldMkLst>
      </pc:sldChg>
      <pc:sldChg chg="addSp delSp modSp mod">
        <pc:chgData name="Gomez Cervantes, Bryan" userId="477b6bce-93b3-49c4-af45-71cdf43b98cb" providerId="ADAL" clId="{11B9311D-1A52-49AE-9FFE-AEB3519E4617}" dt="2023-05-17T17:17:21.837" v="2700" actId="14100"/>
        <pc:sldMkLst>
          <pc:docMk/>
          <pc:sldMk cId="1575018292" sldId="330"/>
        </pc:sldMkLst>
        <pc:spChg chg="mod">
          <ac:chgData name="Gomez Cervantes, Bryan" userId="477b6bce-93b3-49c4-af45-71cdf43b98cb" providerId="ADAL" clId="{11B9311D-1A52-49AE-9FFE-AEB3519E4617}" dt="2023-05-16T18:30:49.550" v="2387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11B9311D-1A52-49AE-9FFE-AEB3519E4617}" dt="2023-05-17T03:18:30.301" v="2403" actId="20577"/>
          <ac:spMkLst>
            <pc:docMk/>
            <pc:sldMk cId="1575018292" sldId="330"/>
            <ac:spMk id="3" creationId="{7F9D172B-6BEB-428D-83F7-E598387A9726}"/>
          </ac:spMkLst>
        </pc:spChg>
        <pc:spChg chg="del">
          <ac:chgData name="Gomez Cervantes, Bryan" userId="477b6bce-93b3-49c4-af45-71cdf43b98cb" providerId="ADAL" clId="{11B9311D-1A52-49AE-9FFE-AEB3519E4617}" dt="2023-05-17T16:50:57.899" v="2540" actId="478"/>
          <ac:spMkLst>
            <pc:docMk/>
            <pc:sldMk cId="1575018292" sldId="330"/>
            <ac:spMk id="4" creationId="{D88C67DD-C008-4EF5-8F32-2AC862B2A32E}"/>
          </ac:spMkLst>
        </pc:spChg>
        <pc:spChg chg="del">
          <ac:chgData name="Gomez Cervantes, Bryan" userId="477b6bce-93b3-49c4-af45-71cdf43b98cb" providerId="ADAL" clId="{11B9311D-1A52-49AE-9FFE-AEB3519E4617}" dt="2023-05-17T16:51:42.780" v="2595" actId="478"/>
          <ac:spMkLst>
            <pc:docMk/>
            <pc:sldMk cId="1575018292" sldId="330"/>
            <ac:spMk id="11" creationId="{F2B1115C-17AE-3734-F376-3BFA09DD7D46}"/>
          </ac:spMkLst>
        </pc:spChg>
        <pc:spChg chg="mod">
          <ac:chgData name="Gomez Cervantes, Bryan" userId="477b6bce-93b3-49c4-af45-71cdf43b98cb" providerId="ADAL" clId="{11B9311D-1A52-49AE-9FFE-AEB3519E4617}" dt="2023-05-17T16:51:33.516" v="2591" actId="20577"/>
          <ac:spMkLst>
            <pc:docMk/>
            <pc:sldMk cId="1575018292" sldId="330"/>
            <ac:spMk id="12" creationId="{93241B12-B86F-36D2-ED31-2078815EFC88}"/>
          </ac:spMkLst>
        </pc:spChg>
        <pc:spChg chg="mod">
          <ac:chgData name="Gomez Cervantes, Bryan" userId="477b6bce-93b3-49c4-af45-71cdf43b98cb" providerId="ADAL" clId="{11B9311D-1A52-49AE-9FFE-AEB3519E4617}" dt="2023-05-17T16:51:37.689" v="2592" actId="20577"/>
          <ac:spMkLst>
            <pc:docMk/>
            <pc:sldMk cId="1575018292" sldId="330"/>
            <ac:spMk id="17" creationId="{A234F219-6166-7D79-2E5E-137DC15F82A7}"/>
          </ac:spMkLst>
        </pc:spChg>
        <pc:picChg chg="add mod">
          <ac:chgData name="Gomez Cervantes, Bryan" userId="477b6bce-93b3-49c4-af45-71cdf43b98cb" providerId="ADAL" clId="{11B9311D-1A52-49AE-9FFE-AEB3519E4617}" dt="2023-05-17T16:55:06.637" v="2604" actId="14100"/>
          <ac:picMkLst>
            <pc:docMk/>
            <pc:sldMk cId="1575018292" sldId="330"/>
            <ac:picMk id="6" creationId="{EA21C4A5-B675-0A85-0083-8F1F308D4403}"/>
          </ac:picMkLst>
        </pc:picChg>
        <pc:picChg chg="del">
          <ac:chgData name="Gomez Cervantes, Bryan" userId="477b6bce-93b3-49c4-af45-71cdf43b98cb" providerId="ADAL" clId="{11B9311D-1A52-49AE-9FFE-AEB3519E4617}" dt="2023-05-17T16:50:53.738" v="2538" actId="478"/>
          <ac:picMkLst>
            <pc:docMk/>
            <pc:sldMk cId="1575018292" sldId="330"/>
            <ac:picMk id="8" creationId="{90F37D7A-377B-E6F5-E141-695CE17DE484}"/>
          </ac:picMkLst>
        </pc:picChg>
        <pc:picChg chg="add del mod">
          <ac:chgData name="Gomez Cervantes, Bryan" userId="477b6bce-93b3-49c4-af45-71cdf43b98cb" providerId="ADAL" clId="{11B9311D-1A52-49AE-9FFE-AEB3519E4617}" dt="2023-05-17T17:17:12.521" v="2696" actId="478"/>
          <ac:picMkLst>
            <pc:docMk/>
            <pc:sldMk cId="1575018292" sldId="330"/>
            <ac:picMk id="9" creationId="{3D4F8DA0-DE4B-6F90-0960-3157033EBCDF}"/>
          </ac:picMkLst>
        </pc:picChg>
        <pc:picChg chg="del">
          <ac:chgData name="Gomez Cervantes, Bryan" userId="477b6bce-93b3-49c4-af45-71cdf43b98cb" providerId="ADAL" clId="{11B9311D-1A52-49AE-9FFE-AEB3519E4617}" dt="2023-05-17T16:51:40.483" v="2593" actId="478"/>
          <ac:picMkLst>
            <pc:docMk/>
            <pc:sldMk cId="1575018292" sldId="330"/>
            <ac:picMk id="10" creationId="{D2B7AA78-E0D7-2B97-8AC4-3F1D0706067C}"/>
          </ac:picMkLst>
        </pc:picChg>
        <pc:picChg chg="del">
          <ac:chgData name="Gomez Cervantes, Bryan" userId="477b6bce-93b3-49c4-af45-71cdf43b98cb" providerId="ADAL" clId="{11B9311D-1A52-49AE-9FFE-AEB3519E4617}" dt="2023-05-17T16:51:40.971" v="2594" actId="478"/>
          <ac:picMkLst>
            <pc:docMk/>
            <pc:sldMk cId="1575018292" sldId="330"/>
            <ac:picMk id="14" creationId="{69803A7C-06B9-D14E-7359-099DDDEB03A3}"/>
          </ac:picMkLst>
        </pc:picChg>
        <pc:picChg chg="add mod">
          <ac:chgData name="Gomez Cervantes, Bryan" userId="477b6bce-93b3-49c4-af45-71cdf43b98cb" providerId="ADAL" clId="{11B9311D-1A52-49AE-9FFE-AEB3519E4617}" dt="2023-05-17T17:17:21.837" v="2700" actId="14100"/>
          <ac:picMkLst>
            <pc:docMk/>
            <pc:sldMk cId="1575018292" sldId="330"/>
            <ac:picMk id="15" creationId="{B9A5ED3B-19F7-25E5-E146-0E9C855477CA}"/>
          </ac:picMkLst>
        </pc:picChg>
        <pc:picChg chg="del">
          <ac:chgData name="Gomez Cervantes, Bryan" userId="477b6bce-93b3-49c4-af45-71cdf43b98cb" providerId="ADAL" clId="{11B9311D-1A52-49AE-9FFE-AEB3519E4617}" dt="2023-05-17T16:50:55.339" v="2539" actId="478"/>
          <ac:picMkLst>
            <pc:docMk/>
            <pc:sldMk cId="1575018292" sldId="330"/>
            <ac:picMk id="16" creationId="{295CC7FA-3340-35EF-EE71-C2E052541ECF}"/>
          </ac:picMkLst>
        </pc:picChg>
      </pc:sldChg>
      <pc:sldChg chg="del setBg">
        <pc:chgData name="Gomez Cervantes, Bryan" userId="477b6bce-93b3-49c4-af45-71cdf43b98cb" providerId="ADAL" clId="{11B9311D-1A52-49AE-9FFE-AEB3519E4617}" dt="2023-05-17T03:18:44.678" v="2405" actId="47"/>
        <pc:sldMkLst>
          <pc:docMk/>
          <pc:sldMk cId="1933942508" sldId="331"/>
        </pc:sldMkLst>
      </pc:sldChg>
      <pc:sldChg chg="delSp modSp mod">
        <pc:chgData name="Gomez Cervantes, Bryan" userId="477b6bce-93b3-49c4-af45-71cdf43b98cb" providerId="ADAL" clId="{11B9311D-1A52-49AE-9FFE-AEB3519E4617}" dt="2023-05-16T02:27:27.294" v="2346" actId="207"/>
        <pc:sldMkLst>
          <pc:docMk/>
          <pc:sldMk cId="342082798" sldId="333"/>
        </pc:sldMkLst>
        <pc:spChg chg="del">
          <ac:chgData name="Gomez Cervantes, Bryan" userId="477b6bce-93b3-49c4-af45-71cdf43b98cb" providerId="ADAL" clId="{11B9311D-1A52-49AE-9FFE-AEB3519E4617}" dt="2023-05-16T01:23:07.370" v="1641" actId="478"/>
          <ac:spMkLst>
            <pc:docMk/>
            <pc:sldMk cId="342082798" sldId="333"/>
            <ac:spMk id="9" creationId="{E5162EF8-EA98-C0DC-22D5-48D81B92089D}"/>
          </ac:spMkLst>
        </pc:spChg>
        <pc:spChg chg="mod">
          <ac:chgData name="Gomez Cervantes, Bryan" userId="477b6bce-93b3-49c4-af45-71cdf43b98cb" providerId="ADAL" clId="{11B9311D-1A52-49AE-9FFE-AEB3519E4617}" dt="2023-05-16T01:23:15.239" v="1643" actId="1076"/>
          <ac:spMkLst>
            <pc:docMk/>
            <pc:sldMk cId="342082798" sldId="333"/>
            <ac:spMk id="10" creationId="{B7F8305B-B2FD-39FC-7633-F53407765323}"/>
          </ac:spMkLst>
        </pc:spChg>
        <pc:graphicFrameChg chg="del">
          <ac:chgData name="Gomez Cervantes, Bryan" userId="477b6bce-93b3-49c4-af45-71cdf43b98cb" providerId="ADAL" clId="{11B9311D-1A52-49AE-9FFE-AEB3519E4617}" dt="2023-05-16T01:23:09.433" v="1642" actId="478"/>
          <ac:graphicFrameMkLst>
            <pc:docMk/>
            <pc:sldMk cId="342082798" sldId="333"/>
            <ac:graphicFrameMk id="6" creationId="{2AF3BCA8-B6FC-4C82-8B0D-F36A2D674A97}"/>
          </ac:graphicFrameMkLst>
        </pc:graphicFrameChg>
        <pc:graphicFrameChg chg="mod modGraphic">
          <ac:chgData name="Gomez Cervantes, Bryan" userId="477b6bce-93b3-49c4-af45-71cdf43b98cb" providerId="ADAL" clId="{11B9311D-1A52-49AE-9FFE-AEB3519E4617}" dt="2023-05-16T02:27:27.294" v="2346" actId="207"/>
          <ac:graphicFrameMkLst>
            <pc:docMk/>
            <pc:sldMk cId="342082798" sldId="333"/>
            <ac:graphicFrameMk id="11" creationId="{175B64FD-5A96-1AB9-9BA6-D84391D87E60}"/>
          </ac:graphicFrameMkLst>
        </pc:graphicFrameChg>
      </pc:sldChg>
      <pc:sldChg chg="addSp delSp modSp add mod">
        <pc:chgData name="Gomez Cervantes, Bryan" userId="477b6bce-93b3-49c4-af45-71cdf43b98cb" providerId="ADAL" clId="{11B9311D-1A52-49AE-9FFE-AEB3519E4617}" dt="2023-05-17T17:05:26.438" v="2695" actId="14100"/>
        <pc:sldMkLst>
          <pc:docMk/>
          <pc:sldMk cId="3260153771" sldId="334"/>
        </pc:sldMkLst>
        <pc:spChg chg="mod">
          <ac:chgData name="Gomez Cervantes, Bryan" userId="477b6bce-93b3-49c4-af45-71cdf43b98cb" providerId="ADAL" clId="{11B9311D-1A52-49AE-9FFE-AEB3519E4617}" dt="2023-05-17T03:19:03.514" v="2413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11B9311D-1A52-49AE-9FFE-AEB3519E4617}" dt="2023-05-17T03:21:51.603" v="2537" actId="20577"/>
          <ac:spMkLst>
            <pc:docMk/>
            <pc:sldMk cId="3260153771" sldId="334"/>
            <ac:spMk id="3" creationId="{7F9D172B-6BEB-428D-83F7-E598387A9726}"/>
          </ac:spMkLst>
        </pc:spChg>
        <pc:spChg chg="del">
          <ac:chgData name="Gomez Cervantes, Bryan" userId="477b6bce-93b3-49c4-af45-71cdf43b98cb" providerId="ADAL" clId="{11B9311D-1A52-49AE-9FFE-AEB3519E4617}" dt="2023-05-17T16:57:11.187" v="2616" actId="478"/>
          <ac:spMkLst>
            <pc:docMk/>
            <pc:sldMk cId="3260153771" sldId="334"/>
            <ac:spMk id="4" creationId="{D88C67DD-C008-4EF5-8F32-2AC862B2A32E}"/>
          </ac:spMkLst>
        </pc:spChg>
        <pc:spChg chg="del">
          <ac:chgData name="Gomez Cervantes, Bryan" userId="477b6bce-93b3-49c4-af45-71cdf43b98cb" providerId="ADAL" clId="{11B9311D-1A52-49AE-9FFE-AEB3519E4617}" dt="2023-05-17T16:59:24.541" v="2624" actId="478"/>
          <ac:spMkLst>
            <pc:docMk/>
            <pc:sldMk cId="3260153771" sldId="334"/>
            <ac:spMk id="11" creationId="{F2B1115C-17AE-3734-F376-3BFA09DD7D46}"/>
          </ac:spMkLst>
        </pc:spChg>
        <pc:spChg chg="add del mod">
          <ac:chgData name="Gomez Cervantes, Bryan" userId="477b6bce-93b3-49c4-af45-71cdf43b98cb" providerId="ADAL" clId="{11B9311D-1A52-49AE-9FFE-AEB3519E4617}" dt="2023-05-17T16:59:42.469" v="2681" actId="20577"/>
          <ac:spMkLst>
            <pc:docMk/>
            <pc:sldMk cId="3260153771" sldId="334"/>
            <ac:spMk id="12" creationId="{93241B12-B86F-36D2-ED31-2078815EFC88}"/>
          </ac:spMkLst>
        </pc:spChg>
        <pc:spChg chg="mod">
          <ac:chgData name="Gomez Cervantes, Bryan" userId="477b6bce-93b3-49c4-af45-71cdf43b98cb" providerId="ADAL" clId="{11B9311D-1A52-49AE-9FFE-AEB3519E4617}" dt="2023-05-17T16:59:33.542" v="2650" actId="20577"/>
          <ac:spMkLst>
            <pc:docMk/>
            <pc:sldMk cId="3260153771" sldId="334"/>
            <ac:spMk id="17" creationId="{A234F219-6166-7D79-2E5E-137DC15F82A7}"/>
          </ac:spMkLst>
        </pc:spChg>
        <pc:picChg chg="add mod">
          <ac:chgData name="Gomez Cervantes, Bryan" userId="477b6bce-93b3-49c4-af45-71cdf43b98cb" providerId="ADAL" clId="{11B9311D-1A52-49AE-9FFE-AEB3519E4617}" dt="2023-05-17T17:01:10.316" v="2686" actId="14100"/>
          <ac:picMkLst>
            <pc:docMk/>
            <pc:sldMk cId="3260153771" sldId="334"/>
            <ac:picMk id="6" creationId="{18DC320E-9516-6B92-AD7B-CAB91C00D91A}"/>
          </ac:picMkLst>
        </pc:picChg>
        <pc:picChg chg="del">
          <ac:chgData name="Gomez Cervantes, Bryan" userId="477b6bce-93b3-49c4-af45-71cdf43b98cb" providerId="ADAL" clId="{11B9311D-1A52-49AE-9FFE-AEB3519E4617}" dt="2023-05-17T16:57:08.225" v="2614" actId="478"/>
          <ac:picMkLst>
            <pc:docMk/>
            <pc:sldMk cId="3260153771" sldId="334"/>
            <ac:picMk id="8" creationId="{90F37D7A-377B-E6F5-E141-695CE17DE484}"/>
          </ac:picMkLst>
        </pc:picChg>
        <pc:picChg chg="add mod">
          <ac:chgData name="Gomez Cervantes, Bryan" userId="477b6bce-93b3-49c4-af45-71cdf43b98cb" providerId="ADAL" clId="{11B9311D-1A52-49AE-9FFE-AEB3519E4617}" dt="2023-05-17T17:05:26.438" v="2695" actId="14100"/>
          <ac:picMkLst>
            <pc:docMk/>
            <pc:sldMk cId="3260153771" sldId="334"/>
            <ac:picMk id="9" creationId="{C83C128A-D622-A3AF-10E0-5C9F0EDC14B8}"/>
          </ac:picMkLst>
        </pc:picChg>
        <pc:picChg chg="add del">
          <ac:chgData name="Gomez Cervantes, Bryan" userId="477b6bce-93b3-49c4-af45-71cdf43b98cb" providerId="ADAL" clId="{11B9311D-1A52-49AE-9FFE-AEB3519E4617}" dt="2023-05-17T16:59:22.843" v="2623" actId="478"/>
          <ac:picMkLst>
            <pc:docMk/>
            <pc:sldMk cId="3260153771" sldId="334"/>
            <ac:picMk id="10" creationId="{D2B7AA78-E0D7-2B97-8AC4-3F1D0706067C}"/>
          </ac:picMkLst>
        </pc:picChg>
        <pc:picChg chg="add del">
          <ac:chgData name="Gomez Cervantes, Bryan" userId="477b6bce-93b3-49c4-af45-71cdf43b98cb" providerId="ADAL" clId="{11B9311D-1A52-49AE-9FFE-AEB3519E4617}" dt="2023-05-17T16:59:25.366" v="2625" actId="478"/>
          <ac:picMkLst>
            <pc:docMk/>
            <pc:sldMk cId="3260153771" sldId="334"/>
            <ac:picMk id="14" creationId="{69803A7C-06B9-D14E-7359-099DDDEB03A3}"/>
          </ac:picMkLst>
        </pc:picChg>
        <pc:picChg chg="del">
          <ac:chgData name="Gomez Cervantes, Bryan" userId="477b6bce-93b3-49c4-af45-71cdf43b98cb" providerId="ADAL" clId="{11B9311D-1A52-49AE-9FFE-AEB3519E4617}" dt="2023-05-17T16:57:08.733" v="2615" actId="478"/>
          <ac:picMkLst>
            <pc:docMk/>
            <pc:sldMk cId="3260153771" sldId="334"/>
            <ac:picMk id="16" creationId="{295CC7FA-3340-35EF-EE71-C2E052541ECF}"/>
          </ac:picMkLst>
        </pc:picChg>
      </pc:sldChg>
    </pc:docChg>
  </pc:docChgLst>
  <pc:docChgLst>
    <pc:chgData name="Gomez Cervantes, Bryan" userId="477b6bce-93b3-49c4-af45-71cdf43b98cb" providerId="ADAL" clId="{E922DE24-31A6-49D4-9C61-F8BEC5CE7641}"/>
    <pc:docChg chg="undo redo custSel modSld">
      <pc:chgData name="Gomez Cervantes, Bryan" userId="477b6bce-93b3-49c4-af45-71cdf43b98cb" providerId="ADAL" clId="{E922DE24-31A6-49D4-9C61-F8BEC5CE7641}" dt="2023-07-13T01:18:50.201" v="841" actId="20577"/>
      <pc:docMkLst>
        <pc:docMk/>
      </pc:docMkLst>
      <pc:sldChg chg="modSp mod">
        <pc:chgData name="Gomez Cervantes, Bryan" userId="477b6bce-93b3-49c4-af45-71cdf43b98cb" providerId="ADAL" clId="{E922DE24-31A6-49D4-9C61-F8BEC5CE7641}" dt="2023-07-12T20:13:15.332" v="75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E922DE24-31A6-49D4-9C61-F8BEC5CE7641}" dt="2023-07-12T20:13:15.332" v="75" actId="20577"/>
          <ac:spMkLst>
            <pc:docMk/>
            <pc:sldMk cId="3102934450" sldId="262"/>
            <ac:spMk id="5" creationId="{679F4BE2-8E4A-4003-B816-9E34781F7E88}"/>
          </ac:spMkLst>
        </pc:spChg>
      </pc:sldChg>
      <pc:sldChg chg="modSp mod">
        <pc:chgData name="Gomez Cervantes, Bryan" userId="477b6bce-93b3-49c4-af45-71cdf43b98cb" providerId="ADAL" clId="{E922DE24-31A6-49D4-9C61-F8BEC5CE7641}" dt="2023-07-13T01:18:50.201" v="841" actId="20577"/>
        <pc:sldMkLst>
          <pc:docMk/>
          <pc:sldMk cId="1575018292" sldId="330"/>
        </pc:sldMkLst>
        <pc:spChg chg="mod">
          <ac:chgData name="Gomez Cervantes, Bryan" userId="477b6bce-93b3-49c4-af45-71cdf43b98cb" providerId="ADAL" clId="{E922DE24-31A6-49D4-9C61-F8BEC5CE7641}" dt="2023-07-12T20:13:19.258" v="79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E922DE24-31A6-49D4-9C61-F8BEC5CE7641}" dt="2023-07-13T01:18:50.201" v="841" actId="20577"/>
          <ac:spMkLst>
            <pc:docMk/>
            <pc:sldMk cId="1575018292" sldId="330"/>
            <ac:spMk id="3" creationId="{7F9D172B-6BEB-428D-83F7-E598387A9726}"/>
          </ac:spMkLst>
        </pc:spChg>
      </pc:sldChg>
      <pc:sldChg chg="modSp mod">
        <pc:chgData name="Gomez Cervantes, Bryan" userId="477b6bce-93b3-49c4-af45-71cdf43b98cb" providerId="ADAL" clId="{E922DE24-31A6-49D4-9C61-F8BEC5CE7641}" dt="2023-07-11T17:09:36.875" v="71" actId="20577"/>
        <pc:sldMkLst>
          <pc:docMk/>
          <pc:sldMk cId="342082798" sldId="333"/>
        </pc:sldMkLst>
        <pc:graphicFrameChg chg="mod modGraphic">
          <ac:chgData name="Gomez Cervantes, Bryan" userId="477b6bce-93b3-49c4-af45-71cdf43b98cb" providerId="ADAL" clId="{E922DE24-31A6-49D4-9C61-F8BEC5CE7641}" dt="2023-07-11T17:09:36.875" v="71" actId="20577"/>
          <ac:graphicFrameMkLst>
            <pc:docMk/>
            <pc:sldMk cId="342082798" sldId="333"/>
            <ac:graphicFrameMk id="4" creationId="{E2FCAAC2-67DF-61FD-14BC-717F74569EEA}"/>
          </ac:graphicFrameMkLst>
        </pc:graphicFrameChg>
      </pc:sldChg>
      <pc:sldChg chg="modSp mod">
        <pc:chgData name="Gomez Cervantes, Bryan" userId="477b6bce-93b3-49c4-af45-71cdf43b98cb" providerId="ADAL" clId="{E922DE24-31A6-49D4-9C61-F8BEC5CE7641}" dt="2023-07-12T20:45:07.052" v="458" actId="20577"/>
        <pc:sldMkLst>
          <pc:docMk/>
          <pc:sldMk cId="3260153771" sldId="334"/>
        </pc:sldMkLst>
        <pc:spChg chg="mod">
          <ac:chgData name="Gomez Cervantes, Bryan" userId="477b6bce-93b3-49c4-af45-71cdf43b98cb" providerId="ADAL" clId="{E922DE24-31A6-49D4-9C61-F8BEC5CE7641}" dt="2023-07-12T20:13:23.598" v="83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E922DE24-31A6-49D4-9C61-F8BEC5CE7641}" dt="2023-07-12T20:45:07.052" v="458" actId="20577"/>
          <ac:spMkLst>
            <pc:docMk/>
            <pc:sldMk cId="3260153771" sldId="334"/>
            <ac:spMk id="3" creationId="{7F9D172B-6BEB-428D-83F7-E598387A9726}"/>
          </ac:spMkLst>
        </pc:spChg>
      </pc:sldChg>
    </pc:docChg>
  </pc:docChgLst>
  <pc:docChgLst>
    <pc:chgData name="Gomez Cervantes, Bryan" userId="477b6bce-93b3-49c4-af45-71cdf43b98cb" providerId="ADAL" clId="{BFA8B4D6-3AA8-4957-88D8-D37AAABBBC50}"/>
    <pc:docChg chg="undo redo custSel modSld">
      <pc:chgData name="Gomez Cervantes, Bryan" userId="477b6bce-93b3-49c4-af45-71cdf43b98cb" providerId="ADAL" clId="{BFA8B4D6-3AA8-4957-88D8-D37AAABBBC50}" dt="2023-06-12T18:16:00.184" v="2257" actId="1076"/>
      <pc:docMkLst>
        <pc:docMk/>
      </pc:docMkLst>
      <pc:sldChg chg="modSp mod">
        <pc:chgData name="Gomez Cervantes, Bryan" userId="477b6bce-93b3-49c4-af45-71cdf43b98cb" providerId="ADAL" clId="{BFA8B4D6-3AA8-4957-88D8-D37AAABBBC50}" dt="2023-06-06T02:05:25.205" v="191" actId="20577"/>
        <pc:sldMkLst>
          <pc:docMk/>
          <pc:sldMk cId="3102934450" sldId="262"/>
        </pc:sldMkLst>
        <pc:spChg chg="mod">
          <ac:chgData name="Gomez Cervantes, Bryan" userId="477b6bce-93b3-49c4-af45-71cdf43b98cb" providerId="ADAL" clId="{BFA8B4D6-3AA8-4957-88D8-D37AAABBBC50}" dt="2023-06-06T02:05:25.205" v="191" actId="20577"/>
          <ac:spMkLst>
            <pc:docMk/>
            <pc:sldMk cId="3102934450" sldId="262"/>
            <ac:spMk id="5" creationId="{679F4BE2-8E4A-4003-B816-9E34781F7E88}"/>
          </ac:spMkLst>
        </pc:spChg>
      </pc:sldChg>
      <pc:sldChg chg="addSp delSp modSp mod">
        <pc:chgData name="Gomez Cervantes, Bryan" userId="477b6bce-93b3-49c4-af45-71cdf43b98cb" providerId="ADAL" clId="{BFA8B4D6-3AA8-4957-88D8-D37AAABBBC50}" dt="2023-06-12T18:16:00.184" v="2257" actId="1076"/>
        <pc:sldMkLst>
          <pc:docMk/>
          <pc:sldMk cId="1575018292" sldId="330"/>
        </pc:sldMkLst>
        <pc:spChg chg="mod">
          <ac:chgData name="Gomez Cervantes, Bryan" userId="477b6bce-93b3-49c4-af45-71cdf43b98cb" providerId="ADAL" clId="{BFA8B4D6-3AA8-4957-88D8-D37AAABBBC50}" dt="2023-06-06T02:05:18.223" v="187" actId="20577"/>
          <ac:spMkLst>
            <pc:docMk/>
            <pc:sldMk cId="1575018292" sldId="330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BFA8B4D6-3AA8-4957-88D8-D37AAABBBC50}" dt="2023-06-10T01:12:44.635" v="2086" actId="20577"/>
          <ac:spMkLst>
            <pc:docMk/>
            <pc:sldMk cId="1575018292" sldId="330"/>
            <ac:spMk id="3" creationId="{7F9D172B-6BEB-428D-83F7-E598387A9726}"/>
          </ac:spMkLst>
        </pc:spChg>
        <pc:picChg chg="del">
          <ac:chgData name="Gomez Cervantes, Bryan" userId="477b6bce-93b3-49c4-af45-71cdf43b98cb" providerId="ADAL" clId="{BFA8B4D6-3AA8-4957-88D8-D37AAABBBC50}" dt="2023-06-12T18:11:21.452" v="2243" actId="478"/>
          <ac:picMkLst>
            <pc:docMk/>
            <pc:sldMk cId="1575018292" sldId="330"/>
            <ac:picMk id="5" creationId="{464F70F3-DD55-7208-59D3-E5E7E58A9EA2}"/>
          </ac:picMkLst>
        </pc:picChg>
        <pc:picChg chg="add mod">
          <ac:chgData name="Gomez Cervantes, Bryan" userId="477b6bce-93b3-49c4-af45-71cdf43b98cb" providerId="ADAL" clId="{BFA8B4D6-3AA8-4957-88D8-D37AAABBBC50}" dt="2023-06-12T18:11:35.784" v="2249" actId="1076"/>
          <ac:picMkLst>
            <pc:docMk/>
            <pc:sldMk cId="1575018292" sldId="330"/>
            <ac:picMk id="6" creationId="{A55E7E66-78E5-6589-A0CC-1C0C36C386ED}"/>
          </ac:picMkLst>
        </pc:picChg>
        <pc:picChg chg="del">
          <ac:chgData name="Gomez Cervantes, Bryan" userId="477b6bce-93b3-49c4-af45-71cdf43b98cb" providerId="ADAL" clId="{BFA8B4D6-3AA8-4957-88D8-D37AAABBBC50}" dt="2023-06-12T18:11:37.431" v="2250" actId="478"/>
          <ac:picMkLst>
            <pc:docMk/>
            <pc:sldMk cId="1575018292" sldId="330"/>
            <ac:picMk id="8" creationId="{64A58063-7A32-1F78-5B85-B4CE7D234CA0}"/>
          </ac:picMkLst>
        </pc:picChg>
        <pc:picChg chg="add mod">
          <ac:chgData name="Gomez Cervantes, Bryan" userId="477b6bce-93b3-49c4-af45-71cdf43b98cb" providerId="ADAL" clId="{BFA8B4D6-3AA8-4957-88D8-D37AAABBBC50}" dt="2023-06-12T18:16:00.184" v="2257" actId="1076"/>
          <ac:picMkLst>
            <pc:docMk/>
            <pc:sldMk cId="1575018292" sldId="330"/>
            <ac:picMk id="9" creationId="{B101681B-E0B5-B058-15C6-5A380810B925}"/>
          </ac:picMkLst>
        </pc:picChg>
      </pc:sldChg>
      <pc:sldChg chg="addSp modSp mod">
        <pc:chgData name="Gomez Cervantes, Bryan" userId="477b6bce-93b3-49c4-af45-71cdf43b98cb" providerId="ADAL" clId="{BFA8B4D6-3AA8-4957-88D8-D37AAABBBC50}" dt="2023-06-10T01:21:19.212" v="2222" actId="20577"/>
        <pc:sldMkLst>
          <pc:docMk/>
          <pc:sldMk cId="342082798" sldId="333"/>
        </pc:sldMkLst>
        <pc:spChg chg="add mod">
          <ac:chgData name="Gomez Cervantes, Bryan" userId="477b6bce-93b3-49c4-af45-71cdf43b98cb" providerId="ADAL" clId="{BFA8B4D6-3AA8-4957-88D8-D37AAABBBC50}" dt="2023-06-09T00:04:59.898" v="483" actId="20577"/>
          <ac:spMkLst>
            <pc:docMk/>
            <pc:sldMk cId="342082798" sldId="333"/>
            <ac:spMk id="3" creationId="{005FA9B2-9B24-7DDF-6E1E-B9641DD4CC82}"/>
          </ac:spMkLst>
        </pc:spChg>
        <pc:spChg chg="mod">
          <ac:chgData name="Gomez Cervantes, Bryan" userId="477b6bce-93b3-49c4-af45-71cdf43b98cb" providerId="ADAL" clId="{BFA8B4D6-3AA8-4957-88D8-D37AAABBBC50}" dt="2023-06-09T00:04:41.787" v="460" actId="1076"/>
          <ac:spMkLst>
            <pc:docMk/>
            <pc:sldMk cId="342082798" sldId="333"/>
            <ac:spMk id="10" creationId="{B7F8305B-B2FD-39FC-7633-F53407765323}"/>
          </ac:spMkLst>
        </pc:spChg>
        <pc:graphicFrameChg chg="add mod modGraphic">
          <ac:chgData name="Gomez Cervantes, Bryan" userId="477b6bce-93b3-49c4-af45-71cdf43b98cb" providerId="ADAL" clId="{BFA8B4D6-3AA8-4957-88D8-D37AAABBBC50}" dt="2023-06-10T01:21:19.212" v="2222" actId="20577"/>
          <ac:graphicFrameMkLst>
            <pc:docMk/>
            <pc:sldMk cId="342082798" sldId="333"/>
            <ac:graphicFrameMk id="4" creationId="{E2FCAAC2-67DF-61FD-14BC-717F74569EEA}"/>
          </ac:graphicFrameMkLst>
        </pc:graphicFrameChg>
        <pc:graphicFrameChg chg="mod modGraphic">
          <ac:chgData name="Gomez Cervantes, Bryan" userId="477b6bce-93b3-49c4-af45-71cdf43b98cb" providerId="ADAL" clId="{BFA8B4D6-3AA8-4957-88D8-D37AAABBBC50}" dt="2023-06-09T01:21:59.666" v="2019" actId="207"/>
          <ac:graphicFrameMkLst>
            <pc:docMk/>
            <pc:sldMk cId="342082798" sldId="333"/>
            <ac:graphicFrameMk id="11" creationId="{175B64FD-5A96-1AB9-9BA6-D84391D87E60}"/>
          </ac:graphicFrameMkLst>
        </pc:graphicFrameChg>
      </pc:sldChg>
      <pc:sldChg chg="addSp delSp modSp mod">
        <pc:chgData name="Gomez Cervantes, Bryan" userId="477b6bce-93b3-49c4-af45-71cdf43b98cb" providerId="ADAL" clId="{BFA8B4D6-3AA8-4957-88D8-D37AAABBBC50}" dt="2023-06-12T18:04:07.142" v="2242" actId="1076"/>
        <pc:sldMkLst>
          <pc:docMk/>
          <pc:sldMk cId="3260153771" sldId="334"/>
        </pc:sldMkLst>
        <pc:spChg chg="mod">
          <ac:chgData name="Gomez Cervantes, Bryan" userId="477b6bce-93b3-49c4-af45-71cdf43b98cb" providerId="ADAL" clId="{BFA8B4D6-3AA8-4957-88D8-D37AAABBBC50}" dt="2023-06-06T02:05:21.349" v="189" actId="20577"/>
          <ac:spMkLst>
            <pc:docMk/>
            <pc:sldMk cId="3260153771" sldId="334"/>
            <ac:spMk id="2" creationId="{5F75EFB9-508D-49FF-8DD0-69920E7D1446}"/>
          </ac:spMkLst>
        </pc:spChg>
        <pc:spChg chg="mod">
          <ac:chgData name="Gomez Cervantes, Bryan" userId="477b6bce-93b3-49c4-af45-71cdf43b98cb" providerId="ADAL" clId="{BFA8B4D6-3AA8-4957-88D8-D37AAABBBC50}" dt="2023-06-10T01:14:58.979" v="2206" actId="20577"/>
          <ac:spMkLst>
            <pc:docMk/>
            <pc:sldMk cId="3260153771" sldId="334"/>
            <ac:spMk id="3" creationId="{7F9D172B-6BEB-428D-83F7-E598387A9726}"/>
          </ac:spMkLst>
        </pc:spChg>
        <pc:picChg chg="del">
          <ac:chgData name="Gomez Cervantes, Bryan" userId="477b6bce-93b3-49c4-af45-71cdf43b98cb" providerId="ADAL" clId="{BFA8B4D6-3AA8-4957-88D8-D37AAABBBC50}" dt="2023-06-12T17:44:05.657" v="2223" actId="478"/>
          <ac:picMkLst>
            <pc:docMk/>
            <pc:sldMk cId="3260153771" sldId="334"/>
            <ac:picMk id="5" creationId="{4D0C045F-90FB-236D-2262-B6169A5C7093}"/>
          </ac:picMkLst>
        </pc:picChg>
        <pc:picChg chg="add mod">
          <ac:chgData name="Gomez Cervantes, Bryan" userId="477b6bce-93b3-49c4-af45-71cdf43b98cb" providerId="ADAL" clId="{BFA8B4D6-3AA8-4957-88D8-D37AAABBBC50}" dt="2023-06-12T17:44:20.432" v="2229" actId="1076"/>
          <ac:picMkLst>
            <pc:docMk/>
            <pc:sldMk cId="3260153771" sldId="334"/>
            <ac:picMk id="6" creationId="{9C4DE783-E866-387A-4C78-4A48006D0A79}"/>
          </ac:picMkLst>
        </pc:picChg>
        <pc:picChg chg="add del mod">
          <ac:chgData name="Gomez Cervantes, Bryan" userId="477b6bce-93b3-49c4-af45-71cdf43b98cb" providerId="ADAL" clId="{BFA8B4D6-3AA8-4957-88D8-D37AAABBBC50}" dt="2023-06-12T18:03:51.789" v="2237" actId="478"/>
          <ac:picMkLst>
            <pc:docMk/>
            <pc:sldMk cId="3260153771" sldId="334"/>
            <ac:picMk id="8" creationId="{8C32A43E-0314-B20A-0CC0-0B09CCFFF210}"/>
          </ac:picMkLst>
        </pc:picChg>
        <pc:picChg chg="add mod">
          <ac:chgData name="Gomez Cervantes, Bryan" userId="477b6bce-93b3-49c4-af45-71cdf43b98cb" providerId="ADAL" clId="{BFA8B4D6-3AA8-4957-88D8-D37AAABBBC50}" dt="2023-06-12T18:04:07.142" v="2242" actId="1076"/>
          <ac:picMkLst>
            <pc:docMk/>
            <pc:sldMk cId="3260153771" sldId="334"/>
            <ac:picMk id="10" creationId="{77826651-5C0F-2F66-51A6-1E2C307FE073}"/>
          </ac:picMkLst>
        </pc:picChg>
        <pc:picChg chg="del mod">
          <ac:chgData name="Gomez Cervantes, Bryan" userId="477b6bce-93b3-49c4-af45-71cdf43b98cb" providerId="ADAL" clId="{BFA8B4D6-3AA8-4957-88D8-D37AAABBBC50}" dt="2023-06-12T17:59:42.348" v="2231" actId="478"/>
          <ac:picMkLst>
            <pc:docMk/>
            <pc:sldMk cId="3260153771" sldId="334"/>
            <ac:picMk id="11" creationId="{C152E6E0-B590-2ABA-C42D-AEA58DCBF79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s-CR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BF088-011A-47BF-A18E-FFE026CBBD8B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D9284-9E15-44A6-88AB-C12F32B4ED3E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D57F3-8A85-45D9-A783-6CD38A401544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BC7193-1FBE-4556-A854-AC2925B327A8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66822F-DBE8-4641-86BE-637B0B17B14B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91661-91F9-4D5F-9609-19100247A644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40837-7BF3-4DC4-96E5-901EB38D3E24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64505-DC66-4320-B24C-2EED6EDA2C4B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3713F-DE24-4DF1-99EE-F4C719F65DED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D4341-5370-4043-9E8C-98C85AA1BFDB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bg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bg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bg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2"/>
                </a:solidFill>
              </a:rPr>
              <a:t>Intel Confidential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B6DF63-71A9-43F0-A682-8FCF6A14B402}"/>
              </a:ext>
            </a:extLst>
          </p:cNvPr>
          <p:cNvSpPr txBox="1"/>
          <p:nvPr userDrawn="1"/>
        </p:nvSpPr>
        <p:spPr>
          <a:xfrm>
            <a:off x="184063" y="6448438"/>
            <a:ext cx="6759086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457189">
              <a:lnSpc>
                <a:spcPct val="100000"/>
              </a:lnSpc>
              <a:spcBef>
                <a:spcPts val="0"/>
              </a:spcBef>
            </a:pPr>
            <a:r>
              <a:rPr lang="en-US" sz="1400" spc="50">
                <a:solidFill>
                  <a:schemeClr val="tx1"/>
                </a:solidFill>
                <a:latin typeface="+mj-lt"/>
                <a:ea typeface="Intel Clear" panose="020B0604020203020204" pitchFamily="34" charset="0"/>
                <a:cs typeface="Intel Clear" panose="020B0604020203020204" pitchFamily="34" charset="0"/>
              </a:rPr>
              <a:t>Manufacturing and Product Engineering (MPE)</a:t>
            </a:r>
            <a:endParaRPr lang="en-US" sz="1400">
              <a:solidFill>
                <a:schemeClr val="tx1"/>
              </a:solidFill>
              <a:latin typeface="+mj-lt"/>
              <a:ea typeface="Intel Clear Pro" panose="020B0804020202060201" pitchFamily="34" charset="0"/>
              <a:cs typeface="Intel Clear Pro" panose="020B0804020202060201" pitchFamily="34" charset="0"/>
            </a:endParaRPr>
          </a:p>
          <a:p>
            <a:pPr defTabSz="457189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100" b="0" i="1">
                <a:solidFill>
                  <a:schemeClr val="tx1"/>
                </a:solidFill>
                <a:latin typeface="+mj-lt"/>
                <a:ea typeface="Intel Clear" panose="020B0604020203020204" pitchFamily="34" charset="0"/>
              </a:rPr>
              <a:t>Making Manufacturing Development a Competitive Advantage</a:t>
            </a:r>
            <a:endParaRPr lang="en-US" sz="1100" b="0" i="1">
              <a:solidFill>
                <a:schemeClr val="tx1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866" y="2605258"/>
            <a:ext cx="10972801" cy="1031406"/>
          </a:xfrm>
        </p:spPr>
        <p:txBody>
          <a:bodyPr/>
          <a:lstStyle/>
          <a:p>
            <a:r>
              <a:rPr lang="en-US" sz="5400"/>
              <a:t>WW36’23  </a:t>
            </a:r>
            <a:r>
              <a:rPr lang="en-US" sz="5400" dirty="0"/>
              <a:t>CWF SBFT 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98106" y="4252742"/>
            <a:ext cx="10283651" cy="1511954"/>
          </a:xfrm>
        </p:spPr>
        <p:txBody>
          <a:bodyPr>
            <a:normAutofit/>
          </a:bodyPr>
          <a:lstStyle/>
          <a:p>
            <a:r>
              <a:rPr lang="en-US" dirty="0"/>
              <a:t>Bryan Gomez</a:t>
            </a:r>
          </a:p>
        </p:txBody>
      </p:sp>
      <p:pic>
        <p:nvPicPr>
          <p:cNvPr id="2" name="Picture 4" descr="Nez Perce-Clearwater National Forests">
            <a:extLst>
              <a:ext uri="{FF2B5EF4-FFF2-40B4-BE49-F238E27FC236}">
                <a16:creationId xmlns:a16="http://schemas.microsoft.com/office/drawing/2014/main" id="{FDADE31D-6127-C0B6-B3D9-E53F82C32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289" y="3668470"/>
            <a:ext cx="4130351" cy="275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3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E5A6-E402-A971-4BAA-AD7C4840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  <a:endParaRPr lang="es-C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5F977-AF7D-D8E1-8FBB-48C58AA2E0EE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s-CR" dirty="0" err="1"/>
              <a:t>What</a:t>
            </a:r>
            <a:r>
              <a:rPr lang="es-CR" dirty="0"/>
              <a:t> </a:t>
            </a:r>
            <a:r>
              <a:rPr lang="es-CR" dirty="0" err="1"/>
              <a:t>is</a:t>
            </a:r>
            <a:r>
              <a:rPr lang="es-CR" dirty="0"/>
              <a:t> CWF?</a:t>
            </a:r>
          </a:p>
          <a:p>
            <a:r>
              <a:rPr lang="es-CR" dirty="0" err="1"/>
              <a:t>SoC</a:t>
            </a:r>
            <a:r>
              <a:rPr lang="es-CR" dirty="0"/>
              <a:t> </a:t>
            </a:r>
            <a:r>
              <a:rPr lang="es-CR" dirty="0" err="1"/>
              <a:t>Disaggregation</a:t>
            </a:r>
            <a:endParaRPr lang="es-CR" dirty="0"/>
          </a:p>
          <a:p>
            <a:r>
              <a:rPr lang="es-CR" dirty="0"/>
              <a:t>CWF CPU </a:t>
            </a:r>
            <a:r>
              <a:rPr lang="es-CR" dirty="0" err="1"/>
              <a:t>construction</a:t>
            </a:r>
            <a:endParaRPr lang="es-CR" dirty="0"/>
          </a:p>
          <a:p>
            <a:r>
              <a:rPr lang="es-CR" dirty="0"/>
              <a:t>GNR/SRF/CWF </a:t>
            </a:r>
            <a:r>
              <a:rPr lang="es-CR" dirty="0" err="1"/>
              <a:t>features</a:t>
            </a:r>
            <a:r>
              <a:rPr lang="es-CR" dirty="0"/>
              <a:t> </a:t>
            </a:r>
            <a:r>
              <a:rPr lang="es-CR" dirty="0" err="1"/>
              <a:t>comparison</a:t>
            </a:r>
            <a:endParaRPr lang="es-CR" dirty="0"/>
          </a:p>
          <a:p>
            <a:r>
              <a:rPr lang="es-CR" dirty="0"/>
              <a:t>CWF </a:t>
            </a:r>
            <a:r>
              <a:rPr lang="es-CR" dirty="0" err="1"/>
              <a:t>core</a:t>
            </a:r>
            <a:r>
              <a:rPr lang="es-CR" dirty="0"/>
              <a:t> tile</a:t>
            </a:r>
          </a:p>
          <a:p>
            <a:r>
              <a:rPr lang="es-CR" dirty="0"/>
              <a:t>CWF vs GNR </a:t>
            </a:r>
          </a:p>
        </p:txBody>
      </p:sp>
    </p:spTree>
    <p:extLst>
      <p:ext uri="{BB962C8B-B14F-4D97-AF65-F5344CB8AC3E}">
        <p14:creationId xmlns:p14="http://schemas.microsoft.com/office/powerpoint/2010/main" val="193210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AA3A-AD18-E7B9-E8E9-663D0CB3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What</a:t>
            </a:r>
            <a:r>
              <a:rPr lang="es-CR" dirty="0"/>
              <a:t> </a:t>
            </a:r>
            <a:r>
              <a:rPr lang="es-CR" dirty="0" err="1"/>
              <a:t>is</a:t>
            </a:r>
            <a:r>
              <a:rPr lang="es-CR" dirty="0"/>
              <a:t> CWF?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81A8-33AB-A4CF-7001-AA86CFE773D5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Atom based, high-throughput performance, Xeon server.</a:t>
            </a:r>
          </a:p>
          <a:p>
            <a:r>
              <a:rPr lang="en-US" dirty="0"/>
              <a:t>Second Forest line server product, preceded by Sierra Forest (SRF).</a:t>
            </a:r>
          </a:p>
          <a:p>
            <a:r>
              <a:rPr lang="en-US" dirty="0"/>
              <a:t>Built to augment Xeon's workload coverage.</a:t>
            </a:r>
          </a:p>
          <a:p>
            <a:r>
              <a:rPr lang="en-US" dirty="0"/>
              <a:t>CWF trades off execution latency for throughput performance.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49283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17AD-E4CF-38D1-5C80-606AF2D4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 err="1"/>
              <a:t>SoC</a:t>
            </a:r>
            <a:r>
              <a:rPr lang="es-CR" dirty="0"/>
              <a:t> </a:t>
            </a:r>
            <a:r>
              <a:rPr lang="es-CR" dirty="0" err="1"/>
              <a:t>Disaggregation</a:t>
            </a:r>
            <a:endParaRPr lang="es-CR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654C30B-79A0-AB6C-DB06-75990652F788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1296913" y="1427584"/>
            <a:ext cx="4684574" cy="3477210"/>
          </a:xfrm>
          <a:noFill/>
        </p:spPr>
      </p:pic>
    </p:spTree>
    <p:extLst>
      <p:ext uri="{BB962C8B-B14F-4D97-AF65-F5344CB8AC3E}">
        <p14:creationId xmlns:p14="http://schemas.microsoft.com/office/powerpoint/2010/main" val="276048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9AEC-F252-D3E2-DAED-F4EBF93E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CPU </a:t>
            </a:r>
            <a:r>
              <a:rPr lang="es-CR" dirty="0" err="1"/>
              <a:t>Construction</a:t>
            </a:r>
            <a:endParaRPr lang="es-CR" dirty="0"/>
          </a:p>
        </p:txBody>
      </p:sp>
      <p:pic>
        <p:nvPicPr>
          <p:cNvPr id="2050" name="Picture 2" descr="CWF Product Cfg (source)">
            <a:extLst>
              <a:ext uri="{FF2B5EF4-FFF2-40B4-BE49-F238E27FC236}">
                <a16:creationId xmlns:a16="http://schemas.microsoft.com/office/drawing/2014/main" id="{BB3DCC9E-9193-17DF-014B-332C72E0F5CF}"/>
              </a:ext>
            </a:extLst>
          </p:cNvPr>
          <p:cNvPicPr>
            <a:picLocks noGrp="1" noChangeAspect="1" noChangeArrowheads="1"/>
          </p:cNvPicPr>
          <p:nvPr>
            <p:ph sz="quarter" idx="2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5038" y="1347165"/>
            <a:ext cx="8761923" cy="490667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3686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9AEC-F252-D3E2-DAED-F4EBF93E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CPU </a:t>
            </a:r>
            <a:r>
              <a:rPr lang="es-CR" dirty="0" err="1"/>
              <a:t>Construction</a:t>
            </a:r>
            <a:endParaRPr lang="es-CR" dirty="0"/>
          </a:p>
        </p:txBody>
      </p:sp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6F5BF160-6C0B-AD88-8C0E-2C8F36D3BF8D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2166609" y="1673454"/>
            <a:ext cx="7820422" cy="4574947"/>
          </a:xfrm>
          <a:noFill/>
        </p:spPr>
      </p:pic>
    </p:spTree>
    <p:extLst>
      <p:ext uri="{BB962C8B-B14F-4D97-AF65-F5344CB8AC3E}">
        <p14:creationId xmlns:p14="http://schemas.microsoft.com/office/powerpoint/2010/main" val="168240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9AEC-F252-D3E2-DAED-F4EBF93E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CPU </a:t>
            </a:r>
            <a:r>
              <a:rPr lang="es-CR" dirty="0" err="1"/>
              <a:t>Construction</a:t>
            </a:r>
            <a:endParaRPr lang="es-C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68492C5-F0DE-7A7F-679E-C1BF498F2547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190330" y="1138335"/>
            <a:ext cx="11216641" cy="5007429"/>
          </a:xfrm>
        </p:spPr>
      </p:pic>
    </p:spTree>
    <p:extLst>
      <p:ext uri="{BB962C8B-B14F-4D97-AF65-F5344CB8AC3E}">
        <p14:creationId xmlns:p14="http://schemas.microsoft.com/office/powerpoint/2010/main" val="343923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1CFD-718E-61EA-0605-86B40A54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GNR/SRF/CWF </a:t>
            </a:r>
            <a:r>
              <a:rPr lang="es-CR" dirty="0" err="1"/>
              <a:t>features</a:t>
            </a:r>
            <a:r>
              <a:rPr lang="es-CR" dirty="0"/>
              <a:t> </a:t>
            </a:r>
            <a:r>
              <a:rPr lang="es-CR" dirty="0" err="1"/>
              <a:t>comparison</a:t>
            </a:r>
            <a:br>
              <a:rPr lang="es-CR" dirty="0"/>
            </a:br>
            <a:endParaRPr lang="es-C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D88D9-DA42-4B15-DCEF-8D46C3A9A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375568"/>
              </p:ext>
            </p:extLst>
          </p:nvPr>
        </p:nvGraphicFramePr>
        <p:xfrm>
          <a:off x="1070708" y="1821947"/>
          <a:ext cx="8604738" cy="1590223"/>
        </p:xfrm>
        <a:graphic>
          <a:graphicData uri="http://schemas.openxmlformats.org/drawingml/2006/table">
            <a:tbl>
              <a:tblPr firstRow="1" firstCol="1" bandRow="1"/>
              <a:tblGrid>
                <a:gridCol w="3360615">
                  <a:extLst>
                    <a:ext uri="{9D8B030D-6E8A-4147-A177-3AD203B41FA5}">
                      <a16:colId xmlns:a16="http://schemas.microsoft.com/office/drawing/2014/main" val="1819425220"/>
                    </a:ext>
                  </a:extLst>
                </a:gridCol>
                <a:gridCol w="1891323">
                  <a:extLst>
                    <a:ext uri="{9D8B030D-6E8A-4147-A177-3AD203B41FA5}">
                      <a16:colId xmlns:a16="http://schemas.microsoft.com/office/drawing/2014/main" val="1785785270"/>
                    </a:ext>
                  </a:extLst>
                </a:gridCol>
                <a:gridCol w="1438031">
                  <a:extLst>
                    <a:ext uri="{9D8B030D-6E8A-4147-A177-3AD203B41FA5}">
                      <a16:colId xmlns:a16="http://schemas.microsoft.com/office/drawing/2014/main" val="752039719"/>
                    </a:ext>
                  </a:extLst>
                </a:gridCol>
                <a:gridCol w="1914769">
                  <a:extLst>
                    <a:ext uri="{9D8B030D-6E8A-4147-A177-3AD203B41FA5}">
                      <a16:colId xmlns:a16="http://schemas.microsoft.com/office/drawing/2014/main" val="2198176484"/>
                    </a:ext>
                  </a:extLst>
                </a:gridCol>
              </a:tblGrid>
              <a:tr h="15179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 panose="02020603050405020304" pitchFamily="18" charset="0"/>
                          <a:cs typeface="Calibri"/>
                        </a:rPr>
                        <a:t>Feature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 panose="02020603050405020304" pitchFamily="18" charset="0"/>
                          <a:cs typeface="Calibri"/>
                        </a:rPr>
                        <a:t>GNR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 panose="02020603050405020304" pitchFamily="18" charset="0"/>
                          <a:cs typeface="Calibri"/>
                        </a:rPr>
                        <a:t>SRF 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 panose="02020603050405020304" pitchFamily="18" charset="0"/>
                          <a:cs typeface="Calibri"/>
                        </a:rPr>
                        <a:t>CWF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19840"/>
                  </a:ext>
                </a:extLst>
              </a:tr>
              <a:tr h="278702"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Module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RWC big core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CMT/SGL atom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u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DKT/FGL atom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1426"/>
                  </a:ext>
                </a:extLst>
              </a:tr>
              <a:tr h="334234"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Threads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2t per core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4 cores per module, 1 thread per core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4 cores per module, 1 thread per core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158685"/>
                  </a:ext>
                </a:extLst>
              </a:tr>
              <a:tr h="252243"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MLC size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2MB per </a:t>
                      </a:r>
                      <a:r>
                        <a:rPr lang="en-US" sz="10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coretile</a:t>
                      </a:r>
                      <a:endParaRPr lang="en-US" sz="1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4MB per module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4MB per module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12152"/>
                  </a:ext>
                </a:extLst>
              </a:tr>
              <a:tr h="278702"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LLC size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4MB/CHA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3MB/CHA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8MB/CHA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866464"/>
                  </a:ext>
                </a:extLst>
              </a:tr>
              <a:tr h="278702"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AVX/ICCP licensing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SSE, AVX2, AVX3,AMX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SSE</a:t>
                      </a: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SSE</a:t>
                      </a:r>
                      <a:endParaRPr lang="es-CR" sz="1000" b="0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50739" marR="5073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44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3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4B9-53DE-7107-2948-F65E47C7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</a:t>
            </a:r>
            <a:r>
              <a:rPr lang="es-CR" dirty="0" err="1"/>
              <a:t>Coretile</a:t>
            </a:r>
            <a:endParaRPr lang="es-CR" dirty="0"/>
          </a:p>
        </p:txBody>
      </p:sp>
      <p:pic>
        <p:nvPicPr>
          <p:cNvPr id="5" name="Content Placeholder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5A4D74AC-6F69-8758-270E-3FC76E68F1DD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2530349" y="1673454"/>
            <a:ext cx="7092941" cy="4574947"/>
          </a:xfrm>
          <a:noFill/>
        </p:spPr>
      </p:pic>
    </p:spTree>
    <p:extLst>
      <p:ext uri="{BB962C8B-B14F-4D97-AF65-F5344CB8AC3E}">
        <p14:creationId xmlns:p14="http://schemas.microsoft.com/office/powerpoint/2010/main" val="396351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4B9-53DE-7107-2948-F65E47C7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</a:t>
            </a:r>
            <a:r>
              <a:rPr lang="es-CR" dirty="0" err="1"/>
              <a:t>Coretile</a:t>
            </a:r>
            <a:endParaRPr lang="es-C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F7D6A0-2C17-1A3F-9EF1-1875519F7EEE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467640" y="1273908"/>
            <a:ext cx="10660351" cy="4888523"/>
          </a:xfrm>
        </p:spPr>
      </p:pic>
    </p:spTree>
    <p:extLst>
      <p:ext uri="{BB962C8B-B14F-4D97-AF65-F5344CB8AC3E}">
        <p14:creationId xmlns:p14="http://schemas.microsoft.com/office/powerpoint/2010/main" val="2270040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4B9-53DE-7107-2948-F65E47C7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>
            <a:normAutofit/>
          </a:bodyPr>
          <a:lstStyle/>
          <a:p>
            <a:r>
              <a:rPr lang="es-CR" dirty="0"/>
              <a:t>CWF </a:t>
            </a:r>
            <a:r>
              <a:rPr lang="es-CR" dirty="0" err="1"/>
              <a:t>DieRecovery</a:t>
            </a:r>
            <a:r>
              <a:rPr lang="es-CR" dirty="0"/>
              <a:t> </a:t>
            </a:r>
            <a:r>
              <a:rPr lang="es-CR" dirty="0" err="1"/>
              <a:t>Strategy</a:t>
            </a:r>
            <a:endParaRPr lang="es-C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C693BA-FDBA-5571-ED8F-5D43561C39DA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2"/>
          <a:stretch>
            <a:fillRect/>
          </a:stretch>
        </p:blipFill>
        <p:spPr>
          <a:xfrm>
            <a:off x="351968" y="1454394"/>
            <a:ext cx="3431380" cy="457517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3716C3-1122-DE05-4E27-7AE9FDCB5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025" y="1898771"/>
            <a:ext cx="8370608" cy="368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5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DD34-C62E-D7CA-9772-8FF034118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/>
              <a:t>CWF vs GNR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094E6-FE02-06CD-E94C-DBDA769357B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66092"/>
            <a:ext cx="11010900" cy="5142523"/>
          </a:xfrm>
        </p:spPr>
        <p:txBody>
          <a:bodyPr>
            <a:normAutofit fontScale="62500" lnSpcReduction="20000"/>
          </a:bodyPr>
          <a:lstStyle/>
          <a:p>
            <a:r>
              <a:rPr lang="es-CR" dirty="0"/>
              <a:t>Native Support </a:t>
            </a:r>
            <a:r>
              <a:rPr lang="es-CR" dirty="0" err="1"/>
              <a:t>for</a:t>
            </a:r>
            <a:r>
              <a:rPr lang="es-CR" dirty="0"/>
              <a:t> Core </a:t>
            </a:r>
            <a:r>
              <a:rPr lang="es-CR" dirty="0" err="1"/>
              <a:t>Lockstep</a:t>
            </a:r>
            <a:r>
              <a:rPr lang="es-CR" dirty="0"/>
              <a:t>.</a:t>
            </a:r>
          </a:p>
          <a:p>
            <a:r>
              <a:rPr lang="es-CR" dirty="0"/>
              <a:t>Core PMA </a:t>
            </a:r>
            <a:r>
              <a:rPr lang="es-CR" dirty="0" err="1"/>
              <a:t>registers</a:t>
            </a:r>
            <a:r>
              <a:rPr lang="es-CR" dirty="0"/>
              <a:t> </a:t>
            </a:r>
            <a:r>
              <a:rPr lang="es-CR" dirty="0" err="1"/>
              <a:t>programmable</a:t>
            </a:r>
            <a:r>
              <a:rPr lang="es-CR" dirty="0"/>
              <a:t> </a:t>
            </a:r>
            <a:r>
              <a:rPr lang="es-CR" dirty="0" err="1"/>
              <a:t>directly</a:t>
            </a:r>
            <a:r>
              <a:rPr lang="es-CR" dirty="0"/>
              <a:t> </a:t>
            </a:r>
            <a:r>
              <a:rPr lang="es-CR" dirty="0" err="1"/>
              <a:t>using</a:t>
            </a:r>
            <a:r>
              <a:rPr lang="es-CR" dirty="0"/>
              <a:t> </a:t>
            </a:r>
            <a:r>
              <a:rPr lang="es-CR" dirty="0" err="1"/>
              <a:t>core</a:t>
            </a:r>
            <a:r>
              <a:rPr lang="es-CR" dirty="0"/>
              <a:t> </a:t>
            </a:r>
            <a:r>
              <a:rPr lang="es-CR" dirty="0" err="1"/>
              <a:t>tap</a:t>
            </a:r>
            <a:r>
              <a:rPr lang="es-CR" dirty="0"/>
              <a:t> </a:t>
            </a:r>
            <a:r>
              <a:rPr lang="es-CR" dirty="0" err="1"/>
              <a:t>avoiding</a:t>
            </a:r>
            <a:r>
              <a:rPr lang="es-CR" dirty="0"/>
              <a:t> tap2sb interfaces and </a:t>
            </a:r>
            <a:r>
              <a:rPr lang="es-CR" dirty="0" err="1"/>
              <a:t>take</a:t>
            </a:r>
            <a:r>
              <a:rPr lang="es-CR" dirty="0"/>
              <a:t> </a:t>
            </a:r>
            <a:r>
              <a:rPr lang="es-CR" dirty="0" err="1"/>
              <a:t>advantages</a:t>
            </a:r>
            <a:r>
              <a:rPr lang="es-CR" dirty="0"/>
              <a:t> </a:t>
            </a:r>
            <a:r>
              <a:rPr lang="es-CR" dirty="0" err="1"/>
              <a:t>of</a:t>
            </a:r>
            <a:r>
              <a:rPr lang="es-CR" dirty="0"/>
              <a:t> GBA </a:t>
            </a:r>
            <a:r>
              <a:rPr lang="es-CR" dirty="0" err="1"/>
              <a:t>taplink</a:t>
            </a:r>
            <a:r>
              <a:rPr lang="es-CR" dirty="0"/>
              <a:t> </a:t>
            </a:r>
            <a:r>
              <a:rPr lang="es-CR" dirty="0" err="1"/>
              <a:t>parallelism</a:t>
            </a:r>
            <a:r>
              <a:rPr lang="es-CR" dirty="0"/>
              <a:t>.</a:t>
            </a:r>
          </a:p>
          <a:p>
            <a:r>
              <a:rPr lang="es-CR" dirty="0"/>
              <a:t>L2 </a:t>
            </a:r>
            <a:r>
              <a:rPr lang="es-CR" dirty="0" err="1"/>
              <a:t>padding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return</a:t>
            </a:r>
            <a:r>
              <a:rPr lang="es-CR" dirty="0"/>
              <a:t> </a:t>
            </a:r>
            <a:r>
              <a:rPr lang="es-CR" dirty="0" err="1"/>
              <a:t>fake</a:t>
            </a:r>
            <a:r>
              <a:rPr lang="es-CR" dirty="0"/>
              <a:t> cache </a:t>
            </a:r>
            <a:r>
              <a:rPr lang="es-CR" dirty="0" err="1"/>
              <a:t>lines</a:t>
            </a:r>
            <a:r>
              <a:rPr lang="es-CR" dirty="0"/>
              <a:t> </a:t>
            </a:r>
            <a:r>
              <a:rPr lang="en-US" dirty="0"/>
              <a:t>from preset DATIN registers on </a:t>
            </a:r>
            <a:r>
              <a:rPr lang="en-US" dirty="0" err="1"/>
              <a:t>biu</a:t>
            </a:r>
            <a:r>
              <a:rPr lang="en-US" dirty="0"/>
              <a:t> fetch</a:t>
            </a:r>
            <a:r>
              <a:rPr lang="es-CR" dirty="0"/>
              <a:t>, </a:t>
            </a:r>
            <a:r>
              <a:rPr lang="en-US" dirty="0"/>
              <a:t>set to 0xF4s (HALT opcode)</a:t>
            </a:r>
            <a:r>
              <a:rPr lang="es-CR" dirty="0"/>
              <a:t>.</a:t>
            </a:r>
          </a:p>
          <a:p>
            <a:r>
              <a:rPr lang="es-CR" dirty="0" err="1"/>
              <a:t>Special</a:t>
            </a:r>
            <a:r>
              <a:rPr lang="es-CR" dirty="0"/>
              <a:t> Content </a:t>
            </a:r>
            <a:r>
              <a:rPr lang="es-CR" dirty="0" err="1"/>
              <a:t>Tests</a:t>
            </a:r>
            <a:endParaRPr lang="es-CR" dirty="0"/>
          </a:p>
          <a:p>
            <a:pPr lvl="1"/>
            <a:r>
              <a:rPr lang="en-US" dirty="0" err="1"/>
              <a:t>Trunkdbg</a:t>
            </a:r>
            <a:r>
              <a:rPr lang="en-US" dirty="0"/>
              <a:t>: is used to detect the speed path in trunk clock gating logic that for each core and L2.</a:t>
            </a:r>
          </a:p>
          <a:p>
            <a:pPr lvl="1"/>
            <a:r>
              <a:rPr lang="en-US" dirty="0"/>
              <a:t>Bilbo:  tests are meant to cover the connection between SOC and CPU as well as covering the BGF FIFOs with the cross clock domains.</a:t>
            </a:r>
          </a:p>
          <a:p>
            <a:r>
              <a:rPr lang="es-CR" dirty="0"/>
              <a:t>CWF uses HWRS </a:t>
            </a:r>
            <a:r>
              <a:rPr lang="es-CR" dirty="0" err="1"/>
              <a:t>for</a:t>
            </a:r>
            <a:r>
              <a:rPr lang="es-CR" dirty="0"/>
              <a:t> </a:t>
            </a:r>
            <a:r>
              <a:rPr lang="es-CR" dirty="0" err="1"/>
              <a:t>Reset</a:t>
            </a:r>
            <a:r>
              <a:rPr lang="es-CR" dirty="0"/>
              <a:t>. GNR uses </a:t>
            </a:r>
            <a:r>
              <a:rPr lang="es-CR" dirty="0" err="1"/>
              <a:t>Punit</a:t>
            </a:r>
            <a:r>
              <a:rPr lang="es-CR" dirty="0"/>
              <a:t> </a:t>
            </a:r>
            <a:r>
              <a:rPr lang="es-CR" dirty="0" err="1"/>
              <a:t>based</a:t>
            </a:r>
            <a:r>
              <a:rPr lang="es-CR" dirty="0"/>
              <a:t> </a:t>
            </a:r>
            <a:r>
              <a:rPr lang="es-CR" dirty="0" err="1"/>
              <a:t>reset</a:t>
            </a:r>
            <a:r>
              <a:rPr lang="es-CR" dirty="0"/>
              <a:t> </a:t>
            </a:r>
            <a:r>
              <a:rPr lang="es-CR" dirty="0" err="1"/>
              <a:t>with</a:t>
            </a:r>
            <a:r>
              <a:rPr lang="es-CR" dirty="0"/>
              <a:t> </a:t>
            </a:r>
            <a:r>
              <a:rPr lang="es-CR" dirty="0" err="1"/>
              <a:t>stagging</a:t>
            </a:r>
            <a:r>
              <a:rPr lang="es-CR" dirty="0"/>
              <a:t> array.</a:t>
            </a:r>
          </a:p>
          <a:p>
            <a:r>
              <a:rPr lang="es-CR" dirty="0"/>
              <a:t>CWF </a:t>
            </a:r>
            <a:r>
              <a:rPr lang="es-CR" dirty="0" err="1"/>
              <a:t>have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capability</a:t>
            </a:r>
            <a:r>
              <a:rPr lang="es-CR" dirty="0"/>
              <a:t> </a:t>
            </a:r>
            <a:r>
              <a:rPr lang="es-CR" dirty="0" err="1"/>
              <a:t>of</a:t>
            </a:r>
            <a:r>
              <a:rPr lang="es-CR" dirty="0"/>
              <a:t> Dynamic </a:t>
            </a:r>
            <a:r>
              <a:rPr lang="es-CR" dirty="0" err="1"/>
              <a:t>lockstep</a:t>
            </a:r>
            <a:r>
              <a:rPr lang="es-CR" dirty="0"/>
              <a:t>.</a:t>
            </a:r>
          </a:p>
          <a:p>
            <a:r>
              <a:rPr lang="en-US" dirty="0"/>
              <a:t>First atom product </a:t>
            </a:r>
            <a:r>
              <a:rPr lang="en-US"/>
              <a:t>planned to </a:t>
            </a:r>
            <a:r>
              <a:rPr lang="en-US" dirty="0"/>
              <a:t>use self </a:t>
            </a:r>
            <a:r>
              <a:rPr lang="en-US"/>
              <a:t>signature protocol.</a:t>
            </a:r>
            <a:endParaRPr lang="es-CR" dirty="0"/>
          </a:p>
          <a:p>
            <a:r>
              <a:rPr lang="es-CR" dirty="0"/>
              <a:t>Content </a:t>
            </a:r>
            <a:r>
              <a:rPr lang="es-CR" dirty="0" err="1"/>
              <a:t>checks</a:t>
            </a:r>
            <a:r>
              <a:rPr lang="es-CR" dirty="0"/>
              <a:t>:</a:t>
            </a:r>
          </a:p>
          <a:p>
            <a:pPr lvl="1"/>
            <a:r>
              <a:rPr lang="es-CR" dirty="0"/>
              <a:t>0xaced </a:t>
            </a:r>
            <a:r>
              <a:rPr lang="es-CR" dirty="0" err="1"/>
              <a:t>signature</a:t>
            </a:r>
            <a:endParaRPr lang="es-CR" dirty="0"/>
          </a:p>
          <a:p>
            <a:pPr lvl="1"/>
            <a:r>
              <a:rPr lang="es-CR" dirty="0"/>
              <a:t>MCA </a:t>
            </a:r>
            <a:r>
              <a:rPr lang="es-CR" dirty="0" err="1"/>
              <a:t>checks</a:t>
            </a:r>
            <a:endParaRPr lang="es-CR" dirty="0"/>
          </a:p>
          <a:p>
            <a:pPr lvl="1"/>
            <a:r>
              <a:rPr lang="es-CR" dirty="0"/>
              <a:t>SCMISR </a:t>
            </a:r>
            <a:r>
              <a:rPr lang="es-CR" dirty="0" err="1"/>
              <a:t>check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67758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A9FE8E47E854D92A6F31317A3C608" ma:contentTypeVersion="12" ma:contentTypeDescription="Create a new document." ma:contentTypeScope="" ma:versionID="374fa6d56ebbe358ea799f5092c51f12">
  <xsd:schema xmlns:xsd="http://www.w3.org/2001/XMLSchema" xmlns:xs="http://www.w3.org/2001/XMLSchema" xmlns:p="http://schemas.microsoft.com/office/2006/metadata/properties" xmlns:ns2="5f2f9a59-a684-4e9c-b66b-f410df88de15" xmlns:ns3="a6390a3d-4008-4861-b6e8-5df78f283c37" targetNamespace="http://schemas.microsoft.com/office/2006/metadata/properties" ma:root="true" ma:fieldsID="18b6c0b95db41650b6115ff59ef7aa1f" ns2:_="" ns3:_="">
    <xsd:import namespace="5f2f9a59-a684-4e9c-b66b-f410df88de15"/>
    <xsd:import namespace="a6390a3d-4008-4861-b6e8-5df78f283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f9a59-a684-4e9c-b66b-f410df88d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390a3d-4008-4861-b6e8-5df78f283c3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AEDBFC-6119-4403-BC6D-5BB8E6546B92}">
  <ds:schemaRefs>
    <ds:schemaRef ds:uri="64ad5718-e596-46ad-9d1f-fef20d21b21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CBCC9F-57B5-43C7-B6C4-0FB7FE203323}"/>
</file>

<file path=customXml/itemProps3.xml><?xml version="1.0" encoding="utf-8"?>
<ds:datastoreItem xmlns:ds="http://schemas.openxmlformats.org/officeDocument/2006/customXml" ds:itemID="{9C3539C8-7027-43AE-B5FF-7AAFE8BB28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5841</TotalTime>
  <Words>313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Helvetica</vt:lpstr>
      <vt:lpstr>Helvetica Neue</vt:lpstr>
      <vt:lpstr>Helvetica Neue Medium</vt:lpstr>
      <vt:lpstr>Intel Clear</vt:lpstr>
      <vt:lpstr>Intel Clear Light</vt:lpstr>
      <vt:lpstr>Wingdings</vt:lpstr>
      <vt:lpstr>21_BasicWhite</vt:lpstr>
      <vt:lpstr>WW36’23  CWF SBFT Introduction</vt:lpstr>
      <vt:lpstr>Agenda</vt:lpstr>
      <vt:lpstr>What is CWF?</vt:lpstr>
      <vt:lpstr>SoC Disaggregation</vt:lpstr>
      <vt:lpstr>CWF CPU Construction</vt:lpstr>
      <vt:lpstr>CWF CPU Construction</vt:lpstr>
      <vt:lpstr>CWF CPU Construction</vt:lpstr>
      <vt:lpstr>GNR/SRF/CWF features comparison </vt:lpstr>
      <vt:lpstr>CWF Coretile</vt:lpstr>
      <vt:lpstr>CWF Coretile</vt:lpstr>
      <vt:lpstr>CWF DieRecovery Strategy</vt:lpstr>
      <vt:lpstr>CWF vs GNR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Gomez Cervantes, Bryan</cp:lastModifiedBy>
  <cp:revision>1</cp:revision>
  <dcterms:modified xsi:type="dcterms:W3CDTF">2024-07-30T21:42:25Z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b3bfdde4-8f0c-4055-8c70-56f2a8ae1a73</vt:lpwstr>
  </property>
  <property fmtid="{D5CDD505-2E9C-101B-9397-08002B2CF9AE}" pid="3" name="CTP_TimeStamp">
    <vt:lpwstr>2020-09-24 12:20:19Z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0x010100A80A9FE8E47E854D92A6F31317A3C608</vt:lpwstr>
  </property>
</Properties>
</file>