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332" r:id="rId5"/>
    <p:sldId id="266" r:id="rId6"/>
    <p:sldId id="337" r:id="rId7"/>
    <p:sldId id="338" r:id="rId8"/>
    <p:sldId id="258" r:id="rId9"/>
    <p:sldId id="267" r:id="rId10"/>
    <p:sldId id="339" r:id="rId11"/>
    <p:sldId id="340" r:id="rId12"/>
    <p:sldId id="341" r:id="rId13"/>
    <p:sldId id="262" r:id="rId14"/>
    <p:sldId id="263" r:id="rId15"/>
    <p:sldId id="264" r:id="rId16"/>
    <p:sldId id="265" r:id="rId17"/>
    <p:sldId id="271" r:id="rId18"/>
    <p:sldId id="824" r:id="rId19"/>
    <p:sldId id="825" r:id="rId20"/>
    <p:sldId id="826" r:id="rId21"/>
    <p:sldId id="827" r:id="rId22"/>
    <p:sldId id="828" r:id="rId23"/>
    <p:sldId id="293" r:id="rId24"/>
    <p:sldId id="295" r:id="rId25"/>
    <p:sldId id="336" r:id="rId26"/>
  </p:sldIdLst>
  <p:sldSz cx="12192000" cy="6858000"/>
  <p:notesSz cx="6858000" cy="9144000"/>
  <p:embeddedFontLs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Intel Clear" panose="020B0604020203020204" pitchFamily="34" charset="0"/>
      <p:regular r:id="rId33"/>
      <p:bold r:id="rId34"/>
      <p:italic r:id="rId35"/>
      <p:boldItalic r:id="rId36"/>
    </p:embeddedFont>
    <p:embeddedFont>
      <p:font typeface="IntelOne Display Light" panose="020B0403020203020204" pitchFamily="34" charset="0"/>
      <p:regular r:id="rId37"/>
    </p:embeddedFont>
    <p:embeddedFont>
      <p:font typeface="IntelOne Display Regular" panose="020B0503020203020204" pitchFamily="34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A27CF6-252E-410A-91FC-BFEFC8C45BBB}" v="124" dt="2021-02-20T17:49:12.8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87" autoAdjust="0"/>
    <p:restoredTop sz="94655" autoAdjust="0"/>
  </p:normalViewPr>
  <p:slideViewPr>
    <p:cSldViewPr snapToGrid="0" showGuides="1">
      <p:cViewPr varScale="1">
        <p:scale>
          <a:sx n="104" d="100"/>
          <a:sy n="104" d="100"/>
        </p:scale>
        <p:origin x="720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6" d="100"/>
          <a:sy n="56" d="100"/>
        </p:scale>
        <p:origin x="3278" y="3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font" Target="fonts/font6.fntdata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1.fntdata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36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3.fntdata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llan, Enrique J" userId="04f2db71-f1db-4aab-b699-e0c37a85f128" providerId="ADAL" clId="{4EA27CF6-252E-410A-91FC-BFEFC8C45BBB}"/>
    <pc:docChg chg="undo custSel addSld delSld modSld">
      <pc:chgData name="Santillan, Enrique J" userId="04f2db71-f1db-4aab-b699-e0c37a85f128" providerId="ADAL" clId="{4EA27CF6-252E-410A-91FC-BFEFC8C45BBB}" dt="2021-02-20T17:49:30.327" v="1059" actId="47"/>
      <pc:docMkLst>
        <pc:docMk/>
      </pc:docMkLst>
      <pc:sldChg chg="modSp add mod">
        <pc:chgData name="Santillan, Enrique J" userId="04f2db71-f1db-4aab-b699-e0c37a85f128" providerId="ADAL" clId="{4EA27CF6-252E-410A-91FC-BFEFC8C45BBB}" dt="2021-02-20T17:34:32.282" v="768" actId="1076"/>
        <pc:sldMkLst>
          <pc:docMk/>
          <pc:sldMk cId="3405437644" sldId="258"/>
        </pc:sldMkLst>
        <pc:spChg chg="mod">
          <ac:chgData name="Santillan, Enrique J" userId="04f2db71-f1db-4aab-b699-e0c37a85f128" providerId="ADAL" clId="{4EA27CF6-252E-410A-91FC-BFEFC8C45BBB}" dt="2021-02-20T17:34:32.282" v="768" actId="1076"/>
          <ac:spMkLst>
            <pc:docMk/>
            <pc:sldMk cId="3405437644" sldId="258"/>
            <ac:spMk id="4" creationId="{CDB7A6EF-B072-469B-B2C5-7E2EAFFBF437}"/>
          </ac:spMkLst>
        </pc:spChg>
        <pc:picChg chg="mod">
          <ac:chgData name="Santillan, Enrique J" userId="04f2db71-f1db-4aab-b699-e0c37a85f128" providerId="ADAL" clId="{4EA27CF6-252E-410A-91FC-BFEFC8C45BBB}" dt="2021-02-20T17:34:29.607" v="767" actId="1076"/>
          <ac:picMkLst>
            <pc:docMk/>
            <pc:sldMk cId="3405437644" sldId="258"/>
            <ac:picMk id="14" creationId="{646340B2-56ED-4D4F-871B-390C5F50904D}"/>
          </ac:picMkLst>
        </pc:picChg>
      </pc:sldChg>
      <pc:sldChg chg="modSp add mod">
        <pc:chgData name="Santillan, Enrique J" userId="04f2db71-f1db-4aab-b699-e0c37a85f128" providerId="ADAL" clId="{4EA27CF6-252E-410A-91FC-BFEFC8C45BBB}" dt="2021-02-20T17:37:22.619" v="839" actId="20577"/>
        <pc:sldMkLst>
          <pc:docMk/>
          <pc:sldMk cId="1386544049" sldId="262"/>
        </pc:sldMkLst>
        <pc:spChg chg="mod">
          <ac:chgData name="Santillan, Enrique J" userId="04f2db71-f1db-4aab-b699-e0c37a85f128" providerId="ADAL" clId="{4EA27CF6-252E-410A-91FC-BFEFC8C45BBB}" dt="2021-02-20T17:37:22.619" v="839" actId="20577"/>
          <ac:spMkLst>
            <pc:docMk/>
            <pc:sldMk cId="1386544049" sldId="262"/>
            <ac:spMk id="3" creationId="{CF116C66-B24E-4F8A-AA51-F4928B84DE26}"/>
          </ac:spMkLst>
        </pc:spChg>
      </pc:sldChg>
      <pc:sldChg chg="modSp add mod">
        <pc:chgData name="Santillan, Enrique J" userId="04f2db71-f1db-4aab-b699-e0c37a85f128" providerId="ADAL" clId="{4EA27CF6-252E-410A-91FC-BFEFC8C45BBB}" dt="2021-02-20T17:37:45.697" v="841" actId="27636"/>
        <pc:sldMkLst>
          <pc:docMk/>
          <pc:sldMk cId="852481996" sldId="263"/>
        </pc:sldMkLst>
        <pc:spChg chg="mod">
          <ac:chgData name="Santillan, Enrique J" userId="04f2db71-f1db-4aab-b699-e0c37a85f128" providerId="ADAL" clId="{4EA27CF6-252E-410A-91FC-BFEFC8C45BBB}" dt="2021-02-20T17:37:45.697" v="841" actId="27636"/>
          <ac:spMkLst>
            <pc:docMk/>
            <pc:sldMk cId="852481996" sldId="263"/>
            <ac:spMk id="4" creationId="{DDAACA67-4CA5-4A0E-9914-6F801338930B}"/>
          </ac:spMkLst>
        </pc:spChg>
      </pc:sldChg>
      <pc:sldChg chg="modSp add mod">
        <pc:chgData name="Santillan, Enrique J" userId="04f2db71-f1db-4aab-b699-e0c37a85f128" providerId="ADAL" clId="{4EA27CF6-252E-410A-91FC-BFEFC8C45BBB}" dt="2021-02-20T17:41:09.348" v="844" actId="1076"/>
        <pc:sldMkLst>
          <pc:docMk/>
          <pc:sldMk cId="1591742896" sldId="264"/>
        </pc:sldMkLst>
        <pc:spChg chg="mod">
          <ac:chgData name="Santillan, Enrique J" userId="04f2db71-f1db-4aab-b699-e0c37a85f128" providerId="ADAL" clId="{4EA27CF6-252E-410A-91FC-BFEFC8C45BBB}" dt="2021-02-20T17:41:09.348" v="844" actId="1076"/>
          <ac:spMkLst>
            <pc:docMk/>
            <pc:sldMk cId="1591742896" sldId="264"/>
            <ac:spMk id="4" creationId="{DDAACA67-4CA5-4A0E-9914-6F801338930B}"/>
          </ac:spMkLst>
        </pc:spChg>
      </pc:sldChg>
      <pc:sldChg chg="modSp add mod">
        <pc:chgData name="Santillan, Enrique J" userId="04f2db71-f1db-4aab-b699-e0c37a85f128" providerId="ADAL" clId="{4EA27CF6-252E-410A-91FC-BFEFC8C45BBB}" dt="2021-02-20T17:41:42.982" v="851" actId="207"/>
        <pc:sldMkLst>
          <pc:docMk/>
          <pc:sldMk cId="2599527712" sldId="265"/>
        </pc:sldMkLst>
        <pc:spChg chg="mod">
          <ac:chgData name="Santillan, Enrique J" userId="04f2db71-f1db-4aab-b699-e0c37a85f128" providerId="ADAL" clId="{4EA27CF6-252E-410A-91FC-BFEFC8C45BBB}" dt="2021-02-20T17:41:14.114" v="845" actId="1076"/>
          <ac:spMkLst>
            <pc:docMk/>
            <pc:sldMk cId="2599527712" sldId="265"/>
            <ac:spMk id="12" creationId="{9A8CF401-4BF6-452D-94D4-4D2F783801EC}"/>
          </ac:spMkLst>
        </pc:spChg>
        <pc:graphicFrameChg chg="mod modGraphic">
          <ac:chgData name="Santillan, Enrique J" userId="04f2db71-f1db-4aab-b699-e0c37a85f128" providerId="ADAL" clId="{4EA27CF6-252E-410A-91FC-BFEFC8C45BBB}" dt="2021-02-20T17:41:42.982" v="851" actId="207"/>
          <ac:graphicFrameMkLst>
            <pc:docMk/>
            <pc:sldMk cId="2599527712" sldId="265"/>
            <ac:graphicFrameMk id="15" creationId="{31DB9785-2C53-4642-9AF5-FB4683C33480}"/>
          </ac:graphicFrameMkLst>
        </pc:graphicFrameChg>
        <pc:graphicFrameChg chg="mod modGraphic">
          <ac:chgData name="Santillan, Enrique J" userId="04f2db71-f1db-4aab-b699-e0c37a85f128" providerId="ADAL" clId="{4EA27CF6-252E-410A-91FC-BFEFC8C45BBB}" dt="2021-02-20T17:41:39.967" v="850" actId="207"/>
          <ac:graphicFrameMkLst>
            <pc:docMk/>
            <pc:sldMk cId="2599527712" sldId="265"/>
            <ac:graphicFrameMk id="16" creationId="{8DCFE327-538F-422B-8833-61FF61DBBA2D}"/>
          </ac:graphicFrameMkLst>
        </pc:graphicFrameChg>
        <pc:graphicFrameChg chg="mod modGraphic">
          <ac:chgData name="Santillan, Enrique J" userId="04f2db71-f1db-4aab-b699-e0c37a85f128" providerId="ADAL" clId="{4EA27CF6-252E-410A-91FC-BFEFC8C45BBB}" dt="2021-02-20T17:41:36.667" v="849" actId="207"/>
          <ac:graphicFrameMkLst>
            <pc:docMk/>
            <pc:sldMk cId="2599527712" sldId="265"/>
            <ac:graphicFrameMk id="17" creationId="{792ACA59-F344-430D-8067-EF6A3A3553E4}"/>
          </ac:graphicFrameMkLst>
        </pc:graphicFrameChg>
      </pc:sldChg>
      <pc:sldChg chg="addSp delSp modSp mod">
        <pc:chgData name="Santillan, Enrique J" userId="04f2db71-f1db-4aab-b699-e0c37a85f128" providerId="ADAL" clId="{4EA27CF6-252E-410A-91FC-BFEFC8C45BBB}" dt="2021-02-20T17:26:47.502" v="171"/>
        <pc:sldMkLst>
          <pc:docMk/>
          <pc:sldMk cId="2462848399" sldId="266"/>
        </pc:sldMkLst>
        <pc:spChg chg="mod">
          <ac:chgData name="Santillan, Enrique J" userId="04f2db71-f1db-4aab-b699-e0c37a85f128" providerId="ADAL" clId="{4EA27CF6-252E-410A-91FC-BFEFC8C45BBB}" dt="2021-02-20T17:24:35.957" v="40" actId="20577"/>
          <ac:spMkLst>
            <pc:docMk/>
            <pc:sldMk cId="2462848399" sldId="266"/>
            <ac:spMk id="2" creationId="{91039AC8-9BED-4AD2-AD59-0455A6422623}"/>
          </ac:spMkLst>
        </pc:spChg>
        <pc:spChg chg="add del mod">
          <ac:chgData name="Santillan, Enrique J" userId="04f2db71-f1db-4aab-b699-e0c37a85f128" providerId="ADAL" clId="{4EA27CF6-252E-410A-91FC-BFEFC8C45BBB}" dt="2021-02-20T17:24:09.374" v="5"/>
          <ac:spMkLst>
            <pc:docMk/>
            <pc:sldMk cId="2462848399" sldId="266"/>
            <ac:spMk id="4" creationId="{8006C091-CDE9-4F28-9F52-C7C5B35ED260}"/>
          </ac:spMkLst>
        </pc:spChg>
        <pc:spChg chg="add del mod">
          <ac:chgData name="Santillan, Enrique J" userId="04f2db71-f1db-4aab-b699-e0c37a85f128" providerId="ADAL" clId="{4EA27CF6-252E-410A-91FC-BFEFC8C45BBB}" dt="2021-02-20T17:24:09.374" v="5"/>
          <ac:spMkLst>
            <pc:docMk/>
            <pc:sldMk cId="2462848399" sldId="266"/>
            <ac:spMk id="5" creationId="{E6F29812-1C8C-4F40-80AE-6BF886CB072D}"/>
          </ac:spMkLst>
        </pc:spChg>
        <pc:spChg chg="add del mod">
          <ac:chgData name="Santillan, Enrique J" userId="04f2db71-f1db-4aab-b699-e0c37a85f128" providerId="ADAL" clId="{4EA27CF6-252E-410A-91FC-BFEFC8C45BBB}" dt="2021-02-20T17:24:40.857" v="41" actId="478"/>
          <ac:spMkLst>
            <pc:docMk/>
            <pc:sldMk cId="2462848399" sldId="266"/>
            <ac:spMk id="6" creationId="{5339C2C6-0EE5-49EF-B4F9-868FE9C81D9A}"/>
          </ac:spMkLst>
        </pc:spChg>
        <pc:spChg chg="add mod">
          <ac:chgData name="Santillan, Enrique J" userId="04f2db71-f1db-4aab-b699-e0c37a85f128" providerId="ADAL" clId="{4EA27CF6-252E-410A-91FC-BFEFC8C45BBB}" dt="2021-02-20T17:26:47.502" v="171"/>
          <ac:spMkLst>
            <pc:docMk/>
            <pc:sldMk cId="2462848399" sldId="266"/>
            <ac:spMk id="9" creationId="{C1F64F17-A17D-421D-BC5E-C51EFC3ACA75}"/>
          </ac:spMkLst>
        </pc:spChg>
        <pc:graphicFrameChg chg="del mod">
          <ac:chgData name="Santillan, Enrique J" userId="04f2db71-f1db-4aab-b699-e0c37a85f128" providerId="ADAL" clId="{4EA27CF6-252E-410A-91FC-BFEFC8C45BBB}" dt="2021-02-20T17:24:42.774" v="42" actId="478"/>
          <ac:graphicFrameMkLst>
            <pc:docMk/>
            <pc:sldMk cId="2462848399" sldId="266"/>
            <ac:graphicFrameMk id="7" creationId="{D8E15B88-2AAB-45F5-9F7F-BC82C79A36B3}"/>
          </ac:graphicFrameMkLst>
        </pc:graphicFrameChg>
      </pc:sldChg>
      <pc:sldChg chg="del">
        <pc:chgData name="Santillan, Enrique J" userId="04f2db71-f1db-4aab-b699-e0c37a85f128" providerId="ADAL" clId="{4EA27CF6-252E-410A-91FC-BFEFC8C45BBB}" dt="2021-02-20T17:34:58.204" v="769" actId="47"/>
        <pc:sldMkLst>
          <pc:docMk/>
          <pc:sldMk cId="1870387867" sldId="267"/>
        </pc:sldMkLst>
      </pc:sldChg>
      <pc:sldChg chg="modSp add mod">
        <pc:chgData name="Santillan, Enrique J" userId="04f2db71-f1db-4aab-b699-e0c37a85f128" providerId="ADAL" clId="{4EA27CF6-252E-410A-91FC-BFEFC8C45BBB}" dt="2021-02-20T17:35:20.571" v="774" actId="1076"/>
        <pc:sldMkLst>
          <pc:docMk/>
          <pc:sldMk cId="1978097622" sldId="267"/>
        </pc:sldMkLst>
        <pc:spChg chg="mod">
          <ac:chgData name="Santillan, Enrique J" userId="04f2db71-f1db-4aab-b699-e0c37a85f128" providerId="ADAL" clId="{4EA27CF6-252E-410A-91FC-BFEFC8C45BBB}" dt="2021-02-20T17:35:20.571" v="774" actId="1076"/>
          <ac:spMkLst>
            <pc:docMk/>
            <pc:sldMk cId="1978097622" sldId="267"/>
            <ac:spMk id="7" creationId="{E774CBAB-C166-4114-838E-475AD09D5980}"/>
          </ac:spMkLst>
        </pc:spChg>
        <pc:spChg chg="mod">
          <ac:chgData name="Santillan, Enrique J" userId="04f2db71-f1db-4aab-b699-e0c37a85f128" providerId="ADAL" clId="{4EA27CF6-252E-410A-91FC-BFEFC8C45BBB}" dt="2021-02-20T17:35:13.004" v="772" actId="1076"/>
          <ac:spMkLst>
            <pc:docMk/>
            <pc:sldMk cId="1978097622" sldId="267"/>
            <ac:spMk id="15" creationId="{13E83E3D-1480-4BE4-B870-571340C26E41}"/>
          </ac:spMkLst>
        </pc:spChg>
        <pc:spChg chg="mod">
          <ac:chgData name="Santillan, Enrique J" userId="04f2db71-f1db-4aab-b699-e0c37a85f128" providerId="ADAL" clId="{4EA27CF6-252E-410A-91FC-BFEFC8C45BBB}" dt="2021-02-20T17:35:18.797" v="773" actId="1076"/>
          <ac:spMkLst>
            <pc:docMk/>
            <pc:sldMk cId="1978097622" sldId="267"/>
            <ac:spMk id="17" creationId="{BB359165-4237-4982-8454-5424F0F0F353}"/>
          </ac:spMkLst>
        </pc:spChg>
        <pc:picChg chg="mod">
          <ac:chgData name="Santillan, Enrique J" userId="04f2db71-f1db-4aab-b699-e0c37a85f128" providerId="ADAL" clId="{4EA27CF6-252E-410A-91FC-BFEFC8C45BBB}" dt="2021-02-20T17:35:10.123" v="771" actId="1076"/>
          <ac:picMkLst>
            <pc:docMk/>
            <pc:sldMk cId="1978097622" sldId="267"/>
            <ac:picMk id="8" creationId="{54FD8638-E7AF-425C-A86C-A8E9175F8A5A}"/>
          </ac:picMkLst>
        </pc:picChg>
      </pc:sldChg>
      <pc:sldChg chg="del">
        <pc:chgData name="Santillan, Enrique J" userId="04f2db71-f1db-4aab-b699-e0c37a85f128" providerId="ADAL" clId="{4EA27CF6-252E-410A-91FC-BFEFC8C45BBB}" dt="2021-02-20T17:36:51.686" v="806" actId="47"/>
        <pc:sldMkLst>
          <pc:docMk/>
          <pc:sldMk cId="3721864086" sldId="268"/>
        </pc:sldMkLst>
      </pc:sldChg>
      <pc:sldChg chg="del">
        <pc:chgData name="Santillan, Enrique J" userId="04f2db71-f1db-4aab-b699-e0c37a85f128" providerId="ADAL" clId="{4EA27CF6-252E-410A-91FC-BFEFC8C45BBB}" dt="2021-02-20T17:36:51.686" v="806" actId="47"/>
        <pc:sldMkLst>
          <pc:docMk/>
          <pc:sldMk cId="3146036487" sldId="269"/>
        </pc:sldMkLst>
      </pc:sldChg>
      <pc:sldChg chg="del">
        <pc:chgData name="Santillan, Enrique J" userId="04f2db71-f1db-4aab-b699-e0c37a85f128" providerId="ADAL" clId="{4EA27CF6-252E-410A-91FC-BFEFC8C45BBB}" dt="2021-02-20T17:36:51.686" v="806" actId="47"/>
        <pc:sldMkLst>
          <pc:docMk/>
          <pc:sldMk cId="3734415154" sldId="270"/>
        </pc:sldMkLst>
      </pc:sldChg>
      <pc:sldChg chg="addSp delSp modSp mod">
        <pc:chgData name="Santillan, Enrique J" userId="04f2db71-f1db-4aab-b699-e0c37a85f128" providerId="ADAL" clId="{4EA27CF6-252E-410A-91FC-BFEFC8C45BBB}" dt="2021-02-20T17:42:50.969" v="904" actId="20577"/>
        <pc:sldMkLst>
          <pc:docMk/>
          <pc:sldMk cId="1309855124" sldId="271"/>
        </pc:sldMkLst>
        <pc:spChg chg="add del mod">
          <ac:chgData name="Santillan, Enrique J" userId="04f2db71-f1db-4aab-b699-e0c37a85f128" providerId="ADAL" clId="{4EA27CF6-252E-410A-91FC-BFEFC8C45BBB}" dt="2021-02-20T17:42:22.301" v="889" actId="478"/>
          <ac:spMkLst>
            <pc:docMk/>
            <pc:sldMk cId="1309855124" sldId="271"/>
            <ac:spMk id="3" creationId="{931E8A37-A3D8-4F24-8535-28DE7F509A45}"/>
          </ac:spMkLst>
        </pc:spChg>
        <pc:spChg chg="del">
          <ac:chgData name="Santillan, Enrique J" userId="04f2db71-f1db-4aab-b699-e0c37a85f128" providerId="ADAL" clId="{4EA27CF6-252E-410A-91FC-BFEFC8C45BBB}" dt="2021-02-20T17:42:20.076" v="888" actId="478"/>
          <ac:spMkLst>
            <pc:docMk/>
            <pc:sldMk cId="1309855124" sldId="271"/>
            <ac:spMk id="9" creationId="{E5293A40-AD51-4281-A953-0D5B5C5DF6B0}"/>
          </ac:spMkLst>
        </pc:spChg>
        <pc:spChg chg="mod">
          <ac:chgData name="Santillan, Enrique J" userId="04f2db71-f1db-4aab-b699-e0c37a85f128" providerId="ADAL" clId="{4EA27CF6-252E-410A-91FC-BFEFC8C45BBB}" dt="2021-02-20T17:42:50.969" v="904" actId="20577"/>
          <ac:spMkLst>
            <pc:docMk/>
            <pc:sldMk cId="1309855124" sldId="271"/>
            <ac:spMk id="15" creationId="{5372A153-66DD-4DCD-9F4A-97B2FB814190}"/>
          </ac:spMkLst>
        </pc:spChg>
      </pc:sldChg>
      <pc:sldChg chg="del">
        <pc:chgData name="Santillan, Enrique J" userId="04f2db71-f1db-4aab-b699-e0c37a85f128" providerId="ADAL" clId="{4EA27CF6-252E-410A-91FC-BFEFC8C45BBB}" dt="2021-02-20T17:49:26.623" v="1057" actId="47"/>
        <pc:sldMkLst>
          <pc:docMk/>
          <pc:sldMk cId="3856083857" sldId="275"/>
        </pc:sldMkLst>
      </pc:sldChg>
      <pc:sldChg chg="del">
        <pc:chgData name="Santillan, Enrique J" userId="04f2db71-f1db-4aab-b699-e0c37a85f128" providerId="ADAL" clId="{4EA27CF6-252E-410A-91FC-BFEFC8C45BBB}" dt="2021-02-20T17:49:29.665" v="1058" actId="47"/>
        <pc:sldMkLst>
          <pc:docMk/>
          <pc:sldMk cId="1007033005" sldId="276"/>
        </pc:sldMkLst>
      </pc:sldChg>
      <pc:sldChg chg="del">
        <pc:chgData name="Santillan, Enrique J" userId="04f2db71-f1db-4aab-b699-e0c37a85f128" providerId="ADAL" clId="{4EA27CF6-252E-410A-91FC-BFEFC8C45BBB}" dt="2021-02-20T17:34:58.204" v="769" actId="47"/>
        <pc:sldMkLst>
          <pc:docMk/>
          <pc:sldMk cId="1629129991" sldId="293"/>
        </pc:sldMkLst>
      </pc:sldChg>
      <pc:sldChg chg="modSp add mod">
        <pc:chgData name="Santillan, Enrique J" userId="04f2db71-f1db-4aab-b699-e0c37a85f128" providerId="ADAL" clId="{4EA27CF6-252E-410A-91FC-BFEFC8C45BBB}" dt="2021-02-20T17:49:12.884" v="1056" actId="20577"/>
        <pc:sldMkLst>
          <pc:docMk/>
          <pc:sldMk cId="4105174273" sldId="293"/>
        </pc:sldMkLst>
        <pc:spChg chg="mod">
          <ac:chgData name="Santillan, Enrique J" userId="04f2db71-f1db-4aab-b699-e0c37a85f128" providerId="ADAL" clId="{4EA27CF6-252E-410A-91FC-BFEFC8C45BBB}" dt="2021-02-20T17:49:12.884" v="1056" actId="20577"/>
          <ac:spMkLst>
            <pc:docMk/>
            <pc:sldMk cId="4105174273" sldId="293"/>
            <ac:spMk id="4" creationId="{82934737-D113-440C-8ED4-DBBB416F28DD}"/>
          </ac:spMkLst>
        </pc:spChg>
        <pc:spChg chg="mod">
          <ac:chgData name="Santillan, Enrique J" userId="04f2db71-f1db-4aab-b699-e0c37a85f128" providerId="ADAL" clId="{4EA27CF6-252E-410A-91FC-BFEFC8C45BBB}" dt="2021-02-20T17:48:45.049" v="1009" actId="27636"/>
          <ac:spMkLst>
            <pc:docMk/>
            <pc:sldMk cId="4105174273" sldId="293"/>
            <ac:spMk id="5" creationId="{7ECF1DC1-FC5E-4358-8B8A-2EC48D0A8BA4}"/>
          </ac:spMkLst>
        </pc:spChg>
      </pc:sldChg>
      <pc:sldChg chg="del">
        <pc:chgData name="Santillan, Enrique J" userId="04f2db71-f1db-4aab-b699-e0c37a85f128" providerId="ADAL" clId="{4EA27CF6-252E-410A-91FC-BFEFC8C45BBB}" dt="2021-02-20T17:34:58.204" v="769" actId="47"/>
        <pc:sldMkLst>
          <pc:docMk/>
          <pc:sldMk cId="3378688598" sldId="294"/>
        </pc:sldMkLst>
      </pc:sldChg>
      <pc:sldChg chg="modSp add mod">
        <pc:chgData name="Santillan, Enrique J" userId="04f2db71-f1db-4aab-b699-e0c37a85f128" providerId="ADAL" clId="{4EA27CF6-252E-410A-91FC-BFEFC8C45BBB}" dt="2021-02-20T17:48:32.132" v="1002" actId="20577"/>
        <pc:sldMkLst>
          <pc:docMk/>
          <pc:sldMk cId="3529494540" sldId="295"/>
        </pc:sldMkLst>
        <pc:spChg chg="mod">
          <ac:chgData name="Santillan, Enrique J" userId="04f2db71-f1db-4aab-b699-e0c37a85f128" providerId="ADAL" clId="{4EA27CF6-252E-410A-91FC-BFEFC8C45BBB}" dt="2021-02-20T17:48:32.132" v="1002" actId="20577"/>
          <ac:spMkLst>
            <pc:docMk/>
            <pc:sldMk cId="3529494540" sldId="295"/>
            <ac:spMk id="2" creationId="{E350839D-1289-4A7A-BF4B-A0543F1958B7}"/>
          </ac:spMkLst>
        </pc:spChg>
        <pc:graphicFrameChg chg="mod">
          <ac:chgData name="Santillan, Enrique J" userId="04f2db71-f1db-4aab-b699-e0c37a85f128" providerId="ADAL" clId="{4EA27CF6-252E-410A-91FC-BFEFC8C45BBB}" dt="2021-02-20T17:47:54.466" v="991" actId="207"/>
          <ac:graphicFrameMkLst>
            <pc:docMk/>
            <pc:sldMk cId="3529494540" sldId="295"/>
            <ac:graphicFrameMk id="9" creationId="{521CDC2D-AA07-4782-B020-5C63CA969E01}"/>
          </ac:graphicFrameMkLst>
        </pc:graphicFrameChg>
        <pc:graphicFrameChg chg="mod">
          <ac:chgData name="Santillan, Enrique J" userId="04f2db71-f1db-4aab-b699-e0c37a85f128" providerId="ADAL" clId="{4EA27CF6-252E-410A-91FC-BFEFC8C45BBB}" dt="2021-02-20T17:48:07.782" v="996" actId="207"/>
          <ac:graphicFrameMkLst>
            <pc:docMk/>
            <pc:sldMk cId="3529494540" sldId="295"/>
            <ac:graphicFrameMk id="10" creationId="{5694D2CD-6FD8-4CED-83A2-8CA1E08CD484}"/>
          </ac:graphicFrameMkLst>
        </pc:graphicFrameChg>
      </pc:sldChg>
      <pc:sldChg chg="del">
        <pc:chgData name="Santillan, Enrique J" userId="04f2db71-f1db-4aab-b699-e0c37a85f128" providerId="ADAL" clId="{4EA27CF6-252E-410A-91FC-BFEFC8C45BBB}" dt="2021-02-20T17:34:58.204" v="769" actId="47"/>
        <pc:sldMkLst>
          <pc:docMk/>
          <pc:sldMk cId="2536559925" sldId="310"/>
        </pc:sldMkLst>
      </pc:sldChg>
      <pc:sldChg chg="del">
        <pc:chgData name="Santillan, Enrique J" userId="04f2db71-f1db-4aab-b699-e0c37a85f128" providerId="ADAL" clId="{4EA27CF6-252E-410A-91FC-BFEFC8C45BBB}" dt="2021-02-20T17:36:51.686" v="806" actId="47"/>
        <pc:sldMkLst>
          <pc:docMk/>
          <pc:sldMk cId="1203370729" sldId="311"/>
        </pc:sldMkLst>
      </pc:sldChg>
      <pc:sldChg chg="del">
        <pc:chgData name="Santillan, Enrique J" userId="04f2db71-f1db-4aab-b699-e0c37a85f128" providerId="ADAL" clId="{4EA27CF6-252E-410A-91FC-BFEFC8C45BBB}" dt="2021-02-20T17:34:58.204" v="769" actId="47"/>
        <pc:sldMkLst>
          <pc:docMk/>
          <pc:sldMk cId="2620751609" sldId="312"/>
        </pc:sldMkLst>
      </pc:sldChg>
      <pc:sldChg chg="del">
        <pc:chgData name="Santillan, Enrique J" userId="04f2db71-f1db-4aab-b699-e0c37a85f128" providerId="ADAL" clId="{4EA27CF6-252E-410A-91FC-BFEFC8C45BBB}" dt="2021-02-20T17:36:51.686" v="806" actId="47"/>
        <pc:sldMkLst>
          <pc:docMk/>
          <pc:sldMk cId="3133878703" sldId="313"/>
        </pc:sldMkLst>
      </pc:sldChg>
      <pc:sldChg chg="del">
        <pc:chgData name="Santillan, Enrique J" userId="04f2db71-f1db-4aab-b699-e0c37a85f128" providerId="ADAL" clId="{4EA27CF6-252E-410A-91FC-BFEFC8C45BBB}" dt="2021-02-20T17:36:51.686" v="806" actId="47"/>
        <pc:sldMkLst>
          <pc:docMk/>
          <pc:sldMk cId="2881057640" sldId="314"/>
        </pc:sldMkLst>
      </pc:sldChg>
      <pc:sldChg chg="del">
        <pc:chgData name="Santillan, Enrique J" userId="04f2db71-f1db-4aab-b699-e0c37a85f128" providerId="ADAL" clId="{4EA27CF6-252E-410A-91FC-BFEFC8C45BBB}" dt="2021-02-20T17:36:51.686" v="806" actId="47"/>
        <pc:sldMkLst>
          <pc:docMk/>
          <pc:sldMk cId="169360718" sldId="316"/>
        </pc:sldMkLst>
      </pc:sldChg>
      <pc:sldChg chg="del">
        <pc:chgData name="Santillan, Enrique J" userId="04f2db71-f1db-4aab-b699-e0c37a85f128" providerId="ADAL" clId="{4EA27CF6-252E-410A-91FC-BFEFC8C45BBB}" dt="2021-02-20T17:49:30.327" v="1059" actId="47"/>
        <pc:sldMkLst>
          <pc:docMk/>
          <pc:sldMk cId="1758287981" sldId="328"/>
        </pc:sldMkLst>
      </pc:sldChg>
      <pc:sldChg chg="modSp mod">
        <pc:chgData name="Santillan, Enrique J" userId="04f2db71-f1db-4aab-b699-e0c37a85f128" providerId="ADAL" clId="{4EA27CF6-252E-410A-91FC-BFEFC8C45BBB}" dt="2021-02-20T17:23:12.640" v="3" actId="20577"/>
        <pc:sldMkLst>
          <pc:docMk/>
          <pc:sldMk cId="1072223344" sldId="332"/>
        </pc:sldMkLst>
        <pc:spChg chg="mod">
          <ac:chgData name="Santillan, Enrique J" userId="04f2db71-f1db-4aab-b699-e0c37a85f128" providerId="ADAL" clId="{4EA27CF6-252E-410A-91FC-BFEFC8C45BBB}" dt="2021-02-20T17:23:12.640" v="3" actId="20577"/>
          <ac:spMkLst>
            <pc:docMk/>
            <pc:sldMk cId="1072223344" sldId="332"/>
            <ac:spMk id="5" creationId="{679F4BE2-8E4A-4003-B816-9E34781F7E88}"/>
          </ac:spMkLst>
        </pc:spChg>
      </pc:sldChg>
      <pc:sldChg chg="del">
        <pc:chgData name="Santillan, Enrique J" userId="04f2db71-f1db-4aab-b699-e0c37a85f128" providerId="ADAL" clId="{4EA27CF6-252E-410A-91FC-BFEFC8C45BBB}" dt="2021-02-20T17:36:51.686" v="806" actId="47"/>
        <pc:sldMkLst>
          <pc:docMk/>
          <pc:sldMk cId="3839650727" sldId="335"/>
        </pc:sldMkLst>
      </pc:sldChg>
      <pc:sldChg chg="addSp delSp modSp add mod">
        <pc:chgData name="Santillan, Enrique J" userId="04f2db71-f1db-4aab-b699-e0c37a85f128" providerId="ADAL" clId="{4EA27CF6-252E-410A-91FC-BFEFC8C45BBB}" dt="2021-02-20T17:31:39.612" v="503"/>
        <pc:sldMkLst>
          <pc:docMk/>
          <pc:sldMk cId="1141262437" sldId="337"/>
        </pc:sldMkLst>
        <pc:spChg chg="mod">
          <ac:chgData name="Santillan, Enrique J" userId="04f2db71-f1db-4aab-b699-e0c37a85f128" providerId="ADAL" clId="{4EA27CF6-252E-410A-91FC-BFEFC8C45BBB}" dt="2021-02-20T17:26:59.507" v="191" actId="20577"/>
          <ac:spMkLst>
            <pc:docMk/>
            <pc:sldMk cId="1141262437" sldId="337"/>
            <ac:spMk id="2" creationId="{91039AC8-9BED-4AD2-AD59-0455A6422623}"/>
          </ac:spMkLst>
        </pc:spChg>
        <pc:spChg chg="mod">
          <ac:chgData name="Santillan, Enrique J" userId="04f2db71-f1db-4aab-b699-e0c37a85f128" providerId="ADAL" clId="{4EA27CF6-252E-410A-91FC-BFEFC8C45BBB}" dt="2021-02-20T17:31:28.389" v="501" actId="33524"/>
          <ac:spMkLst>
            <pc:docMk/>
            <pc:sldMk cId="1141262437" sldId="337"/>
            <ac:spMk id="9" creationId="{C1F64F17-A17D-421D-BC5E-C51EFC3ACA75}"/>
          </ac:spMkLst>
        </pc:spChg>
        <pc:picChg chg="add mod">
          <ac:chgData name="Santillan, Enrique J" userId="04f2db71-f1db-4aab-b699-e0c37a85f128" providerId="ADAL" clId="{4EA27CF6-252E-410A-91FC-BFEFC8C45BBB}" dt="2021-02-20T17:28:24.256" v="388" actId="1076"/>
          <ac:picMkLst>
            <pc:docMk/>
            <pc:sldMk cId="1141262437" sldId="337"/>
            <ac:picMk id="4" creationId="{6D610F43-46B0-42D9-A327-4586B254684C}"/>
          </ac:picMkLst>
        </pc:picChg>
        <pc:picChg chg="add del">
          <ac:chgData name="Santillan, Enrique J" userId="04f2db71-f1db-4aab-b699-e0c37a85f128" providerId="ADAL" clId="{4EA27CF6-252E-410A-91FC-BFEFC8C45BBB}" dt="2021-02-20T17:31:39.612" v="503"/>
          <ac:picMkLst>
            <pc:docMk/>
            <pc:sldMk cId="1141262437" sldId="337"/>
            <ac:picMk id="5" creationId="{9B146AB0-041B-4BA0-86C2-C19AEB3600F1}"/>
          </ac:picMkLst>
        </pc:picChg>
      </pc:sldChg>
      <pc:sldChg chg="addSp delSp modSp add mod">
        <pc:chgData name="Santillan, Enrique J" userId="04f2db71-f1db-4aab-b699-e0c37a85f128" providerId="ADAL" clId="{4EA27CF6-252E-410A-91FC-BFEFC8C45BBB}" dt="2021-02-20T17:33:35.581" v="742"/>
        <pc:sldMkLst>
          <pc:docMk/>
          <pc:sldMk cId="2460330778" sldId="338"/>
        </pc:sldMkLst>
        <pc:spChg chg="mod">
          <ac:chgData name="Santillan, Enrique J" userId="04f2db71-f1db-4aab-b699-e0c37a85f128" providerId="ADAL" clId="{4EA27CF6-252E-410A-91FC-BFEFC8C45BBB}" dt="2021-02-20T17:31:49.356" v="519" actId="20577"/>
          <ac:spMkLst>
            <pc:docMk/>
            <pc:sldMk cId="2460330778" sldId="338"/>
            <ac:spMk id="2" creationId="{91039AC8-9BED-4AD2-AD59-0455A6422623}"/>
          </ac:spMkLst>
        </pc:spChg>
        <pc:spChg chg="mod">
          <ac:chgData name="Santillan, Enrique J" userId="04f2db71-f1db-4aab-b699-e0c37a85f128" providerId="ADAL" clId="{4EA27CF6-252E-410A-91FC-BFEFC8C45BBB}" dt="2021-02-20T17:33:21.822" v="740" actId="20577"/>
          <ac:spMkLst>
            <pc:docMk/>
            <pc:sldMk cId="2460330778" sldId="338"/>
            <ac:spMk id="9" creationId="{C1F64F17-A17D-421D-BC5E-C51EFC3ACA75}"/>
          </ac:spMkLst>
        </pc:spChg>
        <pc:picChg chg="del">
          <ac:chgData name="Santillan, Enrique J" userId="04f2db71-f1db-4aab-b699-e0c37a85f128" providerId="ADAL" clId="{4EA27CF6-252E-410A-91FC-BFEFC8C45BBB}" dt="2021-02-20T17:31:57.922" v="520" actId="478"/>
          <ac:picMkLst>
            <pc:docMk/>
            <pc:sldMk cId="2460330778" sldId="338"/>
            <ac:picMk id="4" creationId="{6D610F43-46B0-42D9-A327-4586B254684C}"/>
          </ac:picMkLst>
        </pc:picChg>
        <pc:picChg chg="add mod">
          <ac:chgData name="Santillan, Enrique J" userId="04f2db71-f1db-4aab-b699-e0c37a85f128" providerId="ADAL" clId="{4EA27CF6-252E-410A-91FC-BFEFC8C45BBB}" dt="2021-02-20T17:32:01.234" v="522" actId="1076"/>
          <ac:picMkLst>
            <pc:docMk/>
            <pc:sldMk cId="2460330778" sldId="338"/>
            <ac:picMk id="6" creationId="{1026226B-B9AF-4AFB-B750-CA56C5AAABF9}"/>
          </ac:picMkLst>
        </pc:picChg>
        <pc:picChg chg="add del mod">
          <ac:chgData name="Santillan, Enrique J" userId="04f2db71-f1db-4aab-b699-e0c37a85f128" providerId="ADAL" clId="{4EA27CF6-252E-410A-91FC-BFEFC8C45BBB}" dt="2021-02-20T17:33:35.581" v="742"/>
          <ac:picMkLst>
            <pc:docMk/>
            <pc:sldMk cId="2460330778" sldId="338"/>
            <ac:picMk id="7" creationId="{9CC069C8-17AF-4F37-BEB1-65CC6F952F0F}"/>
          </ac:picMkLst>
        </pc:picChg>
      </pc:sldChg>
      <pc:sldChg chg="modSp add mod">
        <pc:chgData name="Santillan, Enrique J" userId="04f2db71-f1db-4aab-b699-e0c37a85f128" providerId="ADAL" clId="{4EA27CF6-252E-410A-91FC-BFEFC8C45BBB}" dt="2021-02-20T17:35:47.704" v="803" actId="20577"/>
        <pc:sldMkLst>
          <pc:docMk/>
          <pc:sldMk cId="818614588" sldId="339"/>
        </pc:sldMkLst>
        <pc:spChg chg="mod">
          <ac:chgData name="Santillan, Enrique J" userId="04f2db71-f1db-4aab-b699-e0c37a85f128" providerId="ADAL" clId="{4EA27CF6-252E-410A-91FC-BFEFC8C45BBB}" dt="2021-02-20T17:35:47.704" v="803" actId="20577"/>
          <ac:spMkLst>
            <pc:docMk/>
            <pc:sldMk cId="818614588" sldId="339"/>
            <ac:spMk id="2" creationId="{E542A948-E0F9-4CC7-87E9-FCCF9CFA4D78}"/>
          </ac:spMkLst>
        </pc:spChg>
        <pc:spChg chg="mod">
          <ac:chgData name="Santillan, Enrique J" userId="04f2db71-f1db-4aab-b699-e0c37a85f128" providerId="ADAL" clId="{4EA27CF6-252E-410A-91FC-BFEFC8C45BBB}" dt="2021-02-20T17:35:38.826" v="776" actId="1076"/>
          <ac:spMkLst>
            <pc:docMk/>
            <pc:sldMk cId="818614588" sldId="339"/>
            <ac:spMk id="11" creationId="{CDA57849-C204-4F47-B8DA-298BF08D99B0}"/>
          </ac:spMkLst>
        </pc:spChg>
      </pc:sldChg>
      <pc:sldChg chg="modSp add del mod">
        <pc:chgData name="Santillan, Enrique J" userId="04f2db71-f1db-4aab-b699-e0c37a85f128" providerId="ADAL" clId="{4EA27CF6-252E-410A-91FC-BFEFC8C45BBB}" dt="2021-02-20T17:34:25.788" v="765" actId="47"/>
        <pc:sldMkLst>
          <pc:docMk/>
          <pc:sldMk cId="2418534742" sldId="339"/>
        </pc:sldMkLst>
        <pc:spChg chg="mod">
          <ac:chgData name="Santillan, Enrique J" userId="04f2db71-f1db-4aab-b699-e0c37a85f128" providerId="ADAL" clId="{4EA27CF6-252E-410A-91FC-BFEFC8C45BBB}" dt="2021-02-20T17:33:43.848" v="763" actId="20577"/>
          <ac:spMkLst>
            <pc:docMk/>
            <pc:sldMk cId="2418534742" sldId="339"/>
            <ac:spMk id="2" creationId="{91039AC8-9BED-4AD2-AD59-0455A6422623}"/>
          </ac:spMkLst>
        </pc:spChg>
      </pc:sldChg>
      <pc:sldChg chg="add">
        <pc:chgData name="Santillan, Enrique J" userId="04f2db71-f1db-4aab-b699-e0c37a85f128" providerId="ADAL" clId="{4EA27CF6-252E-410A-91FC-BFEFC8C45BBB}" dt="2021-02-20T17:35:54.008" v="804"/>
        <pc:sldMkLst>
          <pc:docMk/>
          <pc:sldMk cId="766574124" sldId="340"/>
        </pc:sldMkLst>
      </pc:sldChg>
      <pc:sldChg chg="add">
        <pc:chgData name="Santillan, Enrique J" userId="04f2db71-f1db-4aab-b699-e0c37a85f128" providerId="ADAL" clId="{4EA27CF6-252E-410A-91FC-BFEFC8C45BBB}" dt="2021-02-20T17:36:13.143" v="805"/>
        <pc:sldMkLst>
          <pc:docMk/>
          <pc:sldMk cId="3643088031" sldId="341"/>
        </pc:sldMkLst>
      </pc:sldChg>
      <pc:sldChg chg="modSp add mod">
        <pc:chgData name="Santillan, Enrique J" userId="04f2db71-f1db-4aab-b699-e0c37a85f128" providerId="ADAL" clId="{4EA27CF6-252E-410A-91FC-BFEFC8C45BBB}" dt="2021-02-20T17:42:36.267" v="893" actId="1076"/>
        <pc:sldMkLst>
          <pc:docMk/>
          <pc:sldMk cId="2120095105" sldId="824"/>
        </pc:sldMkLst>
        <pc:spChg chg="mod">
          <ac:chgData name="Santillan, Enrique J" userId="04f2db71-f1db-4aab-b699-e0c37a85f128" providerId="ADAL" clId="{4EA27CF6-252E-410A-91FC-BFEFC8C45BBB}" dt="2021-02-20T17:42:33.150" v="891" actId="1076"/>
          <ac:spMkLst>
            <pc:docMk/>
            <pc:sldMk cId="2120095105" sldId="824"/>
            <ac:spMk id="6" creationId="{3837D52D-7CA3-4543-9F6D-B884F32C371F}"/>
          </ac:spMkLst>
        </pc:spChg>
        <pc:picChg chg="mod">
          <ac:chgData name="Santillan, Enrique J" userId="04f2db71-f1db-4aab-b699-e0c37a85f128" providerId="ADAL" clId="{4EA27CF6-252E-410A-91FC-BFEFC8C45BBB}" dt="2021-02-20T17:42:36.267" v="893" actId="1076"/>
          <ac:picMkLst>
            <pc:docMk/>
            <pc:sldMk cId="2120095105" sldId="824"/>
            <ac:picMk id="14" creationId="{23CACEDC-E988-49F7-A43A-BEB80E1B2F43}"/>
          </ac:picMkLst>
        </pc:picChg>
      </pc:sldChg>
      <pc:sldChg chg="modSp add mod">
        <pc:chgData name="Santillan, Enrique J" userId="04f2db71-f1db-4aab-b699-e0c37a85f128" providerId="ADAL" clId="{4EA27CF6-252E-410A-91FC-BFEFC8C45BBB}" dt="2021-02-20T17:45:35.202" v="921" actId="207"/>
        <pc:sldMkLst>
          <pc:docMk/>
          <pc:sldMk cId="3290201813" sldId="825"/>
        </pc:sldMkLst>
        <pc:spChg chg="mod">
          <ac:chgData name="Santillan, Enrique J" userId="04f2db71-f1db-4aab-b699-e0c37a85f128" providerId="ADAL" clId="{4EA27CF6-252E-410A-91FC-BFEFC8C45BBB}" dt="2021-02-20T17:44:00.049" v="906" actId="1076"/>
          <ac:spMkLst>
            <pc:docMk/>
            <pc:sldMk cId="3290201813" sldId="825"/>
            <ac:spMk id="6" creationId="{3837D52D-7CA3-4543-9F6D-B884F32C371F}"/>
          </ac:spMkLst>
        </pc:spChg>
        <pc:spChg chg="mod">
          <ac:chgData name="Santillan, Enrique J" userId="04f2db71-f1db-4aab-b699-e0c37a85f128" providerId="ADAL" clId="{4EA27CF6-252E-410A-91FC-BFEFC8C45BBB}" dt="2021-02-20T17:45:35.202" v="921" actId="207"/>
          <ac:spMkLst>
            <pc:docMk/>
            <pc:sldMk cId="3290201813" sldId="825"/>
            <ac:spMk id="9" creationId="{70E26ACF-6676-4B79-B949-4381A956F9CE}"/>
          </ac:spMkLst>
        </pc:spChg>
        <pc:spChg chg="mod">
          <ac:chgData name="Santillan, Enrique J" userId="04f2db71-f1db-4aab-b699-e0c37a85f128" providerId="ADAL" clId="{4EA27CF6-252E-410A-91FC-BFEFC8C45BBB}" dt="2021-02-20T17:45:35.202" v="921" actId="207"/>
          <ac:spMkLst>
            <pc:docMk/>
            <pc:sldMk cId="3290201813" sldId="825"/>
            <ac:spMk id="10" creationId="{5D485EBB-536C-4D04-AD2C-E87705B1B59D}"/>
          </ac:spMkLst>
        </pc:spChg>
        <pc:spChg chg="mod">
          <ac:chgData name="Santillan, Enrique J" userId="04f2db71-f1db-4aab-b699-e0c37a85f128" providerId="ADAL" clId="{4EA27CF6-252E-410A-91FC-BFEFC8C45BBB}" dt="2021-02-20T17:45:35.202" v="921" actId="207"/>
          <ac:spMkLst>
            <pc:docMk/>
            <pc:sldMk cId="3290201813" sldId="825"/>
            <ac:spMk id="11" creationId="{655B10AD-D486-462E-A72E-A074312E09C5}"/>
          </ac:spMkLst>
        </pc:spChg>
        <pc:spChg chg="mod">
          <ac:chgData name="Santillan, Enrique J" userId="04f2db71-f1db-4aab-b699-e0c37a85f128" providerId="ADAL" clId="{4EA27CF6-252E-410A-91FC-BFEFC8C45BBB}" dt="2021-02-20T17:45:35.202" v="921" actId="207"/>
          <ac:spMkLst>
            <pc:docMk/>
            <pc:sldMk cId="3290201813" sldId="825"/>
            <ac:spMk id="12" creationId="{7A50ED27-F8A7-47EC-82D8-91250F6C69D1}"/>
          </ac:spMkLst>
        </pc:spChg>
        <pc:spChg chg="mod">
          <ac:chgData name="Santillan, Enrique J" userId="04f2db71-f1db-4aab-b699-e0c37a85f128" providerId="ADAL" clId="{4EA27CF6-252E-410A-91FC-BFEFC8C45BBB}" dt="2021-02-20T17:45:35.202" v="921" actId="207"/>
          <ac:spMkLst>
            <pc:docMk/>
            <pc:sldMk cId="3290201813" sldId="825"/>
            <ac:spMk id="13" creationId="{F59170BB-4620-4A35-9D9F-D20775364893}"/>
          </ac:spMkLst>
        </pc:spChg>
        <pc:spChg chg="mod">
          <ac:chgData name="Santillan, Enrique J" userId="04f2db71-f1db-4aab-b699-e0c37a85f128" providerId="ADAL" clId="{4EA27CF6-252E-410A-91FC-BFEFC8C45BBB}" dt="2021-02-20T17:45:35.202" v="921" actId="207"/>
          <ac:spMkLst>
            <pc:docMk/>
            <pc:sldMk cId="3290201813" sldId="825"/>
            <ac:spMk id="14" creationId="{2AE4EBA3-7D53-44A5-B22C-8744F1D3BAC3}"/>
          </ac:spMkLst>
        </pc:spChg>
        <pc:spChg chg="mod">
          <ac:chgData name="Santillan, Enrique J" userId="04f2db71-f1db-4aab-b699-e0c37a85f128" providerId="ADAL" clId="{4EA27CF6-252E-410A-91FC-BFEFC8C45BBB}" dt="2021-02-20T17:45:35.202" v="921" actId="207"/>
          <ac:spMkLst>
            <pc:docMk/>
            <pc:sldMk cId="3290201813" sldId="825"/>
            <ac:spMk id="15" creationId="{244308E9-A243-42CF-A565-A19EA5458903}"/>
          </ac:spMkLst>
        </pc:spChg>
        <pc:picChg chg="mod">
          <ac:chgData name="Santillan, Enrique J" userId="04f2db71-f1db-4aab-b699-e0c37a85f128" providerId="ADAL" clId="{4EA27CF6-252E-410A-91FC-BFEFC8C45BBB}" dt="2021-02-20T17:44:41.932" v="914" actId="1076"/>
          <ac:picMkLst>
            <pc:docMk/>
            <pc:sldMk cId="3290201813" sldId="825"/>
            <ac:picMk id="3" creationId="{49FBE093-40D7-4B14-91AA-32258FAEE8FB}"/>
          </ac:picMkLst>
        </pc:picChg>
      </pc:sldChg>
      <pc:sldChg chg="modSp add mod">
        <pc:chgData name="Santillan, Enrique J" userId="04f2db71-f1db-4aab-b699-e0c37a85f128" providerId="ADAL" clId="{4EA27CF6-252E-410A-91FC-BFEFC8C45BBB}" dt="2021-02-20T17:45:54.046" v="923" actId="1076"/>
        <pc:sldMkLst>
          <pc:docMk/>
          <pc:sldMk cId="1140560542" sldId="826"/>
        </pc:sldMkLst>
        <pc:spChg chg="mod">
          <ac:chgData name="Santillan, Enrique J" userId="04f2db71-f1db-4aab-b699-e0c37a85f128" providerId="ADAL" clId="{4EA27CF6-252E-410A-91FC-BFEFC8C45BBB}" dt="2021-02-20T17:45:54.046" v="923" actId="1076"/>
          <ac:spMkLst>
            <pc:docMk/>
            <pc:sldMk cId="1140560542" sldId="826"/>
            <ac:spMk id="6" creationId="{3837D52D-7CA3-4543-9F6D-B884F32C371F}"/>
          </ac:spMkLst>
        </pc:spChg>
        <pc:spChg chg="mod">
          <ac:chgData name="Santillan, Enrique J" userId="04f2db71-f1db-4aab-b699-e0c37a85f128" providerId="ADAL" clId="{4EA27CF6-252E-410A-91FC-BFEFC8C45BBB}" dt="2021-02-20T17:45:21.090" v="918" actId="207"/>
          <ac:spMkLst>
            <pc:docMk/>
            <pc:sldMk cId="1140560542" sldId="826"/>
            <ac:spMk id="14" creationId="{2AE4EBA3-7D53-44A5-B22C-8744F1D3BAC3}"/>
          </ac:spMkLst>
        </pc:spChg>
      </pc:sldChg>
      <pc:sldChg chg="modSp add mod">
        <pc:chgData name="Santillan, Enrique J" userId="04f2db71-f1db-4aab-b699-e0c37a85f128" providerId="ADAL" clId="{4EA27CF6-252E-410A-91FC-BFEFC8C45BBB}" dt="2021-02-20T17:46:09.816" v="926" actId="207"/>
        <pc:sldMkLst>
          <pc:docMk/>
          <pc:sldMk cId="3875209459" sldId="827"/>
        </pc:sldMkLst>
        <pc:spChg chg="mod">
          <ac:chgData name="Santillan, Enrique J" userId="04f2db71-f1db-4aab-b699-e0c37a85f128" providerId="ADAL" clId="{4EA27CF6-252E-410A-91FC-BFEFC8C45BBB}" dt="2021-02-20T17:46:09.816" v="926" actId="207"/>
          <ac:spMkLst>
            <pc:docMk/>
            <pc:sldMk cId="3875209459" sldId="827"/>
            <ac:spMk id="5" creationId="{1E7F95D2-43E8-4A48-A2FA-6F4A1638F639}"/>
          </ac:spMkLst>
        </pc:spChg>
        <pc:spChg chg="mod">
          <ac:chgData name="Santillan, Enrique J" userId="04f2db71-f1db-4aab-b699-e0c37a85f128" providerId="ADAL" clId="{4EA27CF6-252E-410A-91FC-BFEFC8C45BBB}" dt="2021-02-20T17:46:06.283" v="925" actId="27636"/>
          <ac:spMkLst>
            <pc:docMk/>
            <pc:sldMk cId="3875209459" sldId="827"/>
            <ac:spMk id="6" creationId="{3837D52D-7CA3-4543-9F6D-B884F32C371F}"/>
          </ac:spMkLst>
        </pc:spChg>
      </pc:sldChg>
      <pc:sldChg chg="modSp add mod">
        <pc:chgData name="Santillan, Enrique J" userId="04f2db71-f1db-4aab-b699-e0c37a85f128" providerId="ADAL" clId="{4EA27CF6-252E-410A-91FC-BFEFC8C45BBB}" dt="2021-02-20T17:46:50.410" v="948" actId="20577"/>
        <pc:sldMkLst>
          <pc:docMk/>
          <pc:sldMk cId="2877072880" sldId="828"/>
        </pc:sldMkLst>
        <pc:spChg chg="mod">
          <ac:chgData name="Santillan, Enrique J" userId="04f2db71-f1db-4aab-b699-e0c37a85f128" providerId="ADAL" clId="{4EA27CF6-252E-410A-91FC-BFEFC8C45BBB}" dt="2021-02-20T17:46:50.410" v="948" actId="20577"/>
          <ac:spMkLst>
            <pc:docMk/>
            <pc:sldMk cId="2877072880" sldId="828"/>
            <ac:spMk id="5" creationId="{1E7F95D2-43E8-4A48-A2FA-6F4A1638F639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F186BF-C901-446B-8B66-7D2F2837E008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9A6039-14DC-48E5-B702-8A01F7DF648A}">
      <dgm:prSet phldrT="[Text]"/>
      <dgm:spPr/>
      <dgm:t>
        <a:bodyPr/>
        <a:lstStyle/>
        <a:p>
          <a:r>
            <a:rPr lang="en-US" dirty="0" err="1"/>
            <a:t>Xreg</a:t>
          </a:r>
          <a:r>
            <a:rPr lang="en-US" dirty="0"/>
            <a:t> Action</a:t>
          </a:r>
        </a:p>
      </dgm:t>
    </dgm:pt>
    <dgm:pt modelId="{12E9B947-A5F7-42AA-B8F4-0451562B80F9}" type="parTrans" cxnId="{470DEA5B-3961-46E6-895E-DFF853557648}">
      <dgm:prSet/>
      <dgm:spPr/>
      <dgm:t>
        <a:bodyPr/>
        <a:lstStyle/>
        <a:p>
          <a:endParaRPr lang="en-US"/>
        </a:p>
      </dgm:t>
    </dgm:pt>
    <dgm:pt modelId="{8940961D-1B1B-44E4-82C8-B6BAF5531D0D}" type="sibTrans" cxnId="{470DEA5B-3961-46E6-895E-DFF853557648}">
      <dgm:prSet/>
      <dgm:spPr/>
      <dgm:t>
        <a:bodyPr/>
        <a:lstStyle/>
        <a:p>
          <a:endParaRPr lang="en-US"/>
        </a:p>
      </dgm:t>
    </dgm:pt>
    <dgm:pt modelId="{BE8BD7CB-3B2E-44DA-A3C9-335CDD1A7110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1B1E358F-0B85-43D9-9D02-FB92A6107AFB}" type="parTrans" cxnId="{4C0DFB66-E832-4F2C-B4BA-8D4B9DF3784F}">
      <dgm:prSet/>
      <dgm:spPr/>
      <dgm:t>
        <a:bodyPr/>
        <a:lstStyle/>
        <a:p>
          <a:endParaRPr lang="en-US"/>
        </a:p>
      </dgm:t>
    </dgm:pt>
    <dgm:pt modelId="{66926AD3-0663-417D-BEB3-6D54F3669028}" type="sibTrans" cxnId="{4C0DFB66-E832-4F2C-B4BA-8D4B9DF3784F}">
      <dgm:prSet/>
      <dgm:spPr/>
      <dgm:t>
        <a:bodyPr/>
        <a:lstStyle/>
        <a:p>
          <a:endParaRPr lang="en-US"/>
        </a:p>
      </dgm:t>
    </dgm:pt>
    <dgm:pt modelId="{203F88E9-9BDA-4F58-8578-8F7C0CBFA8AA}">
      <dgm:prSet phldrT="[Text]"/>
      <dgm:spPr/>
      <dgm:t>
        <a:bodyPr/>
        <a:lstStyle/>
        <a:p>
          <a:r>
            <a:rPr lang="en-US" dirty="0"/>
            <a:t>WR </a:t>
          </a:r>
          <a:r>
            <a:rPr lang="en-US" dirty="0" err="1"/>
            <a:t>Cmd</a:t>
          </a:r>
          <a:endParaRPr lang="en-US" dirty="0"/>
        </a:p>
      </dgm:t>
    </dgm:pt>
    <dgm:pt modelId="{8DB062F5-CB08-43E1-843E-B2AB52156EC9}" type="parTrans" cxnId="{3E0A0984-C1EA-477E-85AB-8C583F79F069}">
      <dgm:prSet/>
      <dgm:spPr/>
      <dgm:t>
        <a:bodyPr/>
        <a:lstStyle/>
        <a:p>
          <a:endParaRPr lang="en-US"/>
        </a:p>
      </dgm:t>
    </dgm:pt>
    <dgm:pt modelId="{7C94FBD1-0366-4C61-8338-147182D5DBC8}" type="sibTrans" cxnId="{3E0A0984-C1EA-477E-85AB-8C583F79F069}">
      <dgm:prSet/>
      <dgm:spPr/>
      <dgm:t>
        <a:bodyPr/>
        <a:lstStyle/>
        <a:p>
          <a:endParaRPr lang="en-US"/>
        </a:p>
      </dgm:t>
    </dgm:pt>
    <dgm:pt modelId="{F15EB9B2-F12E-4B50-B802-57FF5D13F7D9}">
      <dgm:prSet phldrT="[Text]"/>
      <dgm:spPr/>
      <dgm:t>
        <a:bodyPr/>
        <a:lstStyle/>
        <a:p>
          <a:r>
            <a:rPr lang="en-US" dirty="0" err="1"/>
            <a:t>Xreg</a:t>
          </a:r>
          <a:r>
            <a:rPr lang="en-US" dirty="0"/>
            <a:t> Action</a:t>
          </a:r>
        </a:p>
      </dgm:t>
    </dgm:pt>
    <dgm:pt modelId="{874A16DA-0F80-40A9-BFB3-6555477C2B7A}" type="parTrans" cxnId="{EDEA5334-2987-4E6A-B907-6DBECEBD179D}">
      <dgm:prSet/>
      <dgm:spPr/>
      <dgm:t>
        <a:bodyPr/>
        <a:lstStyle/>
        <a:p>
          <a:endParaRPr lang="en-US"/>
        </a:p>
      </dgm:t>
    </dgm:pt>
    <dgm:pt modelId="{692FF7D0-72BC-4B3B-AE27-F59A93FA5D7E}" type="sibTrans" cxnId="{EDEA5334-2987-4E6A-B907-6DBECEBD179D}">
      <dgm:prSet/>
      <dgm:spPr/>
      <dgm:t>
        <a:bodyPr/>
        <a:lstStyle/>
        <a:p>
          <a:endParaRPr lang="en-US"/>
        </a:p>
      </dgm:t>
    </dgm:pt>
    <dgm:pt modelId="{6BD3963E-95FC-4AD4-A082-90D21A93CEDD}">
      <dgm:prSet phldrT="[Text]"/>
      <dgm:spPr/>
      <dgm:t>
        <a:bodyPr/>
        <a:lstStyle/>
        <a:p>
          <a:r>
            <a:rPr lang="en-US" dirty="0" err="1"/>
            <a:t>Xreg</a:t>
          </a:r>
          <a:r>
            <a:rPr lang="en-US" dirty="0"/>
            <a:t> Action</a:t>
          </a:r>
        </a:p>
      </dgm:t>
    </dgm:pt>
    <dgm:pt modelId="{47EF3780-D275-403A-AD87-5908C43B10F4}" type="parTrans" cxnId="{15C64893-2622-4999-8DC5-D0593944E30C}">
      <dgm:prSet/>
      <dgm:spPr/>
      <dgm:t>
        <a:bodyPr/>
        <a:lstStyle/>
        <a:p>
          <a:endParaRPr lang="en-US"/>
        </a:p>
      </dgm:t>
    </dgm:pt>
    <dgm:pt modelId="{0CD5655F-CB4A-4015-981F-52D6FC83CC19}" type="sibTrans" cxnId="{15C64893-2622-4999-8DC5-D0593944E30C}">
      <dgm:prSet/>
      <dgm:spPr/>
      <dgm:t>
        <a:bodyPr/>
        <a:lstStyle/>
        <a:p>
          <a:endParaRPr lang="en-US"/>
        </a:p>
      </dgm:t>
    </dgm:pt>
    <dgm:pt modelId="{AFA157D9-1066-408D-BC72-7AA9AF83C71F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A8BEC3F1-1BFC-45A3-9CBF-B18616F09FC7}" type="parTrans" cxnId="{CC61FB68-AB78-40C0-970C-D399BF1A8F9F}">
      <dgm:prSet/>
      <dgm:spPr/>
      <dgm:t>
        <a:bodyPr/>
        <a:lstStyle/>
        <a:p>
          <a:endParaRPr lang="en-US"/>
        </a:p>
      </dgm:t>
    </dgm:pt>
    <dgm:pt modelId="{F8650B01-F3F3-49D4-BCC2-2F8E0D943BAC}" type="sibTrans" cxnId="{CC61FB68-AB78-40C0-970C-D399BF1A8F9F}">
      <dgm:prSet/>
      <dgm:spPr/>
      <dgm:t>
        <a:bodyPr/>
        <a:lstStyle/>
        <a:p>
          <a:endParaRPr lang="en-US"/>
        </a:p>
      </dgm:t>
    </dgm:pt>
    <dgm:pt modelId="{357DA6C8-A6F0-4752-8021-42B207B74B96}">
      <dgm:prSet phldrT="[Text]"/>
      <dgm:spPr/>
      <dgm:t>
        <a:bodyPr/>
        <a:lstStyle/>
        <a:p>
          <a:r>
            <a:rPr lang="en-US" dirty="0"/>
            <a:t>WR </a:t>
          </a:r>
          <a:r>
            <a:rPr lang="en-US" dirty="0" err="1"/>
            <a:t>Cmd</a:t>
          </a:r>
          <a:endParaRPr lang="en-US" dirty="0"/>
        </a:p>
      </dgm:t>
    </dgm:pt>
    <dgm:pt modelId="{3C0F8B80-55E7-4259-ABE4-17D4C329B039}" type="parTrans" cxnId="{F7EC7BC7-1DA1-479E-8825-0B3C5D5BF0AB}">
      <dgm:prSet/>
      <dgm:spPr/>
      <dgm:t>
        <a:bodyPr/>
        <a:lstStyle/>
        <a:p>
          <a:endParaRPr lang="en-US"/>
        </a:p>
      </dgm:t>
    </dgm:pt>
    <dgm:pt modelId="{F76489A8-F02C-40CA-BA3F-8B586839B748}" type="sibTrans" cxnId="{F7EC7BC7-1DA1-479E-8825-0B3C5D5BF0AB}">
      <dgm:prSet/>
      <dgm:spPr/>
      <dgm:t>
        <a:bodyPr/>
        <a:lstStyle/>
        <a:p>
          <a:endParaRPr lang="en-US"/>
        </a:p>
      </dgm:t>
    </dgm:pt>
    <dgm:pt modelId="{034AED96-12B0-4ABA-BB6F-EC89C302D0C2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7F87B72B-9C76-4085-91DA-21E57559B3B5}" type="parTrans" cxnId="{4FEC48F3-BF8A-430D-88DB-125E6BD71261}">
      <dgm:prSet/>
      <dgm:spPr/>
      <dgm:t>
        <a:bodyPr/>
        <a:lstStyle/>
        <a:p>
          <a:endParaRPr lang="en-US"/>
        </a:p>
      </dgm:t>
    </dgm:pt>
    <dgm:pt modelId="{FEA892F0-B28B-43D9-B9D8-D998A6AE1CA2}" type="sibTrans" cxnId="{4FEC48F3-BF8A-430D-88DB-125E6BD71261}">
      <dgm:prSet/>
      <dgm:spPr/>
      <dgm:t>
        <a:bodyPr/>
        <a:lstStyle/>
        <a:p>
          <a:endParaRPr lang="en-US"/>
        </a:p>
      </dgm:t>
    </dgm:pt>
    <dgm:pt modelId="{D797D72B-1328-44AE-9942-028162206900}">
      <dgm:prSet phldrT="[Text]"/>
      <dgm:spPr/>
      <dgm:t>
        <a:bodyPr/>
        <a:lstStyle/>
        <a:p>
          <a:r>
            <a:rPr lang="en-US" dirty="0"/>
            <a:t>WR </a:t>
          </a:r>
          <a:r>
            <a:rPr lang="en-US" dirty="0" err="1"/>
            <a:t>Cmd</a:t>
          </a:r>
          <a:endParaRPr lang="en-US" dirty="0"/>
        </a:p>
      </dgm:t>
    </dgm:pt>
    <dgm:pt modelId="{FF4D8D59-C7AD-4080-AF12-2C9F0EF23A7B}" type="parTrans" cxnId="{1E5273B0-5B77-4F9B-A718-FCB6EA8900A5}">
      <dgm:prSet/>
      <dgm:spPr/>
      <dgm:t>
        <a:bodyPr/>
        <a:lstStyle/>
        <a:p>
          <a:endParaRPr lang="en-US"/>
        </a:p>
      </dgm:t>
    </dgm:pt>
    <dgm:pt modelId="{CD6D2F34-FC73-436F-BA6F-91BC6883E6F1}" type="sibTrans" cxnId="{1E5273B0-5B77-4F9B-A718-FCB6EA8900A5}">
      <dgm:prSet/>
      <dgm:spPr/>
      <dgm:t>
        <a:bodyPr/>
        <a:lstStyle/>
        <a:p>
          <a:endParaRPr lang="en-US"/>
        </a:p>
      </dgm:t>
    </dgm:pt>
    <dgm:pt modelId="{5E1BC4D9-FDD6-4F4A-8120-E908D203D0DA}">
      <dgm:prSet phldrT="[Text]"/>
      <dgm:spPr/>
      <dgm:t>
        <a:bodyPr/>
        <a:lstStyle/>
        <a:p>
          <a:r>
            <a:rPr lang="en-US"/>
            <a:t>Xreg Action</a:t>
          </a:r>
          <a:endParaRPr lang="en-US" dirty="0"/>
        </a:p>
      </dgm:t>
    </dgm:pt>
    <dgm:pt modelId="{852E62CD-6A02-4153-BFF2-8D6765B20643}" type="parTrans" cxnId="{14ED15F6-E0AC-4333-B24D-FFFA78782B6D}">
      <dgm:prSet/>
      <dgm:spPr/>
      <dgm:t>
        <a:bodyPr/>
        <a:lstStyle/>
        <a:p>
          <a:endParaRPr lang="en-US"/>
        </a:p>
      </dgm:t>
    </dgm:pt>
    <dgm:pt modelId="{E78D9C3E-F8AE-4748-84D3-4A7D6AACBBC5}" type="sibTrans" cxnId="{14ED15F6-E0AC-4333-B24D-FFFA78782B6D}">
      <dgm:prSet/>
      <dgm:spPr/>
      <dgm:t>
        <a:bodyPr/>
        <a:lstStyle/>
        <a:p>
          <a:endParaRPr lang="en-US"/>
        </a:p>
      </dgm:t>
    </dgm:pt>
    <dgm:pt modelId="{6EEDAC4A-2940-45D7-866F-7C1F8A3CE773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07E74C76-3A1C-42BE-A85F-E7FD87677321}" type="parTrans" cxnId="{F9F18FC3-B7F1-4F18-ABCA-82EF9179E898}">
      <dgm:prSet/>
      <dgm:spPr/>
      <dgm:t>
        <a:bodyPr/>
        <a:lstStyle/>
        <a:p>
          <a:endParaRPr lang="en-US"/>
        </a:p>
      </dgm:t>
    </dgm:pt>
    <dgm:pt modelId="{3D75E8C3-52CA-4C02-A154-72FD770800B0}" type="sibTrans" cxnId="{F9F18FC3-B7F1-4F18-ABCA-82EF9179E898}">
      <dgm:prSet/>
      <dgm:spPr/>
      <dgm:t>
        <a:bodyPr/>
        <a:lstStyle/>
        <a:p>
          <a:endParaRPr lang="en-US"/>
        </a:p>
      </dgm:t>
    </dgm:pt>
    <dgm:pt modelId="{26A2CC41-911E-40C8-B91E-3F20727E016B}">
      <dgm:prSet phldrT="[Text]"/>
      <dgm:spPr/>
      <dgm:t>
        <a:bodyPr/>
        <a:lstStyle/>
        <a:p>
          <a:r>
            <a:rPr lang="en-US" dirty="0"/>
            <a:t>WR </a:t>
          </a:r>
          <a:r>
            <a:rPr lang="en-US" dirty="0" err="1"/>
            <a:t>Cmd</a:t>
          </a:r>
          <a:endParaRPr lang="en-US" dirty="0"/>
        </a:p>
      </dgm:t>
    </dgm:pt>
    <dgm:pt modelId="{86C3EB6D-F219-4DCD-A8CE-C6E04E578399}" type="parTrans" cxnId="{52AAF008-329E-441C-A1C9-A2A4EE49A684}">
      <dgm:prSet/>
      <dgm:spPr/>
      <dgm:t>
        <a:bodyPr/>
        <a:lstStyle/>
        <a:p>
          <a:endParaRPr lang="en-US"/>
        </a:p>
      </dgm:t>
    </dgm:pt>
    <dgm:pt modelId="{D5D68E45-DF78-4BF2-AF16-B034470F420E}" type="sibTrans" cxnId="{52AAF008-329E-441C-A1C9-A2A4EE49A684}">
      <dgm:prSet/>
      <dgm:spPr/>
      <dgm:t>
        <a:bodyPr/>
        <a:lstStyle/>
        <a:p>
          <a:endParaRPr lang="en-US"/>
        </a:p>
      </dgm:t>
    </dgm:pt>
    <dgm:pt modelId="{877E0E5E-3B1D-427D-BFED-AD63AA7283E9}" type="pres">
      <dgm:prSet presAssocID="{A3F186BF-C901-446B-8B66-7D2F2837E008}" presName="theList" presStyleCnt="0">
        <dgm:presLayoutVars>
          <dgm:dir/>
          <dgm:animLvl val="lvl"/>
          <dgm:resizeHandles val="exact"/>
        </dgm:presLayoutVars>
      </dgm:prSet>
      <dgm:spPr/>
    </dgm:pt>
    <dgm:pt modelId="{751D2BE7-5643-4045-8D68-2AE186AF2652}" type="pres">
      <dgm:prSet presAssocID="{D79A6039-14DC-48E5-B702-8A01F7DF648A}" presName="compNode" presStyleCnt="0"/>
      <dgm:spPr/>
    </dgm:pt>
    <dgm:pt modelId="{153B390A-CD62-4875-B88C-0A1514A67545}" type="pres">
      <dgm:prSet presAssocID="{D79A6039-14DC-48E5-B702-8A01F7DF648A}" presName="noGeometry" presStyleCnt="0"/>
      <dgm:spPr/>
    </dgm:pt>
    <dgm:pt modelId="{6255F765-DE54-45DE-B8CB-1D272CAAB4C6}" type="pres">
      <dgm:prSet presAssocID="{D79A6039-14DC-48E5-B702-8A01F7DF648A}" presName="childTextVisible" presStyleLbl="bgAccFollowNode1" presStyleIdx="0" presStyleCnt="4">
        <dgm:presLayoutVars>
          <dgm:bulletEnabled val="1"/>
        </dgm:presLayoutVars>
      </dgm:prSet>
      <dgm:spPr/>
    </dgm:pt>
    <dgm:pt modelId="{349EA633-B06B-4504-BEE2-24B8662E83B3}" type="pres">
      <dgm:prSet presAssocID="{D79A6039-14DC-48E5-B702-8A01F7DF648A}" presName="childTextHidden" presStyleLbl="bgAccFollowNode1" presStyleIdx="0" presStyleCnt="4"/>
      <dgm:spPr/>
    </dgm:pt>
    <dgm:pt modelId="{FFDE869A-A664-48D7-AA74-6F77D4EC5C57}" type="pres">
      <dgm:prSet presAssocID="{D79A6039-14DC-48E5-B702-8A01F7DF648A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FC055F78-45F3-42B8-936D-74388298691C}" type="pres">
      <dgm:prSet presAssocID="{D79A6039-14DC-48E5-B702-8A01F7DF648A}" presName="aSpace" presStyleCnt="0"/>
      <dgm:spPr/>
    </dgm:pt>
    <dgm:pt modelId="{068BF86E-BF8A-4349-A343-0AD03B2DC8F9}" type="pres">
      <dgm:prSet presAssocID="{F15EB9B2-F12E-4B50-B802-57FF5D13F7D9}" presName="compNode" presStyleCnt="0"/>
      <dgm:spPr/>
    </dgm:pt>
    <dgm:pt modelId="{D3BF5EEE-FB9A-4837-B2CD-CF53AFBA01BA}" type="pres">
      <dgm:prSet presAssocID="{F15EB9B2-F12E-4B50-B802-57FF5D13F7D9}" presName="noGeometry" presStyleCnt="0"/>
      <dgm:spPr/>
    </dgm:pt>
    <dgm:pt modelId="{0545F0F4-66D9-419D-94BB-67CE95CA62DF}" type="pres">
      <dgm:prSet presAssocID="{F15EB9B2-F12E-4B50-B802-57FF5D13F7D9}" presName="childTextVisible" presStyleLbl="bgAccFollowNode1" presStyleIdx="1" presStyleCnt="4">
        <dgm:presLayoutVars>
          <dgm:bulletEnabled val="1"/>
        </dgm:presLayoutVars>
      </dgm:prSet>
      <dgm:spPr/>
    </dgm:pt>
    <dgm:pt modelId="{449AE1D5-2430-4BCD-98DE-A50D2B31FFA9}" type="pres">
      <dgm:prSet presAssocID="{F15EB9B2-F12E-4B50-B802-57FF5D13F7D9}" presName="childTextHidden" presStyleLbl="bgAccFollowNode1" presStyleIdx="1" presStyleCnt="4"/>
      <dgm:spPr/>
    </dgm:pt>
    <dgm:pt modelId="{02DF6E56-0527-4902-A340-1DEFCFCBA43F}" type="pres">
      <dgm:prSet presAssocID="{F15EB9B2-F12E-4B50-B802-57FF5D13F7D9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8753F42D-2DD6-4CFB-904F-9ABF22E08F53}" type="pres">
      <dgm:prSet presAssocID="{F15EB9B2-F12E-4B50-B802-57FF5D13F7D9}" presName="aSpace" presStyleCnt="0"/>
      <dgm:spPr/>
    </dgm:pt>
    <dgm:pt modelId="{7CC02EAA-2D99-4074-A8D0-D902E6B7B6D6}" type="pres">
      <dgm:prSet presAssocID="{6BD3963E-95FC-4AD4-A082-90D21A93CEDD}" presName="compNode" presStyleCnt="0"/>
      <dgm:spPr/>
    </dgm:pt>
    <dgm:pt modelId="{36C6AB4C-CBAC-4FAA-BDBD-ADBD58D574C2}" type="pres">
      <dgm:prSet presAssocID="{6BD3963E-95FC-4AD4-A082-90D21A93CEDD}" presName="noGeometry" presStyleCnt="0"/>
      <dgm:spPr/>
    </dgm:pt>
    <dgm:pt modelId="{7D0BD770-213F-469D-A877-BA5D998C70EF}" type="pres">
      <dgm:prSet presAssocID="{6BD3963E-95FC-4AD4-A082-90D21A93CEDD}" presName="childTextVisible" presStyleLbl="bgAccFollowNode1" presStyleIdx="2" presStyleCnt="4">
        <dgm:presLayoutVars>
          <dgm:bulletEnabled val="1"/>
        </dgm:presLayoutVars>
      </dgm:prSet>
      <dgm:spPr/>
    </dgm:pt>
    <dgm:pt modelId="{0F8693EE-4707-4B74-A609-188160AD8065}" type="pres">
      <dgm:prSet presAssocID="{6BD3963E-95FC-4AD4-A082-90D21A93CEDD}" presName="childTextHidden" presStyleLbl="bgAccFollowNode1" presStyleIdx="2" presStyleCnt="4"/>
      <dgm:spPr/>
    </dgm:pt>
    <dgm:pt modelId="{0DDF5098-510D-4A3F-A45B-58A4F4DB9085}" type="pres">
      <dgm:prSet presAssocID="{6BD3963E-95FC-4AD4-A082-90D21A93CEDD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3733D731-F0E2-4F6B-80E8-ACFEA57A817D}" type="pres">
      <dgm:prSet presAssocID="{6BD3963E-95FC-4AD4-A082-90D21A93CEDD}" presName="aSpace" presStyleCnt="0"/>
      <dgm:spPr/>
    </dgm:pt>
    <dgm:pt modelId="{ECB93212-2E25-4A4A-8B24-284EE3C78090}" type="pres">
      <dgm:prSet presAssocID="{5E1BC4D9-FDD6-4F4A-8120-E908D203D0DA}" presName="compNode" presStyleCnt="0"/>
      <dgm:spPr/>
    </dgm:pt>
    <dgm:pt modelId="{2F825120-7B79-4CB2-A1D3-3670BD5A7BCD}" type="pres">
      <dgm:prSet presAssocID="{5E1BC4D9-FDD6-4F4A-8120-E908D203D0DA}" presName="noGeometry" presStyleCnt="0"/>
      <dgm:spPr/>
    </dgm:pt>
    <dgm:pt modelId="{C7C2BE91-D265-4E18-84F3-FE3FCA95A115}" type="pres">
      <dgm:prSet presAssocID="{5E1BC4D9-FDD6-4F4A-8120-E908D203D0DA}" presName="childTextVisible" presStyleLbl="bgAccFollowNode1" presStyleIdx="3" presStyleCnt="4">
        <dgm:presLayoutVars>
          <dgm:bulletEnabled val="1"/>
        </dgm:presLayoutVars>
      </dgm:prSet>
      <dgm:spPr/>
    </dgm:pt>
    <dgm:pt modelId="{D061DB22-DAF5-4E66-8F88-5A3B8D0F83E6}" type="pres">
      <dgm:prSet presAssocID="{5E1BC4D9-FDD6-4F4A-8120-E908D203D0DA}" presName="childTextHidden" presStyleLbl="bgAccFollowNode1" presStyleIdx="3" presStyleCnt="4"/>
      <dgm:spPr/>
    </dgm:pt>
    <dgm:pt modelId="{579E4D67-8D20-4A33-AA8D-6549B60A9776}" type="pres">
      <dgm:prSet presAssocID="{5E1BC4D9-FDD6-4F4A-8120-E908D203D0DA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B6458104-EDB8-420A-843F-4632D91DDE38}" type="presOf" srcId="{D797D72B-1328-44AE-9942-028162206900}" destId="{7D0BD770-213F-469D-A877-BA5D998C70EF}" srcOrd="0" destOrd="1" presId="urn:microsoft.com/office/officeart/2005/8/layout/hProcess6"/>
    <dgm:cxn modelId="{52AAF008-329E-441C-A1C9-A2A4EE49A684}" srcId="{5E1BC4D9-FDD6-4F4A-8120-E908D203D0DA}" destId="{26A2CC41-911E-40C8-B91E-3F20727E016B}" srcOrd="1" destOrd="0" parTransId="{86C3EB6D-F219-4DCD-A8CE-C6E04E578399}" sibTransId="{D5D68E45-DF78-4BF2-AF16-B034470F420E}"/>
    <dgm:cxn modelId="{14BAA10D-05F5-4521-AA7C-AAAD7536DFA0}" type="presOf" srcId="{A3F186BF-C901-446B-8B66-7D2F2837E008}" destId="{877E0E5E-3B1D-427D-BFED-AD63AA7283E9}" srcOrd="0" destOrd="0" presId="urn:microsoft.com/office/officeart/2005/8/layout/hProcess6"/>
    <dgm:cxn modelId="{6E349B29-9703-4CC3-806C-EB9259F5D87F}" type="presOf" srcId="{357DA6C8-A6F0-4752-8021-42B207B74B96}" destId="{0545F0F4-66D9-419D-94BB-67CE95CA62DF}" srcOrd="0" destOrd="1" presId="urn:microsoft.com/office/officeart/2005/8/layout/hProcess6"/>
    <dgm:cxn modelId="{8CD2252C-2DFE-44AF-8162-7A04E359286D}" type="presOf" srcId="{203F88E9-9BDA-4F58-8578-8F7C0CBFA8AA}" destId="{6255F765-DE54-45DE-B8CB-1D272CAAB4C6}" srcOrd="0" destOrd="1" presId="urn:microsoft.com/office/officeart/2005/8/layout/hProcess6"/>
    <dgm:cxn modelId="{EDEA5334-2987-4E6A-B907-6DBECEBD179D}" srcId="{A3F186BF-C901-446B-8B66-7D2F2837E008}" destId="{F15EB9B2-F12E-4B50-B802-57FF5D13F7D9}" srcOrd="1" destOrd="0" parTransId="{874A16DA-0F80-40A9-BFB3-6555477C2B7A}" sibTransId="{692FF7D0-72BC-4B3B-AE27-F59A93FA5D7E}"/>
    <dgm:cxn modelId="{2818BB35-0860-41BC-A5D7-B49BF6E1363D}" type="presOf" srcId="{26A2CC41-911E-40C8-B91E-3F20727E016B}" destId="{C7C2BE91-D265-4E18-84F3-FE3FCA95A115}" srcOrd="0" destOrd="1" presId="urn:microsoft.com/office/officeart/2005/8/layout/hProcess6"/>
    <dgm:cxn modelId="{470DEA5B-3961-46E6-895E-DFF853557648}" srcId="{A3F186BF-C901-446B-8B66-7D2F2837E008}" destId="{D79A6039-14DC-48E5-B702-8A01F7DF648A}" srcOrd="0" destOrd="0" parTransId="{12E9B947-A5F7-42AA-B8F4-0451562B80F9}" sibTransId="{8940961D-1B1B-44E4-82C8-B6BAF5531D0D}"/>
    <dgm:cxn modelId="{EE13365F-1D0D-4EE1-8C28-E6B7FA699A9C}" type="presOf" srcId="{BE8BD7CB-3B2E-44DA-A3C9-335CDD1A7110}" destId="{349EA633-B06B-4504-BEE2-24B8662E83B3}" srcOrd="1" destOrd="0" presId="urn:microsoft.com/office/officeart/2005/8/layout/hProcess6"/>
    <dgm:cxn modelId="{4C0DFB66-E832-4F2C-B4BA-8D4B9DF3784F}" srcId="{D79A6039-14DC-48E5-B702-8A01F7DF648A}" destId="{BE8BD7CB-3B2E-44DA-A3C9-335CDD1A7110}" srcOrd="0" destOrd="0" parTransId="{1B1E358F-0B85-43D9-9D02-FB92A6107AFB}" sibTransId="{66926AD3-0663-417D-BEB3-6D54F3669028}"/>
    <dgm:cxn modelId="{CC61FB68-AB78-40C0-970C-D399BF1A8F9F}" srcId="{F15EB9B2-F12E-4B50-B802-57FF5D13F7D9}" destId="{AFA157D9-1066-408D-BC72-7AA9AF83C71F}" srcOrd="0" destOrd="0" parTransId="{A8BEC3F1-1BFC-45A3-9CBF-B18616F09FC7}" sibTransId="{F8650B01-F3F3-49D4-BCC2-2F8E0D943BAC}"/>
    <dgm:cxn modelId="{992A274C-7867-46DF-AE02-6E814B354823}" type="presOf" srcId="{AFA157D9-1066-408D-BC72-7AA9AF83C71F}" destId="{449AE1D5-2430-4BCD-98DE-A50D2B31FFA9}" srcOrd="1" destOrd="0" presId="urn:microsoft.com/office/officeart/2005/8/layout/hProcess6"/>
    <dgm:cxn modelId="{1CF5B875-2FEA-4B8F-A202-F6DAE14E6F3A}" type="presOf" srcId="{203F88E9-9BDA-4F58-8578-8F7C0CBFA8AA}" destId="{349EA633-B06B-4504-BEE2-24B8662E83B3}" srcOrd="1" destOrd="1" presId="urn:microsoft.com/office/officeart/2005/8/layout/hProcess6"/>
    <dgm:cxn modelId="{3E0A0984-C1EA-477E-85AB-8C583F79F069}" srcId="{D79A6039-14DC-48E5-B702-8A01F7DF648A}" destId="{203F88E9-9BDA-4F58-8578-8F7C0CBFA8AA}" srcOrd="1" destOrd="0" parTransId="{8DB062F5-CB08-43E1-843E-B2AB52156EC9}" sibTransId="{7C94FBD1-0366-4C61-8338-147182D5DBC8}"/>
    <dgm:cxn modelId="{7BBCE98E-8D2E-494B-880B-02D5DBE58840}" type="presOf" srcId="{5E1BC4D9-FDD6-4F4A-8120-E908D203D0DA}" destId="{579E4D67-8D20-4A33-AA8D-6549B60A9776}" srcOrd="0" destOrd="0" presId="urn:microsoft.com/office/officeart/2005/8/layout/hProcess6"/>
    <dgm:cxn modelId="{15C64893-2622-4999-8DC5-D0593944E30C}" srcId="{A3F186BF-C901-446B-8B66-7D2F2837E008}" destId="{6BD3963E-95FC-4AD4-A082-90D21A93CEDD}" srcOrd="2" destOrd="0" parTransId="{47EF3780-D275-403A-AD87-5908C43B10F4}" sibTransId="{0CD5655F-CB4A-4015-981F-52D6FC83CC19}"/>
    <dgm:cxn modelId="{2BF2EDA6-FF88-4BFA-9C75-6DAA98B1A04A}" type="presOf" srcId="{6EEDAC4A-2940-45D7-866F-7C1F8A3CE773}" destId="{C7C2BE91-D265-4E18-84F3-FE3FCA95A115}" srcOrd="0" destOrd="0" presId="urn:microsoft.com/office/officeart/2005/8/layout/hProcess6"/>
    <dgm:cxn modelId="{1E5273B0-5B77-4F9B-A718-FCB6EA8900A5}" srcId="{6BD3963E-95FC-4AD4-A082-90D21A93CEDD}" destId="{D797D72B-1328-44AE-9942-028162206900}" srcOrd="1" destOrd="0" parTransId="{FF4D8D59-C7AD-4080-AF12-2C9F0EF23A7B}" sibTransId="{CD6D2F34-FC73-436F-BA6F-91BC6883E6F1}"/>
    <dgm:cxn modelId="{893B6AB6-7A81-4099-A95C-9B0261949D76}" type="presOf" srcId="{D79A6039-14DC-48E5-B702-8A01F7DF648A}" destId="{FFDE869A-A664-48D7-AA74-6F77D4EC5C57}" srcOrd="0" destOrd="0" presId="urn:microsoft.com/office/officeart/2005/8/layout/hProcess6"/>
    <dgm:cxn modelId="{F9F18FC3-B7F1-4F18-ABCA-82EF9179E898}" srcId="{5E1BC4D9-FDD6-4F4A-8120-E908D203D0DA}" destId="{6EEDAC4A-2940-45D7-866F-7C1F8A3CE773}" srcOrd="0" destOrd="0" parTransId="{07E74C76-3A1C-42BE-A85F-E7FD87677321}" sibTransId="{3D75E8C3-52CA-4C02-A154-72FD770800B0}"/>
    <dgm:cxn modelId="{87F71EC7-1626-49E5-8279-1B32314589C7}" type="presOf" srcId="{BE8BD7CB-3B2E-44DA-A3C9-335CDD1A7110}" destId="{6255F765-DE54-45DE-B8CB-1D272CAAB4C6}" srcOrd="0" destOrd="0" presId="urn:microsoft.com/office/officeart/2005/8/layout/hProcess6"/>
    <dgm:cxn modelId="{F7EC7BC7-1DA1-479E-8825-0B3C5D5BF0AB}" srcId="{F15EB9B2-F12E-4B50-B802-57FF5D13F7D9}" destId="{357DA6C8-A6F0-4752-8021-42B207B74B96}" srcOrd="1" destOrd="0" parTransId="{3C0F8B80-55E7-4259-ABE4-17D4C329B039}" sibTransId="{F76489A8-F02C-40CA-BA3F-8B586839B748}"/>
    <dgm:cxn modelId="{5F45B9C8-C156-41CA-9463-9CE2C48F61BB}" type="presOf" srcId="{F15EB9B2-F12E-4B50-B802-57FF5D13F7D9}" destId="{02DF6E56-0527-4902-A340-1DEFCFCBA43F}" srcOrd="0" destOrd="0" presId="urn:microsoft.com/office/officeart/2005/8/layout/hProcess6"/>
    <dgm:cxn modelId="{A268C1C8-6EF5-4E46-AF5C-D9B6C6BA457A}" type="presOf" srcId="{6BD3963E-95FC-4AD4-A082-90D21A93CEDD}" destId="{0DDF5098-510D-4A3F-A45B-58A4F4DB9085}" srcOrd="0" destOrd="0" presId="urn:microsoft.com/office/officeart/2005/8/layout/hProcess6"/>
    <dgm:cxn modelId="{E3EABBC9-42C3-40C7-9D8D-E0E48B92462B}" type="presOf" srcId="{D797D72B-1328-44AE-9942-028162206900}" destId="{0F8693EE-4707-4B74-A609-188160AD8065}" srcOrd="1" destOrd="1" presId="urn:microsoft.com/office/officeart/2005/8/layout/hProcess6"/>
    <dgm:cxn modelId="{E629F3D7-D3D3-47A9-A423-AE29AEE07EB9}" type="presOf" srcId="{034AED96-12B0-4ABA-BB6F-EC89C302D0C2}" destId="{7D0BD770-213F-469D-A877-BA5D998C70EF}" srcOrd="0" destOrd="0" presId="urn:microsoft.com/office/officeart/2005/8/layout/hProcess6"/>
    <dgm:cxn modelId="{57ED5CD8-0A8C-4763-BD48-B2E817B6D5CF}" type="presOf" srcId="{357DA6C8-A6F0-4752-8021-42B207B74B96}" destId="{449AE1D5-2430-4BCD-98DE-A50D2B31FFA9}" srcOrd="1" destOrd="1" presId="urn:microsoft.com/office/officeart/2005/8/layout/hProcess6"/>
    <dgm:cxn modelId="{61C099DE-DD7C-4827-B8C8-193602FAF4A0}" type="presOf" srcId="{26A2CC41-911E-40C8-B91E-3F20727E016B}" destId="{D061DB22-DAF5-4E66-8F88-5A3B8D0F83E6}" srcOrd="1" destOrd="1" presId="urn:microsoft.com/office/officeart/2005/8/layout/hProcess6"/>
    <dgm:cxn modelId="{4FEC48F3-BF8A-430D-88DB-125E6BD71261}" srcId="{6BD3963E-95FC-4AD4-A082-90D21A93CEDD}" destId="{034AED96-12B0-4ABA-BB6F-EC89C302D0C2}" srcOrd="0" destOrd="0" parTransId="{7F87B72B-9C76-4085-91DA-21E57559B3B5}" sibTransId="{FEA892F0-B28B-43D9-B9D8-D998A6AE1CA2}"/>
    <dgm:cxn modelId="{14ED15F6-E0AC-4333-B24D-FFFA78782B6D}" srcId="{A3F186BF-C901-446B-8B66-7D2F2837E008}" destId="{5E1BC4D9-FDD6-4F4A-8120-E908D203D0DA}" srcOrd="3" destOrd="0" parTransId="{852E62CD-6A02-4153-BFF2-8D6765B20643}" sibTransId="{E78D9C3E-F8AE-4748-84D3-4A7D6AACBBC5}"/>
    <dgm:cxn modelId="{7C5352F6-335F-41FF-AAC5-D59BE170532E}" type="presOf" srcId="{6EEDAC4A-2940-45D7-866F-7C1F8A3CE773}" destId="{D061DB22-DAF5-4E66-8F88-5A3B8D0F83E6}" srcOrd="1" destOrd="0" presId="urn:microsoft.com/office/officeart/2005/8/layout/hProcess6"/>
    <dgm:cxn modelId="{ED965FF7-393D-40B7-9038-2C1C5AFA7660}" type="presOf" srcId="{AFA157D9-1066-408D-BC72-7AA9AF83C71F}" destId="{0545F0F4-66D9-419D-94BB-67CE95CA62DF}" srcOrd="0" destOrd="0" presId="urn:microsoft.com/office/officeart/2005/8/layout/hProcess6"/>
    <dgm:cxn modelId="{477F69FA-6A44-4926-B921-6DE2DF778301}" type="presOf" srcId="{034AED96-12B0-4ABA-BB6F-EC89C302D0C2}" destId="{0F8693EE-4707-4B74-A609-188160AD8065}" srcOrd="1" destOrd="0" presId="urn:microsoft.com/office/officeart/2005/8/layout/hProcess6"/>
    <dgm:cxn modelId="{6431A669-9F20-4406-A96A-A12CB460580C}" type="presParOf" srcId="{877E0E5E-3B1D-427D-BFED-AD63AA7283E9}" destId="{751D2BE7-5643-4045-8D68-2AE186AF2652}" srcOrd="0" destOrd="0" presId="urn:microsoft.com/office/officeart/2005/8/layout/hProcess6"/>
    <dgm:cxn modelId="{9B37CEB8-5E4D-41DA-A870-F1632D93F4FC}" type="presParOf" srcId="{751D2BE7-5643-4045-8D68-2AE186AF2652}" destId="{153B390A-CD62-4875-B88C-0A1514A67545}" srcOrd="0" destOrd="0" presId="urn:microsoft.com/office/officeart/2005/8/layout/hProcess6"/>
    <dgm:cxn modelId="{5515F5DC-1575-473C-8E4A-768C9D655453}" type="presParOf" srcId="{751D2BE7-5643-4045-8D68-2AE186AF2652}" destId="{6255F765-DE54-45DE-B8CB-1D272CAAB4C6}" srcOrd="1" destOrd="0" presId="urn:microsoft.com/office/officeart/2005/8/layout/hProcess6"/>
    <dgm:cxn modelId="{89A68D4B-C2B7-4FC4-9C50-BF976ACA8856}" type="presParOf" srcId="{751D2BE7-5643-4045-8D68-2AE186AF2652}" destId="{349EA633-B06B-4504-BEE2-24B8662E83B3}" srcOrd="2" destOrd="0" presId="urn:microsoft.com/office/officeart/2005/8/layout/hProcess6"/>
    <dgm:cxn modelId="{FE0E794D-0C05-4E0D-B919-B0CF8956986E}" type="presParOf" srcId="{751D2BE7-5643-4045-8D68-2AE186AF2652}" destId="{FFDE869A-A664-48D7-AA74-6F77D4EC5C57}" srcOrd="3" destOrd="0" presId="urn:microsoft.com/office/officeart/2005/8/layout/hProcess6"/>
    <dgm:cxn modelId="{9F8B2634-CAE7-4E7B-9B9C-2491F3419337}" type="presParOf" srcId="{877E0E5E-3B1D-427D-BFED-AD63AA7283E9}" destId="{FC055F78-45F3-42B8-936D-74388298691C}" srcOrd="1" destOrd="0" presId="urn:microsoft.com/office/officeart/2005/8/layout/hProcess6"/>
    <dgm:cxn modelId="{7E88480E-9373-4DD7-90A3-D8F3DC29229C}" type="presParOf" srcId="{877E0E5E-3B1D-427D-BFED-AD63AA7283E9}" destId="{068BF86E-BF8A-4349-A343-0AD03B2DC8F9}" srcOrd="2" destOrd="0" presId="urn:microsoft.com/office/officeart/2005/8/layout/hProcess6"/>
    <dgm:cxn modelId="{20A033A0-B53D-432F-AA16-91716157DE5C}" type="presParOf" srcId="{068BF86E-BF8A-4349-A343-0AD03B2DC8F9}" destId="{D3BF5EEE-FB9A-4837-B2CD-CF53AFBA01BA}" srcOrd="0" destOrd="0" presId="urn:microsoft.com/office/officeart/2005/8/layout/hProcess6"/>
    <dgm:cxn modelId="{758DFEB2-A7B9-4087-AD34-B6341921599F}" type="presParOf" srcId="{068BF86E-BF8A-4349-A343-0AD03B2DC8F9}" destId="{0545F0F4-66D9-419D-94BB-67CE95CA62DF}" srcOrd="1" destOrd="0" presId="urn:microsoft.com/office/officeart/2005/8/layout/hProcess6"/>
    <dgm:cxn modelId="{8DBC4DC4-D54B-4207-BAAD-72DEA2523DB0}" type="presParOf" srcId="{068BF86E-BF8A-4349-A343-0AD03B2DC8F9}" destId="{449AE1D5-2430-4BCD-98DE-A50D2B31FFA9}" srcOrd="2" destOrd="0" presId="urn:microsoft.com/office/officeart/2005/8/layout/hProcess6"/>
    <dgm:cxn modelId="{44CF913F-0BC7-4834-BB28-70F93BB750EB}" type="presParOf" srcId="{068BF86E-BF8A-4349-A343-0AD03B2DC8F9}" destId="{02DF6E56-0527-4902-A340-1DEFCFCBA43F}" srcOrd="3" destOrd="0" presId="urn:microsoft.com/office/officeart/2005/8/layout/hProcess6"/>
    <dgm:cxn modelId="{C39951B3-A947-4735-8B10-11CF2FA85DA5}" type="presParOf" srcId="{877E0E5E-3B1D-427D-BFED-AD63AA7283E9}" destId="{8753F42D-2DD6-4CFB-904F-9ABF22E08F53}" srcOrd="3" destOrd="0" presId="urn:microsoft.com/office/officeart/2005/8/layout/hProcess6"/>
    <dgm:cxn modelId="{B0C325AC-B320-4842-8DC7-27D3470223C4}" type="presParOf" srcId="{877E0E5E-3B1D-427D-BFED-AD63AA7283E9}" destId="{7CC02EAA-2D99-4074-A8D0-D902E6B7B6D6}" srcOrd="4" destOrd="0" presId="urn:microsoft.com/office/officeart/2005/8/layout/hProcess6"/>
    <dgm:cxn modelId="{60F7EED9-30A3-4548-A42E-8729E8320F49}" type="presParOf" srcId="{7CC02EAA-2D99-4074-A8D0-D902E6B7B6D6}" destId="{36C6AB4C-CBAC-4FAA-BDBD-ADBD58D574C2}" srcOrd="0" destOrd="0" presId="urn:microsoft.com/office/officeart/2005/8/layout/hProcess6"/>
    <dgm:cxn modelId="{7BF74795-8F42-4B9E-8512-36B89338CCFF}" type="presParOf" srcId="{7CC02EAA-2D99-4074-A8D0-D902E6B7B6D6}" destId="{7D0BD770-213F-469D-A877-BA5D998C70EF}" srcOrd="1" destOrd="0" presId="urn:microsoft.com/office/officeart/2005/8/layout/hProcess6"/>
    <dgm:cxn modelId="{E9CE2DD7-A01B-42F3-99C4-49F6595E4812}" type="presParOf" srcId="{7CC02EAA-2D99-4074-A8D0-D902E6B7B6D6}" destId="{0F8693EE-4707-4B74-A609-188160AD8065}" srcOrd="2" destOrd="0" presId="urn:microsoft.com/office/officeart/2005/8/layout/hProcess6"/>
    <dgm:cxn modelId="{9C8BA668-D604-4B91-AD5E-29DC83CF5469}" type="presParOf" srcId="{7CC02EAA-2D99-4074-A8D0-D902E6B7B6D6}" destId="{0DDF5098-510D-4A3F-A45B-58A4F4DB9085}" srcOrd="3" destOrd="0" presId="urn:microsoft.com/office/officeart/2005/8/layout/hProcess6"/>
    <dgm:cxn modelId="{1AEB1E5A-6AD1-4FC3-A872-FBDAB295B52D}" type="presParOf" srcId="{877E0E5E-3B1D-427D-BFED-AD63AA7283E9}" destId="{3733D731-F0E2-4F6B-80E8-ACFEA57A817D}" srcOrd="5" destOrd="0" presId="urn:microsoft.com/office/officeart/2005/8/layout/hProcess6"/>
    <dgm:cxn modelId="{1EF8F80D-C0E5-432D-9861-1253FF6E60BC}" type="presParOf" srcId="{877E0E5E-3B1D-427D-BFED-AD63AA7283E9}" destId="{ECB93212-2E25-4A4A-8B24-284EE3C78090}" srcOrd="6" destOrd="0" presId="urn:microsoft.com/office/officeart/2005/8/layout/hProcess6"/>
    <dgm:cxn modelId="{AECE512F-FB3C-4E40-8809-775120D06BC9}" type="presParOf" srcId="{ECB93212-2E25-4A4A-8B24-284EE3C78090}" destId="{2F825120-7B79-4CB2-A1D3-3670BD5A7BCD}" srcOrd="0" destOrd="0" presId="urn:microsoft.com/office/officeart/2005/8/layout/hProcess6"/>
    <dgm:cxn modelId="{7B6074DC-E632-475E-87D8-26CDC6897A85}" type="presParOf" srcId="{ECB93212-2E25-4A4A-8B24-284EE3C78090}" destId="{C7C2BE91-D265-4E18-84F3-FE3FCA95A115}" srcOrd="1" destOrd="0" presId="urn:microsoft.com/office/officeart/2005/8/layout/hProcess6"/>
    <dgm:cxn modelId="{FE681A0F-F912-44C7-9871-AA4214F6C2E3}" type="presParOf" srcId="{ECB93212-2E25-4A4A-8B24-284EE3C78090}" destId="{D061DB22-DAF5-4E66-8F88-5A3B8D0F83E6}" srcOrd="2" destOrd="0" presId="urn:microsoft.com/office/officeart/2005/8/layout/hProcess6"/>
    <dgm:cxn modelId="{3CE846BB-DC11-4321-8642-822464CE7C50}" type="presParOf" srcId="{ECB93212-2E25-4A4A-8B24-284EE3C78090}" destId="{579E4D67-8D20-4A33-AA8D-6549B60A9776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417390B-C69E-42FB-9F52-3263C6E6E5D1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B6D2EA-A8CE-4E0B-B398-973803DFE382}">
      <dgm:prSet phldrT="[Text]"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STF Action</a:t>
          </a:r>
        </a:p>
      </dgm:t>
    </dgm:pt>
    <dgm:pt modelId="{A60ACDC0-8BA5-41F1-996E-3A9A579A6545}" type="parTrans" cxnId="{ECC7C297-16FE-46E7-8331-C50A8F97515A}">
      <dgm:prSet/>
      <dgm:spPr/>
      <dgm:t>
        <a:bodyPr/>
        <a:lstStyle/>
        <a:p>
          <a:endParaRPr lang="en-US"/>
        </a:p>
      </dgm:t>
    </dgm:pt>
    <dgm:pt modelId="{9AFA580C-1BE9-41D5-8C5D-B2E87991052C}" type="sibTrans" cxnId="{ECC7C297-16FE-46E7-8331-C50A8F97515A}">
      <dgm:prSet/>
      <dgm:spPr/>
      <dgm:t>
        <a:bodyPr/>
        <a:lstStyle/>
        <a:p>
          <a:endParaRPr lang="en-US"/>
        </a:p>
      </dgm:t>
    </dgm:pt>
    <dgm:pt modelId="{3CC6316C-A759-4E67-A7A9-2A6B0B981017}">
      <dgm:prSet phldrT="[Text]"/>
      <dgm:spPr/>
      <dgm:t>
        <a:bodyPr/>
        <a:lstStyle/>
        <a:p>
          <a:r>
            <a:rPr lang="en-US" dirty="0"/>
            <a:t>CONTROL (0x5)</a:t>
          </a:r>
        </a:p>
      </dgm:t>
    </dgm:pt>
    <dgm:pt modelId="{C4EE3CBF-AE4B-4C78-9729-0414F03E493F}" type="parTrans" cxnId="{2E9148F9-0405-460A-A07D-CCE0BECACDE2}">
      <dgm:prSet/>
      <dgm:spPr/>
      <dgm:t>
        <a:bodyPr/>
        <a:lstStyle/>
        <a:p>
          <a:endParaRPr lang="en-US"/>
        </a:p>
      </dgm:t>
    </dgm:pt>
    <dgm:pt modelId="{83CDA70C-3F19-4D73-8643-AB540B4CEA0F}" type="sibTrans" cxnId="{2E9148F9-0405-460A-A07D-CCE0BECACDE2}">
      <dgm:prSet/>
      <dgm:spPr/>
      <dgm:t>
        <a:bodyPr/>
        <a:lstStyle/>
        <a:p>
          <a:endParaRPr lang="en-US"/>
        </a:p>
      </dgm:t>
    </dgm:pt>
    <dgm:pt modelId="{915A37D6-9AF7-404A-B3B9-6299B6127DCF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246C8E52-4C57-461F-AA24-BFF762950FE4}" type="parTrans" cxnId="{A53112FF-1FE9-4525-A5F9-85BB2A3C7523}">
      <dgm:prSet/>
      <dgm:spPr/>
      <dgm:t>
        <a:bodyPr/>
        <a:lstStyle/>
        <a:p>
          <a:endParaRPr lang="en-US"/>
        </a:p>
      </dgm:t>
    </dgm:pt>
    <dgm:pt modelId="{67D7948A-F5AE-4273-9D62-D2B2D33F3AD2}" type="sibTrans" cxnId="{A53112FF-1FE9-4525-A5F9-85BB2A3C7523}">
      <dgm:prSet/>
      <dgm:spPr/>
      <dgm:t>
        <a:bodyPr/>
        <a:lstStyle/>
        <a:p>
          <a:endParaRPr lang="en-US"/>
        </a:p>
      </dgm:t>
    </dgm:pt>
    <dgm:pt modelId="{A76170B9-07C4-4A74-94E9-F56C7EED45CA}">
      <dgm:prSet phldrT="[Text]"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STF Action</a:t>
          </a:r>
        </a:p>
      </dgm:t>
    </dgm:pt>
    <dgm:pt modelId="{D1D12EEE-F85B-45C6-A44A-294A9EACBEF7}" type="parTrans" cxnId="{4EF1F48A-6FEB-435F-B007-D60672E95716}">
      <dgm:prSet/>
      <dgm:spPr/>
      <dgm:t>
        <a:bodyPr/>
        <a:lstStyle/>
        <a:p>
          <a:endParaRPr lang="en-US"/>
        </a:p>
      </dgm:t>
    </dgm:pt>
    <dgm:pt modelId="{48199271-7D84-4EA7-A9F3-0DEB1E1B100D}" type="sibTrans" cxnId="{4EF1F48A-6FEB-435F-B007-D60672E95716}">
      <dgm:prSet/>
      <dgm:spPr/>
      <dgm:t>
        <a:bodyPr/>
        <a:lstStyle/>
        <a:p>
          <a:endParaRPr lang="en-US"/>
        </a:p>
      </dgm:t>
    </dgm:pt>
    <dgm:pt modelId="{412D21A1-A549-441B-AA24-00A0C6DA4CAC}">
      <dgm:prSet phldrT="[Text]"/>
      <dgm:spPr/>
      <dgm:t>
        <a:bodyPr/>
        <a:lstStyle/>
        <a:p>
          <a:r>
            <a:rPr lang="en-US" dirty="0"/>
            <a:t>CONTROL (0x6)</a:t>
          </a:r>
        </a:p>
      </dgm:t>
    </dgm:pt>
    <dgm:pt modelId="{C2B3FB85-B4CD-47CD-A2D1-76BB3F540D72}" type="parTrans" cxnId="{11CCF5BD-BB2E-4BDA-9508-AF71A0F348C7}">
      <dgm:prSet/>
      <dgm:spPr/>
      <dgm:t>
        <a:bodyPr/>
        <a:lstStyle/>
        <a:p>
          <a:endParaRPr lang="en-US"/>
        </a:p>
      </dgm:t>
    </dgm:pt>
    <dgm:pt modelId="{07C479A3-88AE-4406-B071-85AA68A24E8A}" type="sibTrans" cxnId="{11CCF5BD-BB2E-4BDA-9508-AF71A0F348C7}">
      <dgm:prSet/>
      <dgm:spPr/>
      <dgm:t>
        <a:bodyPr/>
        <a:lstStyle/>
        <a:p>
          <a:endParaRPr lang="en-US"/>
        </a:p>
      </dgm:t>
    </dgm:pt>
    <dgm:pt modelId="{58AC47CC-6E09-4696-9C99-91A758C66211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C5D6D35F-4B57-48DD-A84F-64B339CE0B6F}" type="parTrans" cxnId="{C80A1747-206C-4E87-8097-268D63E23895}">
      <dgm:prSet/>
      <dgm:spPr/>
      <dgm:t>
        <a:bodyPr/>
        <a:lstStyle/>
        <a:p>
          <a:endParaRPr lang="en-US"/>
        </a:p>
      </dgm:t>
    </dgm:pt>
    <dgm:pt modelId="{DD4381DF-26F1-46C7-94A4-FBD9537035CF}" type="sibTrans" cxnId="{C80A1747-206C-4E87-8097-268D63E23895}">
      <dgm:prSet/>
      <dgm:spPr/>
      <dgm:t>
        <a:bodyPr/>
        <a:lstStyle/>
        <a:p>
          <a:endParaRPr lang="en-US"/>
        </a:p>
      </dgm:t>
    </dgm:pt>
    <dgm:pt modelId="{B9806C5B-B5D3-4478-A276-D0680032A7BA}">
      <dgm:prSet phldrT="[Text]"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STF Action</a:t>
          </a:r>
        </a:p>
      </dgm:t>
    </dgm:pt>
    <dgm:pt modelId="{CB818070-1984-4633-AFB1-249EF4E24554}" type="parTrans" cxnId="{891E539E-26D1-4A21-8793-3570DADAB70A}">
      <dgm:prSet/>
      <dgm:spPr/>
      <dgm:t>
        <a:bodyPr/>
        <a:lstStyle/>
        <a:p>
          <a:endParaRPr lang="en-US"/>
        </a:p>
      </dgm:t>
    </dgm:pt>
    <dgm:pt modelId="{063672AB-5AEE-48F2-A0FB-4B80098BD21B}" type="sibTrans" cxnId="{891E539E-26D1-4A21-8793-3570DADAB70A}">
      <dgm:prSet/>
      <dgm:spPr/>
      <dgm:t>
        <a:bodyPr/>
        <a:lstStyle/>
        <a:p>
          <a:endParaRPr lang="en-US"/>
        </a:p>
      </dgm:t>
    </dgm:pt>
    <dgm:pt modelId="{506460F6-F734-41DA-BE39-9A073874554E}">
      <dgm:prSet phldrT="[Text]"/>
      <dgm:spPr/>
      <dgm:t>
        <a:bodyPr/>
        <a:lstStyle/>
        <a:p>
          <a:r>
            <a:rPr lang="en-US" dirty="0"/>
            <a:t>CONTROL (0x5)</a:t>
          </a:r>
        </a:p>
      </dgm:t>
    </dgm:pt>
    <dgm:pt modelId="{39B0619F-A033-4EE2-90C3-BD2233A8E486}" type="parTrans" cxnId="{E540AF8C-1647-4CCB-B682-AE7366B43F22}">
      <dgm:prSet/>
      <dgm:spPr/>
      <dgm:t>
        <a:bodyPr/>
        <a:lstStyle/>
        <a:p>
          <a:endParaRPr lang="en-US"/>
        </a:p>
      </dgm:t>
    </dgm:pt>
    <dgm:pt modelId="{A53BD8B6-3EDA-4B1A-AB4E-B47DB3218932}" type="sibTrans" cxnId="{E540AF8C-1647-4CCB-B682-AE7366B43F22}">
      <dgm:prSet/>
      <dgm:spPr/>
      <dgm:t>
        <a:bodyPr/>
        <a:lstStyle/>
        <a:p>
          <a:endParaRPr lang="en-US"/>
        </a:p>
      </dgm:t>
    </dgm:pt>
    <dgm:pt modelId="{C3179364-438F-45D8-903F-6583B9AEBB34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236C2119-23B7-45A0-988D-143ED306EA95}" type="parTrans" cxnId="{4DD051C5-6CEB-4181-8A41-859C25F42B19}">
      <dgm:prSet/>
      <dgm:spPr/>
      <dgm:t>
        <a:bodyPr/>
        <a:lstStyle/>
        <a:p>
          <a:endParaRPr lang="en-US"/>
        </a:p>
      </dgm:t>
    </dgm:pt>
    <dgm:pt modelId="{188175B7-F032-4208-B663-41CB91F0428C}" type="sibTrans" cxnId="{4DD051C5-6CEB-4181-8A41-859C25F42B19}">
      <dgm:prSet/>
      <dgm:spPr/>
      <dgm:t>
        <a:bodyPr/>
        <a:lstStyle/>
        <a:p>
          <a:endParaRPr lang="en-US"/>
        </a:p>
      </dgm:t>
    </dgm:pt>
    <dgm:pt modelId="{A6C8B04B-A7EE-4F22-BE9B-AA7FE2BBCE5A}">
      <dgm:prSet phldrT="[Text]"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STF Action</a:t>
          </a:r>
        </a:p>
      </dgm:t>
    </dgm:pt>
    <dgm:pt modelId="{52ED094F-B513-4CFF-89C9-D1BD32243998}" type="parTrans" cxnId="{60E81641-1AA5-4AC3-8DCC-4009AA94AC6B}">
      <dgm:prSet/>
      <dgm:spPr/>
      <dgm:t>
        <a:bodyPr/>
        <a:lstStyle/>
        <a:p>
          <a:endParaRPr lang="en-US"/>
        </a:p>
      </dgm:t>
    </dgm:pt>
    <dgm:pt modelId="{331C5F4F-C713-4AB9-B556-B4D860758CAC}" type="sibTrans" cxnId="{60E81641-1AA5-4AC3-8DCC-4009AA94AC6B}">
      <dgm:prSet/>
      <dgm:spPr/>
      <dgm:t>
        <a:bodyPr/>
        <a:lstStyle/>
        <a:p>
          <a:endParaRPr lang="en-US"/>
        </a:p>
      </dgm:t>
    </dgm:pt>
    <dgm:pt modelId="{73CC5135-B6C3-4FB1-8AC7-5A00B964DCC6}">
      <dgm:prSet phldrT="[Text]"/>
      <dgm:spPr/>
      <dgm:t>
        <a:bodyPr/>
        <a:lstStyle/>
        <a:p>
          <a:r>
            <a:rPr lang="en-US" dirty="0"/>
            <a:t>CONTROL (0x6)</a:t>
          </a:r>
        </a:p>
      </dgm:t>
    </dgm:pt>
    <dgm:pt modelId="{67D91399-306A-4D86-8BE6-8B4058E936B0}" type="parTrans" cxnId="{461E7BF9-0EBB-495D-A874-3B4561686410}">
      <dgm:prSet/>
      <dgm:spPr/>
      <dgm:t>
        <a:bodyPr/>
        <a:lstStyle/>
        <a:p>
          <a:endParaRPr lang="en-US"/>
        </a:p>
      </dgm:t>
    </dgm:pt>
    <dgm:pt modelId="{7086525A-03E8-4CDB-8E55-FAB0F83D7EB8}" type="sibTrans" cxnId="{461E7BF9-0EBB-495D-A874-3B4561686410}">
      <dgm:prSet/>
      <dgm:spPr/>
      <dgm:t>
        <a:bodyPr/>
        <a:lstStyle/>
        <a:p>
          <a:endParaRPr lang="en-US"/>
        </a:p>
      </dgm:t>
    </dgm:pt>
    <dgm:pt modelId="{D7D6973D-58F0-42AC-A2FD-DD61CA99003C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2DC5EF41-B97E-4722-9161-EB6FD03E41DC}" type="parTrans" cxnId="{3D6038C9-311B-4006-B96D-2BE9B07BDCFE}">
      <dgm:prSet/>
      <dgm:spPr/>
      <dgm:t>
        <a:bodyPr/>
        <a:lstStyle/>
        <a:p>
          <a:endParaRPr lang="en-US"/>
        </a:p>
      </dgm:t>
    </dgm:pt>
    <dgm:pt modelId="{EC4AA26E-F837-4839-AA92-F19F9303B6C9}" type="sibTrans" cxnId="{3D6038C9-311B-4006-B96D-2BE9B07BDCFE}">
      <dgm:prSet/>
      <dgm:spPr/>
      <dgm:t>
        <a:bodyPr/>
        <a:lstStyle/>
        <a:p>
          <a:endParaRPr lang="en-US"/>
        </a:p>
      </dgm:t>
    </dgm:pt>
    <dgm:pt modelId="{997E33FC-CD47-4D91-8F8F-A19A6AAD7190}" type="pres">
      <dgm:prSet presAssocID="{7417390B-C69E-42FB-9F52-3263C6E6E5D1}" presName="linearFlow" presStyleCnt="0">
        <dgm:presLayoutVars>
          <dgm:dir/>
          <dgm:animLvl val="lvl"/>
          <dgm:resizeHandles val="exact"/>
        </dgm:presLayoutVars>
      </dgm:prSet>
      <dgm:spPr/>
    </dgm:pt>
    <dgm:pt modelId="{E694ED0C-9935-448B-9B03-6E85140954AF}" type="pres">
      <dgm:prSet presAssocID="{C5B6D2EA-A8CE-4E0B-B398-973803DFE382}" presName="composite" presStyleCnt="0"/>
      <dgm:spPr/>
    </dgm:pt>
    <dgm:pt modelId="{CF822B3F-9A86-45F3-9A79-D9925A8396CD}" type="pres">
      <dgm:prSet presAssocID="{C5B6D2EA-A8CE-4E0B-B398-973803DFE382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C3D8DEE0-A36E-48F6-A3BB-AEEA06190C54}" type="pres">
      <dgm:prSet presAssocID="{C5B6D2EA-A8CE-4E0B-B398-973803DFE382}" presName="descendantText" presStyleLbl="alignAcc1" presStyleIdx="0" presStyleCnt="4">
        <dgm:presLayoutVars>
          <dgm:bulletEnabled val="1"/>
        </dgm:presLayoutVars>
      </dgm:prSet>
      <dgm:spPr/>
    </dgm:pt>
    <dgm:pt modelId="{658C151A-C488-4383-9A0A-D63A056E5143}" type="pres">
      <dgm:prSet presAssocID="{9AFA580C-1BE9-41D5-8C5D-B2E87991052C}" presName="sp" presStyleCnt="0"/>
      <dgm:spPr/>
    </dgm:pt>
    <dgm:pt modelId="{A8994B87-7464-4109-B2F6-8689729EA798}" type="pres">
      <dgm:prSet presAssocID="{A76170B9-07C4-4A74-94E9-F56C7EED45CA}" presName="composite" presStyleCnt="0"/>
      <dgm:spPr/>
    </dgm:pt>
    <dgm:pt modelId="{2607BD3D-F5E8-4882-907F-0BA7537F302F}" type="pres">
      <dgm:prSet presAssocID="{A76170B9-07C4-4A74-94E9-F56C7EED45CA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D309B280-A9B6-4483-8EEA-71A06EA33650}" type="pres">
      <dgm:prSet presAssocID="{A76170B9-07C4-4A74-94E9-F56C7EED45CA}" presName="descendantText" presStyleLbl="alignAcc1" presStyleIdx="1" presStyleCnt="4">
        <dgm:presLayoutVars>
          <dgm:bulletEnabled val="1"/>
        </dgm:presLayoutVars>
      </dgm:prSet>
      <dgm:spPr/>
    </dgm:pt>
    <dgm:pt modelId="{008D0138-5D6A-46DC-97C7-B2C310775B59}" type="pres">
      <dgm:prSet presAssocID="{48199271-7D84-4EA7-A9F3-0DEB1E1B100D}" presName="sp" presStyleCnt="0"/>
      <dgm:spPr/>
    </dgm:pt>
    <dgm:pt modelId="{38494D75-E94A-4029-962C-97A96D825A74}" type="pres">
      <dgm:prSet presAssocID="{B9806C5B-B5D3-4478-A276-D0680032A7BA}" presName="composite" presStyleCnt="0"/>
      <dgm:spPr/>
    </dgm:pt>
    <dgm:pt modelId="{BBAEA036-A4A2-4073-AEC7-1486E3364998}" type="pres">
      <dgm:prSet presAssocID="{B9806C5B-B5D3-4478-A276-D0680032A7BA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FB25984B-E5BF-4982-ADAA-6D701C17ADCC}" type="pres">
      <dgm:prSet presAssocID="{B9806C5B-B5D3-4478-A276-D0680032A7BA}" presName="descendantText" presStyleLbl="alignAcc1" presStyleIdx="2" presStyleCnt="4">
        <dgm:presLayoutVars>
          <dgm:bulletEnabled val="1"/>
        </dgm:presLayoutVars>
      </dgm:prSet>
      <dgm:spPr/>
    </dgm:pt>
    <dgm:pt modelId="{F25F5D34-7D1B-4C6B-BBC8-AC6465D0D953}" type="pres">
      <dgm:prSet presAssocID="{063672AB-5AEE-48F2-A0FB-4B80098BD21B}" presName="sp" presStyleCnt="0"/>
      <dgm:spPr/>
    </dgm:pt>
    <dgm:pt modelId="{56BB3DFE-FB34-4F39-9C48-7DA31459C717}" type="pres">
      <dgm:prSet presAssocID="{A6C8B04B-A7EE-4F22-BE9B-AA7FE2BBCE5A}" presName="composite" presStyleCnt="0"/>
      <dgm:spPr/>
    </dgm:pt>
    <dgm:pt modelId="{9EFC27FE-1C5C-457A-B36E-0C6DD67272D4}" type="pres">
      <dgm:prSet presAssocID="{A6C8B04B-A7EE-4F22-BE9B-AA7FE2BBCE5A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FA9F5899-0610-4293-825D-AF12D64FD03C}" type="pres">
      <dgm:prSet presAssocID="{A6C8B04B-A7EE-4F22-BE9B-AA7FE2BBCE5A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1BEB6F18-72A6-4520-BE06-D5B841FC90E1}" type="presOf" srcId="{506460F6-F734-41DA-BE39-9A073874554E}" destId="{FB25984B-E5BF-4982-ADAA-6D701C17ADCC}" srcOrd="0" destOrd="0" presId="urn:microsoft.com/office/officeart/2005/8/layout/chevron2"/>
    <dgm:cxn modelId="{4DBC901D-F653-445E-B126-CDB801C4C080}" type="presOf" srcId="{A76170B9-07C4-4A74-94E9-F56C7EED45CA}" destId="{2607BD3D-F5E8-4882-907F-0BA7537F302F}" srcOrd="0" destOrd="0" presId="urn:microsoft.com/office/officeart/2005/8/layout/chevron2"/>
    <dgm:cxn modelId="{C3784B23-016E-4B1C-AFA5-4ED0743254F4}" type="presOf" srcId="{A6C8B04B-A7EE-4F22-BE9B-AA7FE2BBCE5A}" destId="{9EFC27FE-1C5C-457A-B36E-0C6DD67272D4}" srcOrd="0" destOrd="0" presId="urn:microsoft.com/office/officeart/2005/8/layout/chevron2"/>
    <dgm:cxn modelId="{0EA47134-062F-469E-BB99-1895E6539169}" type="presOf" srcId="{3CC6316C-A759-4E67-A7A9-2A6B0B981017}" destId="{C3D8DEE0-A36E-48F6-A3BB-AEEA06190C54}" srcOrd="0" destOrd="0" presId="urn:microsoft.com/office/officeart/2005/8/layout/chevron2"/>
    <dgm:cxn modelId="{60E81641-1AA5-4AC3-8DCC-4009AA94AC6B}" srcId="{7417390B-C69E-42FB-9F52-3263C6E6E5D1}" destId="{A6C8B04B-A7EE-4F22-BE9B-AA7FE2BBCE5A}" srcOrd="3" destOrd="0" parTransId="{52ED094F-B513-4CFF-89C9-D1BD32243998}" sibTransId="{331C5F4F-C713-4AB9-B556-B4D860758CAC}"/>
    <dgm:cxn modelId="{420E6943-69D6-416C-ADC3-F6E91DD18E38}" type="presOf" srcId="{73CC5135-B6C3-4FB1-8AC7-5A00B964DCC6}" destId="{FA9F5899-0610-4293-825D-AF12D64FD03C}" srcOrd="0" destOrd="0" presId="urn:microsoft.com/office/officeart/2005/8/layout/chevron2"/>
    <dgm:cxn modelId="{C80A1747-206C-4E87-8097-268D63E23895}" srcId="{A76170B9-07C4-4A74-94E9-F56C7EED45CA}" destId="{58AC47CC-6E09-4696-9C99-91A758C66211}" srcOrd="1" destOrd="0" parTransId="{C5D6D35F-4B57-48DD-A84F-64B339CE0B6F}" sibTransId="{DD4381DF-26F1-46C7-94A4-FBD9537035CF}"/>
    <dgm:cxn modelId="{CDE2EA6A-19F7-4732-BA82-316E3F6F20B7}" type="presOf" srcId="{C5B6D2EA-A8CE-4E0B-B398-973803DFE382}" destId="{CF822B3F-9A86-45F3-9A79-D9925A8396CD}" srcOrd="0" destOrd="0" presId="urn:microsoft.com/office/officeart/2005/8/layout/chevron2"/>
    <dgm:cxn modelId="{4EF1F48A-6FEB-435F-B007-D60672E95716}" srcId="{7417390B-C69E-42FB-9F52-3263C6E6E5D1}" destId="{A76170B9-07C4-4A74-94E9-F56C7EED45CA}" srcOrd="1" destOrd="0" parTransId="{D1D12EEE-F85B-45C6-A44A-294A9EACBEF7}" sibTransId="{48199271-7D84-4EA7-A9F3-0DEB1E1B100D}"/>
    <dgm:cxn modelId="{E540AF8C-1647-4CCB-B682-AE7366B43F22}" srcId="{B9806C5B-B5D3-4478-A276-D0680032A7BA}" destId="{506460F6-F734-41DA-BE39-9A073874554E}" srcOrd="0" destOrd="0" parTransId="{39B0619F-A033-4EE2-90C3-BD2233A8E486}" sibTransId="{A53BD8B6-3EDA-4B1A-AB4E-B47DB3218932}"/>
    <dgm:cxn modelId="{ECC7C297-16FE-46E7-8331-C50A8F97515A}" srcId="{7417390B-C69E-42FB-9F52-3263C6E6E5D1}" destId="{C5B6D2EA-A8CE-4E0B-B398-973803DFE382}" srcOrd="0" destOrd="0" parTransId="{A60ACDC0-8BA5-41F1-996E-3A9A579A6545}" sibTransId="{9AFA580C-1BE9-41D5-8C5D-B2E87991052C}"/>
    <dgm:cxn modelId="{891E539E-26D1-4A21-8793-3570DADAB70A}" srcId="{7417390B-C69E-42FB-9F52-3263C6E6E5D1}" destId="{B9806C5B-B5D3-4478-A276-D0680032A7BA}" srcOrd="2" destOrd="0" parTransId="{CB818070-1984-4633-AFB1-249EF4E24554}" sibTransId="{063672AB-5AEE-48F2-A0FB-4B80098BD21B}"/>
    <dgm:cxn modelId="{A091CE9E-E189-42C8-BB33-4109EB9B2982}" type="presOf" srcId="{7417390B-C69E-42FB-9F52-3263C6E6E5D1}" destId="{997E33FC-CD47-4D91-8F8F-A19A6AAD7190}" srcOrd="0" destOrd="0" presId="urn:microsoft.com/office/officeart/2005/8/layout/chevron2"/>
    <dgm:cxn modelId="{0139E9A5-C70B-4AB8-AB43-EDE08739100D}" type="presOf" srcId="{915A37D6-9AF7-404A-B3B9-6299B6127DCF}" destId="{C3D8DEE0-A36E-48F6-A3BB-AEEA06190C54}" srcOrd="0" destOrd="1" presId="urn:microsoft.com/office/officeart/2005/8/layout/chevron2"/>
    <dgm:cxn modelId="{42524ABA-EC38-46F2-B6DD-76C3501BD32E}" type="presOf" srcId="{C3179364-438F-45D8-903F-6583B9AEBB34}" destId="{FB25984B-E5BF-4982-ADAA-6D701C17ADCC}" srcOrd="0" destOrd="1" presId="urn:microsoft.com/office/officeart/2005/8/layout/chevron2"/>
    <dgm:cxn modelId="{11CCF5BD-BB2E-4BDA-9508-AF71A0F348C7}" srcId="{A76170B9-07C4-4A74-94E9-F56C7EED45CA}" destId="{412D21A1-A549-441B-AA24-00A0C6DA4CAC}" srcOrd="0" destOrd="0" parTransId="{C2B3FB85-B4CD-47CD-A2D1-76BB3F540D72}" sibTransId="{07C479A3-88AE-4406-B071-85AA68A24E8A}"/>
    <dgm:cxn modelId="{4DD051C5-6CEB-4181-8A41-859C25F42B19}" srcId="{B9806C5B-B5D3-4478-A276-D0680032A7BA}" destId="{C3179364-438F-45D8-903F-6583B9AEBB34}" srcOrd="1" destOrd="0" parTransId="{236C2119-23B7-45A0-988D-143ED306EA95}" sibTransId="{188175B7-F032-4208-B663-41CB91F0428C}"/>
    <dgm:cxn modelId="{3D6038C9-311B-4006-B96D-2BE9B07BDCFE}" srcId="{A6C8B04B-A7EE-4F22-BE9B-AA7FE2BBCE5A}" destId="{D7D6973D-58F0-42AC-A2FD-DD61CA99003C}" srcOrd="1" destOrd="0" parTransId="{2DC5EF41-B97E-4722-9161-EB6FD03E41DC}" sibTransId="{EC4AA26E-F837-4839-AA92-F19F9303B6C9}"/>
    <dgm:cxn modelId="{D6692CDA-F6D2-46EA-BF35-0F6D10BDCF4A}" type="presOf" srcId="{412D21A1-A549-441B-AA24-00A0C6DA4CAC}" destId="{D309B280-A9B6-4483-8EEA-71A06EA33650}" srcOrd="0" destOrd="0" presId="urn:microsoft.com/office/officeart/2005/8/layout/chevron2"/>
    <dgm:cxn modelId="{7664E6DD-6CA3-473B-91D0-CB0A6DD7E621}" type="presOf" srcId="{58AC47CC-6E09-4696-9C99-91A758C66211}" destId="{D309B280-A9B6-4483-8EEA-71A06EA33650}" srcOrd="0" destOrd="1" presId="urn:microsoft.com/office/officeart/2005/8/layout/chevron2"/>
    <dgm:cxn modelId="{3DA5FEE9-0025-40E1-919F-264C665014E4}" type="presOf" srcId="{B9806C5B-B5D3-4478-A276-D0680032A7BA}" destId="{BBAEA036-A4A2-4073-AEC7-1486E3364998}" srcOrd="0" destOrd="0" presId="urn:microsoft.com/office/officeart/2005/8/layout/chevron2"/>
    <dgm:cxn modelId="{9432BBF4-A4C2-408E-BCD7-2D4B577566C0}" type="presOf" srcId="{D7D6973D-58F0-42AC-A2FD-DD61CA99003C}" destId="{FA9F5899-0610-4293-825D-AF12D64FD03C}" srcOrd="0" destOrd="1" presId="urn:microsoft.com/office/officeart/2005/8/layout/chevron2"/>
    <dgm:cxn modelId="{2E9148F9-0405-460A-A07D-CCE0BECACDE2}" srcId="{C5B6D2EA-A8CE-4E0B-B398-973803DFE382}" destId="{3CC6316C-A759-4E67-A7A9-2A6B0B981017}" srcOrd="0" destOrd="0" parTransId="{C4EE3CBF-AE4B-4C78-9729-0414F03E493F}" sibTransId="{83CDA70C-3F19-4D73-8643-AB540B4CEA0F}"/>
    <dgm:cxn modelId="{461E7BF9-0EBB-495D-A874-3B4561686410}" srcId="{A6C8B04B-A7EE-4F22-BE9B-AA7FE2BBCE5A}" destId="{73CC5135-B6C3-4FB1-8AC7-5A00B964DCC6}" srcOrd="0" destOrd="0" parTransId="{67D91399-306A-4D86-8BE6-8B4058E936B0}" sibTransId="{7086525A-03E8-4CDB-8E55-FAB0F83D7EB8}"/>
    <dgm:cxn modelId="{A53112FF-1FE9-4525-A5F9-85BB2A3C7523}" srcId="{C5B6D2EA-A8CE-4E0B-B398-973803DFE382}" destId="{915A37D6-9AF7-404A-B3B9-6299B6127DCF}" srcOrd="1" destOrd="0" parTransId="{246C8E52-4C57-461F-AA24-BFF762950FE4}" sibTransId="{67D7948A-F5AE-4273-9D62-D2B2D33F3AD2}"/>
    <dgm:cxn modelId="{116303E4-8B0D-48E6-B0A2-620FE891D809}" type="presParOf" srcId="{997E33FC-CD47-4D91-8F8F-A19A6AAD7190}" destId="{E694ED0C-9935-448B-9B03-6E85140954AF}" srcOrd="0" destOrd="0" presId="urn:microsoft.com/office/officeart/2005/8/layout/chevron2"/>
    <dgm:cxn modelId="{5FC1FB1E-772C-402B-906B-BF6E187CFBD0}" type="presParOf" srcId="{E694ED0C-9935-448B-9B03-6E85140954AF}" destId="{CF822B3F-9A86-45F3-9A79-D9925A8396CD}" srcOrd="0" destOrd="0" presId="urn:microsoft.com/office/officeart/2005/8/layout/chevron2"/>
    <dgm:cxn modelId="{21DD2C6A-B59D-4C4E-9528-AAE32BF03585}" type="presParOf" srcId="{E694ED0C-9935-448B-9B03-6E85140954AF}" destId="{C3D8DEE0-A36E-48F6-A3BB-AEEA06190C54}" srcOrd="1" destOrd="0" presId="urn:microsoft.com/office/officeart/2005/8/layout/chevron2"/>
    <dgm:cxn modelId="{CF2AA61A-4939-44FE-BF31-16B57CEF7106}" type="presParOf" srcId="{997E33FC-CD47-4D91-8F8F-A19A6AAD7190}" destId="{658C151A-C488-4383-9A0A-D63A056E5143}" srcOrd="1" destOrd="0" presId="urn:microsoft.com/office/officeart/2005/8/layout/chevron2"/>
    <dgm:cxn modelId="{BD4B8E72-5D33-4B5C-A1B4-47CF8B85BD13}" type="presParOf" srcId="{997E33FC-CD47-4D91-8F8F-A19A6AAD7190}" destId="{A8994B87-7464-4109-B2F6-8689729EA798}" srcOrd="2" destOrd="0" presId="urn:microsoft.com/office/officeart/2005/8/layout/chevron2"/>
    <dgm:cxn modelId="{D2D6B590-E425-4CC5-9891-0D6D154A1705}" type="presParOf" srcId="{A8994B87-7464-4109-B2F6-8689729EA798}" destId="{2607BD3D-F5E8-4882-907F-0BA7537F302F}" srcOrd="0" destOrd="0" presId="urn:microsoft.com/office/officeart/2005/8/layout/chevron2"/>
    <dgm:cxn modelId="{C3C4990A-32F3-40A4-9021-6512F83D4BF0}" type="presParOf" srcId="{A8994B87-7464-4109-B2F6-8689729EA798}" destId="{D309B280-A9B6-4483-8EEA-71A06EA33650}" srcOrd="1" destOrd="0" presId="urn:microsoft.com/office/officeart/2005/8/layout/chevron2"/>
    <dgm:cxn modelId="{E95312F1-910F-4412-B665-C40BCCFDDF9F}" type="presParOf" srcId="{997E33FC-CD47-4D91-8F8F-A19A6AAD7190}" destId="{008D0138-5D6A-46DC-97C7-B2C310775B59}" srcOrd="3" destOrd="0" presId="urn:microsoft.com/office/officeart/2005/8/layout/chevron2"/>
    <dgm:cxn modelId="{1A319C3E-BC7F-4727-B371-3384BB9C5156}" type="presParOf" srcId="{997E33FC-CD47-4D91-8F8F-A19A6AAD7190}" destId="{38494D75-E94A-4029-962C-97A96D825A74}" srcOrd="4" destOrd="0" presId="urn:microsoft.com/office/officeart/2005/8/layout/chevron2"/>
    <dgm:cxn modelId="{51A24302-DDB3-4E80-8D69-612D4D07909C}" type="presParOf" srcId="{38494D75-E94A-4029-962C-97A96D825A74}" destId="{BBAEA036-A4A2-4073-AEC7-1486E3364998}" srcOrd="0" destOrd="0" presId="urn:microsoft.com/office/officeart/2005/8/layout/chevron2"/>
    <dgm:cxn modelId="{08617064-C59A-4D4A-9285-D2FE77F52593}" type="presParOf" srcId="{38494D75-E94A-4029-962C-97A96D825A74}" destId="{FB25984B-E5BF-4982-ADAA-6D701C17ADCC}" srcOrd="1" destOrd="0" presId="urn:microsoft.com/office/officeart/2005/8/layout/chevron2"/>
    <dgm:cxn modelId="{61AA843A-BFF2-4211-90EF-9EB194305E0D}" type="presParOf" srcId="{997E33FC-CD47-4D91-8F8F-A19A6AAD7190}" destId="{F25F5D34-7D1B-4C6B-BBC8-AC6465D0D953}" srcOrd="5" destOrd="0" presId="urn:microsoft.com/office/officeart/2005/8/layout/chevron2"/>
    <dgm:cxn modelId="{75868D03-0A1D-49AD-A5F0-E6EF2B543D6E}" type="presParOf" srcId="{997E33FC-CD47-4D91-8F8F-A19A6AAD7190}" destId="{56BB3DFE-FB34-4F39-9C48-7DA31459C717}" srcOrd="6" destOrd="0" presId="urn:microsoft.com/office/officeart/2005/8/layout/chevron2"/>
    <dgm:cxn modelId="{81988E91-1692-4A20-B402-7E9D2D65CF9E}" type="presParOf" srcId="{56BB3DFE-FB34-4F39-9C48-7DA31459C717}" destId="{9EFC27FE-1C5C-457A-B36E-0C6DD67272D4}" srcOrd="0" destOrd="0" presId="urn:microsoft.com/office/officeart/2005/8/layout/chevron2"/>
    <dgm:cxn modelId="{7C911649-D33C-44BF-86EC-70F9C3596609}" type="presParOf" srcId="{56BB3DFE-FB34-4F39-9C48-7DA31459C717}" destId="{FA9F5899-0610-4293-825D-AF12D64FD03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417390B-C69E-42FB-9F52-3263C6E6E5D1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B6D2EA-A8CE-4E0B-B398-973803DFE382}">
      <dgm:prSet phldrT="[Text]"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STF Action</a:t>
          </a:r>
        </a:p>
      </dgm:t>
    </dgm:pt>
    <dgm:pt modelId="{A60ACDC0-8BA5-41F1-996E-3A9A579A6545}" type="parTrans" cxnId="{ECC7C297-16FE-46E7-8331-C50A8F97515A}">
      <dgm:prSet/>
      <dgm:spPr/>
      <dgm:t>
        <a:bodyPr/>
        <a:lstStyle/>
        <a:p>
          <a:endParaRPr lang="en-US"/>
        </a:p>
      </dgm:t>
    </dgm:pt>
    <dgm:pt modelId="{9AFA580C-1BE9-41D5-8C5D-B2E87991052C}" type="sibTrans" cxnId="{ECC7C297-16FE-46E7-8331-C50A8F97515A}">
      <dgm:prSet/>
      <dgm:spPr/>
      <dgm:t>
        <a:bodyPr/>
        <a:lstStyle/>
        <a:p>
          <a:endParaRPr lang="en-US"/>
        </a:p>
      </dgm:t>
    </dgm:pt>
    <dgm:pt modelId="{3CC6316C-A759-4E67-A7A9-2A6B0B981017}">
      <dgm:prSet phldrT="[Text]"/>
      <dgm:spPr/>
      <dgm:t>
        <a:bodyPr/>
        <a:lstStyle/>
        <a:p>
          <a:r>
            <a:rPr lang="en-US" dirty="0"/>
            <a:t>CONTROL (USROP1)</a:t>
          </a:r>
        </a:p>
      </dgm:t>
    </dgm:pt>
    <dgm:pt modelId="{C4EE3CBF-AE4B-4C78-9729-0414F03E493F}" type="parTrans" cxnId="{2E9148F9-0405-460A-A07D-CCE0BECACDE2}">
      <dgm:prSet/>
      <dgm:spPr/>
      <dgm:t>
        <a:bodyPr/>
        <a:lstStyle/>
        <a:p>
          <a:endParaRPr lang="en-US"/>
        </a:p>
      </dgm:t>
    </dgm:pt>
    <dgm:pt modelId="{83CDA70C-3F19-4D73-8643-AB540B4CEA0F}" type="sibTrans" cxnId="{2E9148F9-0405-460A-A07D-CCE0BECACDE2}">
      <dgm:prSet/>
      <dgm:spPr/>
      <dgm:t>
        <a:bodyPr/>
        <a:lstStyle/>
        <a:p>
          <a:endParaRPr lang="en-US"/>
        </a:p>
      </dgm:t>
    </dgm:pt>
    <dgm:pt modelId="{915A37D6-9AF7-404A-B3B9-6299B6127DCF}">
      <dgm:prSet phldrT="[Text]"/>
      <dgm:spPr/>
      <dgm:t>
        <a:bodyPr/>
        <a:lstStyle/>
        <a:p>
          <a:r>
            <a:rPr lang="en-US" dirty="0"/>
            <a:t>0x5</a:t>
          </a:r>
        </a:p>
      </dgm:t>
    </dgm:pt>
    <dgm:pt modelId="{246C8E52-4C57-461F-AA24-BFF762950FE4}" type="parTrans" cxnId="{A53112FF-1FE9-4525-A5F9-85BB2A3C7523}">
      <dgm:prSet/>
      <dgm:spPr/>
      <dgm:t>
        <a:bodyPr/>
        <a:lstStyle/>
        <a:p>
          <a:endParaRPr lang="en-US"/>
        </a:p>
      </dgm:t>
    </dgm:pt>
    <dgm:pt modelId="{67D7948A-F5AE-4273-9D62-D2B2D33F3AD2}" type="sibTrans" cxnId="{A53112FF-1FE9-4525-A5F9-85BB2A3C7523}">
      <dgm:prSet/>
      <dgm:spPr/>
      <dgm:t>
        <a:bodyPr/>
        <a:lstStyle/>
        <a:p>
          <a:endParaRPr lang="en-US"/>
        </a:p>
      </dgm:t>
    </dgm:pt>
    <dgm:pt modelId="{A76170B9-07C4-4A74-94E9-F56C7EED45CA}">
      <dgm:prSet phldrT="[Text]"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STF Action</a:t>
          </a:r>
        </a:p>
      </dgm:t>
    </dgm:pt>
    <dgm:pt modelId="{D1D12EEE-F85B-45C6-A44A-294A9EACBEF7}" type="parTrans" cxnId="{4EF1F48A-6FEB-435F-B007-D60672E95716}">
      <dgm:prSet/>
      <dgm:spPr/>
      <dgm:t>
        <a:bodyPr/>
        <a:lstStyle/>
        <a:p>
          <a:endParaRPr lang="en-US"/>
        </a:p>
      </dgm:t>
    </dgm:pt>
    <dgm:pt modelId="{48199271-7D84-4EA7-A9F3-0DEB1E1B100D}" type="sibTrans" cxnId="{4EF1F48A-6FEB-435F-B007-D60672E95716}">
      <dgm:prSet/>
      <dgm:spPr/>
      <dgm:t>
        <a:bodyPr/>
        <a:lstStyle/>
        <a:p>
          <a:endParaRPr lang="en-US"/>
        </a:p>
      </dgm:t>
    </dgm:pt>
    <dgm:pt modelId="{412D21A1-A549-441B-AA24-00A0C6DA4CAC}">
      <dgm:prSet phldrT="[Text]"/>
      <dgm:spPr/>
      <dgm:t>
        <a:bodyPr/>
        <a:lstStyle/>
        <a:p>
          <a:r>
            <a:rPr lang="en-US" dirty="0"/>
            <a:t>CONTROL (USROP2)</a:t>
          </a:r>
        </a:p>
      </dgm:t>
    </dgm:pt>
    <dgm:pt modelId="{C2B3FB85-B4CD-47CD-A2D1-76BB3F540D72}" type="parTrans" cxnId="{11CCF5BD-BB2E-4BDA-9508-AF71A0F348C7}">
      <dgm:prSet/>
      <dgm:spPr/>
      <dgm:t>
        <a:bodyPr/>
        <a:lstStyle/>
        <a:p>
          <a:endParaRPr lang="en-US"/>
        </a:p>
      </dgm:t>
    </dgm:pt>
    <dgm:pt modelId="{07C479A3-88AE-4406-B071-85AA68A24E8A}" type="sibTrans" cxnId="{11CCF5BD-BB2E-4BDA-9508-AF71A0F348C7}">
      <dgm:prSet/>
      <dgm:spPr/>
      <dgm:t>
        <a:bodyPr/>
        <a:lstStyle/>
        <a:p>
          <a:endParaRPr lang="en-US"/>
        </a:p>
      </dgm:t>
    </dgm:pt>
    <dgm:pt modelId="{58AC47CC-6E09-4696-9C99-91A758C66211}">
      <dgm:prSet phldrT="[Text]"/>
      <dgm:spPr/>
      <dgm:t>
        <a:bodyPr/>
        <a:lstStyle/>
        <a:p>
          <a:r>
            <a:rPr lang="en-US" dirty="0"/>
            <a:t>0x6</a:t>
          </a:r>
        </a:p>
      </dgm:t>
    </dgm:pt>
    <dgm:pt modelId="{C5D6D35F-4B57-48DD-A84F-64B339CE0B6F}" type="parTrans" cxnId="{C80A1747-206C-4E87-8097-268D63E23895}">
      <dgm:prSet/>
      <dgm:spPr/>
      <dgm:t>
        <a:bodyPr/>
        <a:lstStyle/>
        <a:p>
          <a:endParaRPr lang="en-US"/>
        </a:p>
      </dgm:t>
    </dgm:pt>
    <dgm:pt modelId="{DD4381DF-26F1-46C7-94A4-FBD9537035CF}" type="sibTrans" cxnId="{C80A1747-206C-4E87-8097-268D63E23895}">
      <dgm:prSet/>
      <dgm:spPr/>
      <dgm:t>
        <a:bodyPr/>
        <a:lstStyle/>
        <a:p>
          <a:endParaRPr lang="en-US"/>
        </a:p>
      </dgm:t>
    </dgm:pt>
    <dgm:pt modelId="{B9806C5B-B5D3-4478-A276-D0680032A7BA}">
      <dgm:prSet phldrT="[Text]"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STF Action</a:t>
          </a:r>
        </a:p>
      </dgm:t>
    </dgm:pt>
    <dgm:pt modelId="{CB818070-1984-4633-AFB1-249EF4E24554}" type="parTrans" cxnId="{891E539E-26D1-4A21-8793-3570DADAB70A}">
      <dgm:prSet/>
      <dgm:spPr/>
      <dgm:t>
        <a:bodyPr/>
        <a:lstStyle/>
        <a:p>
          <a:endParaRPr lang="en-US"/>
        </a:p>
      </dgm:t>
    </dgm:pt>
    <dgm:pt modelId="{063672AB-5AEE-48F2-A0FB-4B80098BD21B}" type="sibTrans" cxnId="{891E539E-26D1-4A21-8793-3570DADAB70A}">
      <dgm:prSet/>
      <dgm:spPr/>
      <dgm:t>
        <a:bodyPr/>
        <a:lstStyle/>
        <a:p>
          <a:endParaRPr lang="en-US"/>
        </a:p>
      </dgm:t>
    </dgm:pt>
    <dgm:pt modelId="{506460F6-F734-41DA-BE39-9A073874554E}">
      <dgm:prSet phldrT="[Text]"/>
      <dgm:spPr/>
      <dgm:t>
        <a:bodyPr/>
        <a:lstStyle/>
        <a:p>
          <a:r>
            <a:rPr lang="en-US" dirty="0"/>
            <a:t>USROP1</a:t>
          </a:r>
        </a:p>
      </dgm:t>
    </dgm:pt>
    <dgm:pt modelId="{39B0619F-A033-4EE2-90C3-BD2233A8E486}" type="parTrans" cxnId="{E540AF8C-1647-4CCB-B682-AE7366B43F22}">
      <dgm:prSet/>
      <dgm:spPr/>
      <dgm:t>
        <a:bodyPr/>
        <a:lstStyle/>
        <a:p>
          <a:endParaRPr lang="en-US"/>
        </a:p>
      </dgm:t>
    </dgm:pt>
    <dgm:pt modelId="{A53BD8B6-3EDA-4B1A-AB4E-B47DB3218932}" type="sibTrans" cxnId="{E540AF8C-1647-4CCB-B682-AE7366B43F22}">
      <dgm:prSet/>
      <dgm:spPr/>
      <dgm:t>
        <a:bodyPr/>
        <a:lstStyle/>
        <a:p>
          <a:endParaRPr lang="en-US"/>
        </a:p>
      </dgm:t>
    </dgm:pt>
    <dgm:pt modelId="{A6C8B04B-A7EE-4F22-BE9B-AA7FE2BBCE5A}">
      <dgm:prSet phldrT="[Text]"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STF Action</a:t>
          </a:r>
        </a:p>
      </dgm:t>
    </dgm:pt>
    <dgm:pt modelId="{52ED094F-B513-4CFF-89C9-D1BD32243998}" type="parTrans" cxnId="{60E81641-1AA5-4AC3-8DCC-4009AA94AC6B}">
      <dgm:prSet/>
      <dgm:spPr/>
      <dgm:t>
        <a:bodyPr/>
        <a:lstStyle/>
        <a:p>
          <a:endParaRPr lang="en-US"/>
        </a:p>
      </dgm:t>
    </dgm:pt>
    <dgm:pt modelId="{331C5F4F-C713-4AB9-B556-B4D860758CAC}" type="sibTrans" cxnId="{60E81641-1AA5-4AC3-8DCC-4009AA94AC6B}">
      <dgm:prSet/>
      <dgm:spPr/>
      <dgm:t>
        <a:bodyPr/>
        <a:lstStyle/>
        <a:p>
          <a:endParaRPr lang="en-US"/>
        </a:p>
      </dgm:t>
    </dgm:pt>
    <dgm:pt modelId="{73CC5135-B6C3-4FB1-8AC7-5A00B964DCC6}">
      <dgm:prSet phldrT="[Text]"/>
      <dgm:spPr/>
      <dgm:t>
        <a:bodyPr/>
        <a:lstStyle/>
        <a:p>
          <a:r>
            <a:rPr lang="en-US" dirty="0"/>
            <a:t>USROP2</a:t>
          </a:r>
        </a:p>
      </dgm:t>
    </dgm:pt>
    <dgm:pt modelId="{67D91399-306A-4D86-8BE6-8B4058E936B0}" type="parTrans" cxnId="{461E7BF9-0EBB-495D-A874-3B4561686410}">
      <dgm:prSet/>
      <dgm:spPr/>
      <dgm:t>
        <a:bodyPr/>
        <a:lstStyle/>
        <a:p>
          <a:endParaRPr lang="en-US"/>
        </a:p>
      </dgm:t>
    </dgm:pt>
    <dgm:pt modelId="{7086525A-03E8-4CDB-8E55-FAB0F83D7EB8}" type="sibTrans" cxnId="{461E7BF9-0EBB-495D-A874-3B4561686410}">
      <dgm:prSet/>
      <dgm:spPr/>
      <dgm:t>
        <a:bodyPr/>
        <a:lstStyle/>
        <a:p>
          <a:endParaRPr lang="en-US"/>
        </a:p>
      </dgm:t>
    </dgm:pt>
    <dgm:pt modelId="{997E33FC-CD47-4D91-8F8F-A19A6AAD7190}" type="pres">
      <dgm:prSet presAssocID="{7417390B-C69E-42FB-9F52-3263C6E6E5D1}" presName="linearFlow" presStyleCnt="0">
        <dgm:presLayoutVars>
          <dgm:dir/>
          <dgm:animLvl val="lvl"/>
          <dgm:resizeHandles val="exact"/>
        </dgm:presLayoutVars>
      </dgm:prSet>
      <dgm:spPr/>
    </dgm:pt>
    <dgm:pt modelId="{E694ED0C-9935-448B-9B03-6E85140954AF}" type="pres">
      <dgm:prSet presAssocID="{C5B6D2EA-A8CE-4E0B-B398-973803DFE382}" presName="composite" presStyleCnt="0"/>
      <dgm:spPr/>
    </dgm:pt>
    <dgm:pt modelId="{CF822B3F-9A86-45F3-9A79-D9925A8396CD}" type="pres">
      <dgm:prSet presAssocID="{C5B6D2EA-A8CE-4E0B-B398-973803DFE382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C3D8DEE0-A36E-48F6-A3BB-AEEA06190C54}" type="pres">
      <dgm:prSet presAssocID="{C5B6D2EA-A8CE-4E0B-B398-973803DFE382}" presName="descendantText" presStyleLbl="alignAcc1" presStyleIdx="0" presStyleCnt="4">
        <dgm:presLayoutVars>
          <dgm:bulletEnabled val="1"/>
        </dgm:presLayoutVars>
      </dgm:prSet>
      <dgm:spPr/>
    </dgm:pt>
    <dgm:pt modelId="{658C151A-C488-4383-9A0A-D63A056E5143}" type="pres">
      <dgm:prSet presAssocID="{9AFA580C-1BE9-41D5-8C5D-B2E87991052C}" presName="sp" presStyleCnt="0"/>
      <dgm:spPr/>
    </dgm:pt>
    <dgm:pt modelId="{A8994B87-7464-4109-B2F6-8689729EA798}" type="pres">
      <dgm:prSet presAssocID="{A76170B9-07C4-4A74-94E9-F56C7EED45CA}" presName="composite" presStyleCnt="0"/>
      <dgm:spPr/>
    </dgm:pt>
    <dgm:pt modelId="{2607BD3D-F5E8-4882-907F-0BA7537F302F}" type="pres">
      <dgm:prSet presAssocID="{A76170B9-07C4-4A74-94E9-F56C7EED45CA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D309B280-A9B6-4483-8EEA-71A06EA33650}" type="pres">
      <dgm:prSet presAssocID="{A76170B9-07C4-4A74-94E9-F56C7EED45CA}" presName="descendantText" presStyleLbl="alignAcc1" presStyleIdx="1" presStyleCnt="4">
        <dgm:presLayoutVars>
          <dgm:bulletEnabled val="1"/>
        </dgm:presLayoutVars>
      </dgm:prSet>
      <dgm:spPr/>
    </dgm:pt>
    <dgm:pt modelId="{008D0138-5D6A-46DC-97C7-B2C310775B59}" type="pres">
      <dgm:prSet presAssocID="{48199271-7D84-4EA7-A9F3-0DEB1E1B100D}" presName="sp" presStyleCnt="0"/>
      <dgm:spPr/>
    </dgm:pt>
    <dgm:pt modelId="{38494D75-E94A-4029-962C-97A96D825A74}" type="pres">
      <dgm:prSet presAssocID="{B9806C5B-B5D3-4478-A276-D0680032A7BA}" presName="composite" presStyleCnt="0"/>
      <dgm:spPr/>
    </dgm:pt>
    <dgm:pt modelId="{BBAEA036-A4A2-4073-AEC7-1486E3364998}" type="pres">
      <dgm:prSet presAssocID="{B9806C5B-B5D3-4478-A276-D0680032A7BA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FB25984B-E5BF-4982-ADAA-6D701C17ADCC}" type="pres">
      <dgm:prSet presAssocID="{B9806C5B-B5D3-4478-A276-D0680032A7BA}" presName="descendantText" presStyleLbl="alignAcc1" presStyleIdx="2" presStyleCnt="4">
        <dgm:presLayoutVars>
          <dgm:bulletEnabled val="1"/>
        </dgm:presLayoutVars>
      </dgm:prSet>
      <dgm:spPr/>
    </dgm:pt>
    <dgm:pt modelId="{F25F5D34-7D1B-4C6B-BBC8-AC6465D0D953}" type="pres">
      <dgm:prSet presAssocID="{063672AB-5AEE-48F2-A0FB-4B80098BD21B}" presName="sp" presStyleCnt="0"/>
      <dgm:spPr/>
    </dgm:pt>
    <dgm:pt modelId="{56BB3DFE-FB34-4F39-9C48-7DA31459C717}" type="pres">
      <dgm:prSet presAssocID="{A6C8B04B-A7EE-4F22-BE9B-AA7FE2BBCE5A}" presName="composite" presStyleCnt="0"/>
      <dgm:spPr/>
    </dgm:pt>
    <dgm:pt modelId="{9EFC27FE-1C5C-457A-B36E-0C6DD67272D4}" type="pres">
      <dgm:prSet presAssocID="{A6C8B04B-A7EE-4F22-BE9B-AA7FE2BBCE5A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FA9F5899-0610-4293-825D-AF12D64FD03C}" type="pres">
      <dgm:prSet presAssocID="{A6C8B04B-A7EE-4F22-BE9B-AA7FE2BBCE5A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1BEB6F18-72A6-4520-BE06-D5B841FC90E1}" type="presOf" srcId="{506460F6-F734-41DA-BE39-9A073874554E}" destId="{FB25984B-E5BF-4982-ADAA-6D701C17ADCC}" srcOrd="0" destOrd="0" presId="urn:microsoft.com/office/officeart/2005/8/layout/chevron2"/>
    <dgm:cxn modelId="{4DBC901D-F653-445E-B126-CDB801C4C080}" type="presOf" srcId="{A76170B9-07C4-4A74-94E9-F56C7EED45CA}" destId="{2607BD3D-F5E8-4882-907F-0BA7537F302F}" srcOrd="0" destOrd="0" presId="urn:microsoft.com/office/officeart/2005/8/layout/chevron2"/>
    <dgm:cxn modelId="{C3784B23-016E-4B1C-AFA5-4ED0743254F4}" type="presOf" srcId="{A6C8B04B-A7EE-4F22-BE9B-AA7FE2BBCE5A}" destId="{9EFC27FE-1C5C-457A-B36E-0C6DD67272D4}" srcOrd="0" destOrd="0" presId="urn:microsoft.com/office/officeart/2005/8/layout/chevron2"/>
    <dgm:cxn modelId="{0EA47134-062F-469E-BB99-1895E6539169}" type="presOf" srcId="{3CC6316C-A759-4E67-A7A9-2A6B0B981017}" destId="{C3D8DEE0-A36E-48F6-A3BB-AEEA06190C54}" srcOrd="0" destOrd="0" presId="urn:microsoft.com/office/officeart/2005/8/layout/chevron2"/>
    <dgm:cxn modelId="{60E81641-1AA5-4AC3-8DCC-4009AA94AC6B}" srcId="{7417390B-C69E-42FB-9F52-3263C6E6E5D1}" destId="{A6C8B04B-A7EE-4F22-BE9B-AA7FE2BBCE5A}" srcOrd="3" destOrd="0" parTransId="{52ED094F-B513-4CFF-89C9-D1BD32243998}" sibTransId="{331C5F4F-C713-4AB9-B556-B4D860758CAC}"/>
    <dgm:cxn modelId="{420E6943-69D6-416C-ADC3-F6E91DD18E38}" type="presOf" srcId="{73CC5135-B6C3-4FB1-8AC7-5A00B964DCC6}" destId="{FA9F5899-0610-4293-825D-AF12D64FD03C}" srcOrd="0" destOrd="0" presId="urn:microsoft.com/office/officeart/2005/8/layout/chevron2"/>
    <dgm:cxn modelId="{C80A1747-206C-4E87-8097-268D63E23895}" srcId="{A76170B9-07C4-4A74-94E9-F56C7EED45CA}" destId="{58AC47CC-6E09-4696-9C99-91A758C66211}" srcOrd="1" destOrd="0" parTransId="{C5D6D35F-4B57-48DD-A84F-64B339CE0B6F}" sibTransId="{DD4381DF-26F1-46C7-94A4-FBD9537035CF}"/>
    <dgm:cxn modelId="{CDE2EA6A-19F7-4732-BA82-316E3F6F20B7}" type="presOf" srcId="{C5B6D2EA-A8CE-4E0B-B398-973803DFE382}" destId="{CF822B3F-9A86-45F3-9A79-D9925A8396CD}" srcOrd="0" destOrd="0" presId="urn:microsoft.com/office/officeart/2005/8/layout/chevron2"/>
    <dgm:cxn modelId="{4EF1F48A-6FEB-435F-B007-D60672E95716}" srcId="{7417390B-C69E-42FB-9F52-3263C6E6E5D1}" destId="{A76170B9-07C4-4A74-94E9-F56C7EED45CA}" srcOrd="1" destOrd="0" parTransId="{D1D12EEE-F85B-45C6-A44A-294A9EACBEF7}" sibTransId="{48199271-7D84-4EA7-A9F3-0DEB1E1B100D}"/>
    <dgm:cxn modelId="{E540AF8C-1647-4CCB-B682-AE7366B43F22}" srcId="{B9806C5B-B5D3-4478-A276-D0680032A7BA}" destId="{506460F6-F734-41DA-BE39-9A073874554E}" srcOrd="0" destOrd="0" parTransId="{39B0619F-A033-4EE2-90C3-BD2233A8E486}" sibTransId="{A53BD8B6-3EDA-4B1A-AB4E-B47DB3218932}"/>
    <dgm:cxn modelId="{ECC7C297-16FE-46E7-8331-C50A8F97515A}" srcId="{7417390B-C69E-42FB-9F52-3263C6E6E5D1}" destId="{C5B6D2EA-A8CE-4E0B-B398-973803DFE382}" srcOrd="0" destOrd="0" parTransId="{A60ACDC0-8BA5-41F1-996E-3A9A579A6545}" sibTransId="{9AFA580C-1BE9-41D5-8C5D-B2E87991052C}"/>
    <dgm:cxn modelId="{891E539E-26D1-4A21-8793-3570DADAB70A}" srcId="{7417390B-C69E-42FB-9F52-3263C6E6E5D1}" destId="{B9806C5B-B5D3-4478-A276-D0680032A7BA}" srcOrd="2" destOrd="0" parTransId="{CB818070-1984-4633-AFB1-249EF4E24554}" sibTransId="{063672AB-5AEE-48F2-A0FB-4B80098BD21B}"/>
    <dgm:cxn modelId="{A091CE9E-E189-42C8-BB33-4109EB9B2982}" type="presOf" srcId="{7417390B-C69E-42FB-9F52-3263C6E6E5D1}" destId="{997E33FC-CD47-4D91-8F8F-A19A6AAD7190}" srcOrd="0" destOrd="0" presId="urn:microsoft.com/office/officeart/2005/8/layout/chevron2"/>
    <dgm:cxn modelId="{0139E9A5-C70B-4AB8-AB43-EDE08739100D}" type="presOf" srcId="{915A37D6-9AF7-404A-B3B9-6299B6127DCF}" destId="{C3D8DEE0-A36E-48F6-A3BB-AEEA06190C54}" srcOrd="0" destOrd="1" presId="urn:microsoft.com/office/officeart/2005/8/layout/chevron2"/>
    <dgm:cxn modelId="{11CCF5BD-BB2E-4BDA-9508-AF71A0F348C7}" srcId="{A76170B9-07C4-4A74-94E9-F56C7EED45CA}" destId="{412D21A1-A549-441B-AA24-00A0C6DA4CAC}" srcOrd="0" destOrd="0" parTransId="{C2B3FB85-B4CD-47CD-A2D1-76BB3F540D72}" sibTransId="{07C479A3-88AE-4406-B071-85AA68A24E8A}"/>
    <dgm:cxn modelId="{D6692CDA-F6D2-46EA-BF35-0F6D10BDCF4A}" type="presOf" srcId="{412D21A1-A549-441B-AA24-00A0C6DA4CAC}" destId="{D309B280-A9B6-4483-8EEA-71A06EA33650}" srcOrd="0" destOrd="0" presId="urn:microsoft.com/office/officeart/2005/8/layout/chevron2"/>
    <dgm:cxn modelId="{7664E6DD-6CA3-473B-91D0-CB0A6DD7E621}" type="presOf" srcId="{58AC47CC-6E09-4696-9C99-91A758C66211}" destId="{D309B280-A9B6-4483-8EEA-71A06EA33650}" srcOrd="0" destOrd="1" presId="urn:microsoft.com/office/officeart/2005/8/layout/chevron2"/>
    <dgm:cxn modelId="{3DA5FEE9-0025-40E1-919F-264C665014E4}" type="presOf" srcId="{B9806C5B-B5D3-4478-A276-D0680032A7BA}" destId="{BBAEA036-A4A2-4073-AEC7-1486E3364998}" srcOrd="0" destOrd="0" presId="urn:microsoft.com/office/officeart/2005/8/layout/chevron2"/>
    <dgm:cxn modelId="{2E9148F9-0405-460A-A07D-CCE0BECACDE2}" srcId="{C5B6D2EA-A8CE-4E0B-B398-973803DFE382}" destId="{3CC6316C-A759-4E67-A7A9-2A6B0B981017}" srcOrd="0" destOrd="0" parTransId="{C4EE3CBF-AE4B-4C78-9729-0414F03E493F}" sibTransId="{83CDA70C-3F19-4D73-8643-AB540B4CEA0F}"/>
    <dgm:cxn modelId="{461E7BF9-0EBB-495D-A874-3B4561686410}" srcId="{A6C8B04B-A7EE-4F22-BE9B-AA7FE2BBCE5A}" destId="{73CC5135-B6C3-4FB1-8AC7-5A00B964DCC6}" srcOrd="0" destOrd="0" parTransId="{67D91399-306A-4D86-8BE6-8B4058E936B0}" sibTransId="{7086525A-03E8-4CDB-8E55-FAB0F83D7EB8}"/>
    <dgm:cxn modelId="{A53112FF-1FE9-4525-A5F9-85BB2A3C7523}" srcId="{C5B6D2EA-A8CE-4E0B-B398-973803DFE382}" destId="{915A37D6-9AF7-404A-B3B9-6299B6127DCF}" srcOrd="1" destOrd="0" parTransId="{246C8E52-4C57-461F-AA24-BFF762950FE4}" sibTransId="{67D7948A-F5AE-4273-9D62-D2B2D33F3AD2}"/>
    <dgm:cxn modelId="{116303E4-8B0D-48E6-B0A2-620FE891D809}" type="presParOf" srcId="{997E33FC-CD47-4D91-8F8F-A19A6AAD7190}" destId="{E694ED0C-9935-448B-9B03-6E85140954AF}" srcOrd="0" destOrd="0" presId="urn:microsoft.com/office/officeart/2005/8/layout/chevron2"/>
    <dgm:cxn modelId="{5FC1FB1E-772C-402B-906B-BF6E187CFBD0}" type="presParOf" srcId="{E694ED0C-9935-448B-9B03-6E85140954AF}" destId="{CF822B3F-9A86-45F3-9A79-D9925A8396CD}" srcOrd="0" destOrd="0" presId="urn:microsoft.com/office/officeart/2005/8/layout/chevron2"/>
    <dgm:cxn modelId="{21DD2C6A-B59D-4C4E-9528-AAE32BF03585}" type="presParOf" srcId="{E694ED0C-9935-448B-9B03-6E85140954AF}" destId="{C3D8DEE0-A36E-48F6-A3BB-AEEA06190C54}" srcOrd="1" destOrd="0" presId="urn:microsoft.com/office/officeart/2005/8/layout/chevron2"/>
    <dgm:cxn modelId="{CF2AA61A-4939-44FE-BF31-16B57CEF7106}" type="presParOf" srcId="{997E33FC-CD47-4D91-8F8F-A19A6AAD7190}" destId="{658C151A-C488-4383-9A0A-D63A056E5143}" srcOrd="1" destOrd="0" presId="urn:microsoft.com/office/officeart/2005/8/layout/chevron2"/>
    <dgm:cxn modelId="{BD4B8E72-5D33-4B5C-A1B4-47CF8B85BD13}" type="presParOf" srcId="{997E33FC-CD47-4D91-8F8F-A19A6AAD7190}" destId="{A8994B87-7464-4109-B2F6-8689729EA798}" srcOrd="2" destOrd="0" presId="urn:microsoft.com/office/officeart/2005/8/layout/chevron2"/>
    <dgm:cxn modelId="{D2D6B590-E425-4CC5-9891-0D6D154A1705}" type="presParOf" srcId="{A8994B87-7464-4109-B2F6-8689729EA798}" destId="{2607BD3D-F5E8-4882-907F-0BA7537F302F}" srcOrd="0" destOrd="0" presId="urn:microsoft.com/office/officeart/2005/8/layout/chevron2"/>
    <dgm:cxn modelId="{C3C4990A-32F3-40A4-9021-6512F83D4BF0}" type="presParOf" srcId="{A8994B87-7464-4109-B2F6-8689729EA798}" destId="{D309B280-A9B6-4483-8EEA-71A06EA33650}" srcOrd="1" destOrd="0" presId="urn:microsoft.com/office/officeart/2005/8/layout/chevron2"/>
    <dgm:cxn modelId="{E95312F1-910F-4412-B665-C40BCCFDDF9F}" type="presParOf" srcId="{997E33FC-CD47-4D91-8F8F-A19A6AAD7190}" destId="{008D0138-5D6A-46DC-97C7-B2C310775B59}" srcOrd="3" destOrd="0" presId="urn:microsoft.com/office/officeart/2005/8/layout/chevron2"/>
    <dgm:cxn modelId="{1A319C3E-BC7F-4727-B371-3384BB9C5156}" type="presParOf" srcId="{997E33FC-CD47-4D91-8F8F-A19A6AAD7190}" destId="{38494D75-E94A-4029-962C-97A96D825A74}" srcOrd="4" destOrd="0" presId="urn:microsoft.com/office/officeart/2005/8/layout/chevron2"/>
    <dgm:cxn modelId="{51A24302-DDB3-4E80-8D69-612D4D07909C}" type="presParOf" srcId="{38494D75-E94A-4029-962C-97A96D825A74}" destId="{BBAEA036-A4A2-4073-AEC7-1486E3364998}" srcOrd="0" destOrd="0" presId="urn:microsoft.com/office/officeart/2005/8/layout/chevron2"/>
    <dgm:cxn modelId="{08617064-C59A-4D4A-9285-D2FE77F52593}" type="presParOf" srcId="{38494D75-E94A-4029-962C-97A96D825A74}" destId="{FB25984B-E5BF-4982-ADAA-6D701C17ADCC}" srcOrd="1" destOrd="0" presId="urn:microsoft.com/office/officeart/2005/8/layout/chevron2"/>
    <dgm:cxn modelId="{61AA843A-BFF2-4211-90EF-9EB194305E0D}" type="presParOf" srcId="{997E33FC-CD47-4D91-8F8F-A19A6AAD7190}" destId="{F25F5D34-7D1B-4C6B-BBC8-AC6465D0D953}" srcOrd="5" destOrd="0" presId="urn:microsoft.com/office/officeart/2005/8/layout/chevron2"/>
    <dgm:cxn modelId="{75868D03-0A1D-49AD-A5F0-E6EF2B543D6E}" type="presParOf" srcId="{997E33FC-CD47-4D91-8F8F-A19A6AAD7190}" destId="{56BB3DFE-FB34-4F39-9C48-7DA31459C717}" srcOrd="6" destOrd="0" presId="urn:microsoft.com/office/officeart/2005/8/layout/chevron2"/>
    <dgm:cxn modelId="{81988E91-1692-4A20-B402-7E9D2D65CF9E}" type="presParOf" srcId="{56BB3DFE-FB34-4F39-9C48-7DA31459C717}" destId="{9EFC27FE-1C5C-457A-B36E-0C6DD67272D4}" srcOrd="0" destOrd="0" presId="urn:microsoft.com/office/officeart/2005/8/layout/chevron2"/>
    <dgm:cxn modelId="{7C911649-D33C-44BF-86EC-70F9C3596609}" type="presParOf" srcId="{56BB3DFE-FB34-4F39-9C48-7DA31459C717}" destId="{FA9F5899-0610-4293-825D-AF12D64FD03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55F765-DE54-45DE-B8CB-1D272CAAB4C6}">
      <dsp:nvSpPr>
        <dsp:cNvPr id="0" name=""/>
        <dsp:cNvSpPr/>
      </dsp:nvSpPr>
      <dsp:spPr>
        <a:xfrm>
          <a:off x="395386" y="368235"/>
          <a:ext cx="1565275" cy="1368247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12065" rIns="24130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Data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WR </a:t>
          </a:r>
          <a:r>
            <a:rPr lang="en-US" sz="1900" kern="1200" dirty="0" err="1"/>
            <a:t>Cmd</a:t>
          </a:r>
          <a:endParaRPr lang="en-US" sz="1900" kern="1200" dirty="0"/>
        </a:p>
      </dsp:txBody>
      <dsp:txXfrm>
        <a:off x="786705" y="573472"/>
        <a:ext cx="763071" cy="957773"/>
      </dsp:txXfrm>
    </dsp:sp>
    <dsp:sp modelId="{FFDE869A-A664-48D7-AA74-6F77D4EC5C57}">
      <dsp:nvSpPr>
        <dsp:cNvPr id="0" name=""/>
        <dsp:cNvSpPr/>
      </dsp:nvSpPr>
      <dsp:spPr>
        <a:xfrm>
          <a:off x="4067" y="661040"/>
          <a:ext cx="782637" cy="7826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Xreg</a:t>
          </a:r>
          <a:r>
            <a:rPr lang="en-US" sz="1400" kern="1200" dirty="0"/>
            <a:t> Action</a:t>
          </a:r>
        </a:p>
      </dsp:txBody>
      <dsp:txXfrm>
        <a:off x="118682" y="775655"/>
        <a:ext cx="553407" cy="553407"/>
      </dsp:txXfrm>
    </dsp:sp>
    <dsp:sp modelId="{0545F0F4-66D9-419D-94BB-67CE95CA62DF}">
      <dsp:nvSpPr>
        <dsp:cNvPr id="0" name=""/>
        <dsp:cNvSpPr/>
      </dsp:nvSpPr>
      <dsp:spPr>
        <a:xfrm>
          <a:off x="2449810" y="368235"/>
          <a:ext cx="1565275" cy="1368247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12065" rIns="24130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Data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WR </a:t>
          </a:r>
          <a:r>
            <a:rPr lang="en-US" sz="1900" kern="1200" dirty="0" err="1"/>
            <a:t>Cmd</a:t>
          </a:r>
          <a:endParaRPr lang="en-US" sz="1900" kern="1200" dirty="0"/>
        </a:p>
      </dsp:txBody>
      <dsp:txXfrm>
        <a:off x="2841128" y="573472"/>
        <a:ext cx="763071" cy="957773"/>
      </dsp:txXfrm>
    </dsp:sp>
    <dsp:sp modelId="{02DF6E56-0527-4902-A340-1DEFCFCBA43F}">
      <dsp:nvSpPr>
        <dsp:cNvPr id="0" name=""/>
        <dsp:cNvSpPr/>
      </dsp:nvSpPr>
      <dsp:spPr>
        <a:xfrm>
          <a:off x="2058491" y="661040"/>
          <a:ext cx="782637" cy="7826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Xreg</a:t>
          </a:r>
          <a:r>
            <a:rPr lang="en-US" sz="1400" kern="1200" dirty="0"/>
            <a:t> Action</a:t>
          </a:r>
        </a:p>
      </dsp:txBody>
      <dsp:txXfrm>
        <a:off x="2173106" y="775655"/>
        <a:ext cx="553407" cy="553407"/>
      </dsp:txXfrm>
    </dsp:sp>
    <dsp:sp modelId="{7D0BD770-213F-469D-A877-BA5D998C70EF}">
      <dsp:nvSpPr>
        <dsp:cNvPr id="0" name=""/>
        <dsp:cNvSpPr/>
      </dsp:nvSpPr>
      <dsp:spPr>
        <a:xfrm>
          <a:off x="4504233" y="368235"/>
          <a:ext cx="1565275" cy="1368247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12065" rIns="24130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Data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WR </a:t>
          </a:r>
          <a:r>
            <a:rPr lang="en-US" sz="1900" kern="1200" dirty="0" err="1"/>
            <a:t>Cmd</a:t>
          </a:r>
          <a:endParaRPr lang="en-US" sz="1900" kern="1200" dirty="0"/>
        </a:p>
      </dsp:txBody>
      <dsp:txXfrm>
        <a:off x="4895552" y="573472"/>
        <a:ext cx="763071" cy="957773"/>
      </dsp:txXfrm>
    </dsp:sp>
    <dsp:sp modelId="{0DDF5098-510D-4A3F-A45B-58A4F4DB9085}">
      <dsp:nvSpPr>
        <dsp:cNvPr id="0" name=""/>
        <dsp:cNvSpPr/>
      </dsp:nvSpPr>
      <dsp:spPr>
        <a:xfrm>
          <a:off x="4112914" y="661040"/>
          <a:ext cx="782637" cy="7826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Xreg</a:t>
          </a:r>
          <a:r>
            <a:rPr lang="en-US" sz="1400" kern="1200" dirty="0"/>
            <a:t> Action</a:t>
          </a:r>
        </a:p>
      </dsp:txBody>
      <dsp:txXfrm>
        <a:off x="4227529" y="775655"/>
        <a:ext cx="553407" cy="553407"/>
      </dsp:txXfrm>
    </dsp:sp>
    <dsp:sp modelId="{C7C2BE91-D265-4E18-84F3-FE3FCA95A115}">
      <dsp:nvSpPr>
        <dsp:cNvPr id="0" name=""/>
        <dsp:cNvSpPr/>
      </dsp:nvSpPr>
      <dsp:spPr>
        <a:xfrm>
          <a:off x="6558657" y="368235"/>
          <a:ext cx="1565275" cy="1368247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12065" rIns="24130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Data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WR </a:t>
          </a:r>
          <a:r>
            <a:rPr lang="en-US" sz="1900" kern="1200" dirty="0" err="1"/>
            <a:t>Cmd</a:t>
          </a:r>
          <a:endParaRPr lang="en-US" sz="1900" kern="1200" dirty="0"/>
        </a:p>
      </dsp:txBody>
      <dsp:txXfrm>
        <a:off x="6949975" y="573472"/>
        <a:ext cx="763071" cy="957773"/>
      </dsp:txXfrm>
    </dsp:sp>
    <dsp:sp modelId="{579E4D67-8D20-4A33-AA8D-6549B60A9776}">
      <dsp:nvSpPr>
        <dsp:cNvPr id="0" name=""/>
        <dsp:cNvSpPr/>
      </dsp:nvSpPr>
      <dsp:spPr>
        <a:xfrm>
          <a:off x="6167338" y="661040"/>
          <a:ext cx="782637" cy="7826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Xreg Action</a:t>
          </a:r>
          <a:endParaRPr lang="en-US" sz="1400" kern="1200" dirty="0"/>
        </a:p>
      </dsp:txBody>
      <dsp:txXfrm>
        <a:off x="6281953" y="775655"/>
        <a:ext cx="553407" cy="5534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822B3F-9A86-45F3-9A79-D9925A8396CD}">
      <dsp:nvSpPr>
        <dsp:cNvPr id="0" name=""/>
        <dsp:cNvSpPr/>
      </dsp:nvSpPr>
      <dsp:spPr>
        <a:xfrm rot="5400000">
          <a:off x="-154903" y="157018"/>
          <a:ext cx="1032692" cy="7228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2"/>
              </a:solidFill>
            </a:rPr>
            <a:t>STF Action</a:t>
          </a:r>
        </a:p>
      </dsp:txBody>
      <dsp:txXfrm rot="-5400000">
        <a:off x="1" y="363556"/>
        <a:ext cx="722884" cy="309808"/>
      </dsp:txXfrm>
    </dsp:sp>
    <dsp:sp modelId="{C3D8DEE0-A36E-48F6-A3BB-AEEA06190C54}">
      <dsp:nvSpPr>
        <dsp:cNvPr id="0" name=""/>
        <dsp:cNvSpPr/>
      </dsp:nvSpPr>
      <dsp:spPr>
        <a:xfrm rot="5400000">
          <a:off x="2604710" y="-1879711"/>
          <a:ext cx="671249" cy="44349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CONTROL (0x5)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DATA</a:t>
          </a:r>
        </a:p>
      </dsp:txBody>
      <dsp:txXfrm rot="-5400000">
        <a:off x="722884" y="34883"/>
        <a:ext cx="4402134" cy="605713"/>
      </dsp:txXfrm>
    </dsp:sp>
    <dsp:sp modelId="{2607BD3D-F5E8-4882-907F-0BA7537F302F}">
      <dsp:nvSpPr>
        <dsp:cNvPr id="0" name=""/>
        <dsp:cNvSpPr/>
      </dsp:nvSpPr>
      <dsp:spPr>
        <a:xfrm rot="5400000">
          <a:off x="-154903" y="1039574"/>
          <a:ext cx="1032692" cy="7228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2"/>
              </a:solidFill>
            </a:rPr>
            <a:t>STF Action</a:t>
          </a:r>
        </a:p>
      </dsp:txBody>
      <dsp:txXfrm rot="-5400000">
        <a:off x="1" y="1246112"/>
        <a:ext cx="722884" cy="309808"/>
      </dsp:txXfrm>
    </dsp:sp>
    <dsp:sp modelId="{D309B280-A9B6-4483-8EEA-71A06EA33650}">
      <dsp:nvSpPr>
        <dsp:cNvPr id="0" name=""/>
        <dsp:cNvSpPr/>
      </dsp:nvSpPr>
      <dsp:spPr>
        <a:xfrm rot="5400000">
          <a:off x="2604710" y="-997156"/>
          <a:ext cx="671249" cy="44349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CONTROL (0x6)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DATA</a:t>
          </a:r>
        </a:p>
      </dsp:txBody>
      <dsp:txXfrm rot="-5400000">
        <a:off x="722884" y="917438"/>
        <a:ext cx="4402134" cy="605713"/>
      </dsp:txXfrm>
    </dsp:sp>
    <dsp:sp modelId="{BBAEA036-A4A2-4073-AEC7-1486E3364998}">
      <dsp:nvSpPr>
        <dsp:cNvPr id="0" name=""/>
        <dsp:cNvSpPr/>
      </dsp:nvSpPr>
      <dsp:spPr>
        <a:xfrm rot="5400000">
          <a:off x="-154903" y="1922129"/>
          <a:ext cx="1032692" cy="7228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2"/>
              </a:solidFill>
            </a:rPr>
            <a:t>STF Action</a:t>
          </a:r>
        </a:p>
      </dsp:txBody>
      <dsp:txXfrm rot="-5400000">
        <a:off x="1" y="2128667"/>
        <a:ext cx="722884" cy="309808"/>
      </dsp:txXfrm>
    </dsp:sp>
    <dsp:sp modelId="{FB25984B-E5BF-4982-ADAA-6D701C17ADCC}">
      <dsp:nvSpPr>
        <dsp:cNvPr id="0" name=""/>
        <dsp:cNvSpPr/>
      </dsp:nvSpPr>
      <dsp:spPr>
        <a:xfrm rot="5400000">
          <a:off x="2604710" y="-114600"/>
          <a:ext cx="671249" cy="44349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CONTROL (0x5)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DATA</a:t>
          </a:r>
        </a:p>
      </dsp:txBody>
      <dsp:txXfrm rot="-5400000">
        <a:off x="722884" y="1799994"/>
        <a:ext cx="4402134" cy="605713"/>
      </dsp:txXfrm>
    </dsp:sp>
    <dsp:sp modelId="{9EFC27FE-1C5C-457A-B36E-0C6DD67272D4}">
      <dsp:nvSpPr>
        <dsp:cNvPr id="0" name=""/>
        <dsp:cNvSpPr/>
      </dsp:nvSpPr>
      <dsp:spPr>
        <a:xfrm rot="5400000">
          <a:off x="-154903" y="2804684"/>
          <a:ext cx="1032692" cy="7228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2"/>
              </a:solidFill>
            </a:rPr>
            <a:t>STF Action</a:t>
          </a:r>
        </a:p>
      </dsp:txBody>
      <dsp:txXfrm rot="-5400000">
        <a:off x="1" y="3011222"/>
        <a:ext cx="722884" cy="309808"/>
      </dsp:txXfrm>
    </dsp:sp>
    <dsp:sp modelId="{FA9F5899-0610-4293-825D-AF12D64FD03C}">
      <dsp:nvSpPr>
        <dsp:cNvPr id="0" name=""/>
        <dsp:cNvSpPr/>
      </dsp:nvSpPr>
      <dsp:spPr>
        <a:xfrm rot="5400000">
          <a:off x="2604710" y="767954"/>
          <a:ext cx="671249" cy="44349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CONTROL (0x6)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DATA</a:t>
          </a:r>
        </a:p>
      </dsp:txBody>
      <dsp:txXfrm rot="-5400000">
        <a:off x="722884" y="2682548"/>
        <a:ext cx="4402134" cy="6057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822B3F-9A86-45F3-9A79-D9925A8396CD}">
      <dsp:nvSpPr>
        <dsp:cNvPr id="0" name=""/>
        <dsp:cNvSpPr/>
      </dsp:nvSpPr>
      <dsp:spPr>
        <a:xfrm rot="5400000">
          <a:off x="-154903" y="157018"/>
          <a:ext cx="1032692" cy="7228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2"/>
              </a:solidFill>
            </a:rPr>
            <a:t>STF Action</a:t>
          </a:r>
        </a:p>
      </dsp:txBody>
      <dsp:txXfrm rot="-5400000">
        <a:off x="1" y="363556"/>
        <a:ext cx="722884" cy="309808"/>
      </dsp:txXfrm>
    </dsp:sp>
    <dsp:sp modelId="{C3D8DEE0-A36E-48F6-A3BB-AEEA06190C54}">
      <dsp:nvSpPr>
        <dsp:cNvPr id="0" name=""/>
        <dsp:cNvSpPr/>
      </dsp:nvSpPr>
      <dsp:spPr>
        <a:xfrm rot="5400000">
          <a:off x="2604710" y="-1879711"/>
          <a:ext cx="671249" cy="44349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CONTROL (USROP1)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0x5</a:t>
          </a:r>
        </a:p>
      </dsp:txBody>
      <dsp:txXfrm rot="-5400000">
        <a:off x="722884" y="34883"/>
        <a:ext cx="4402134" cy="605713"/>
      </dsp:txXfrm>
    </dsp:sp>
    <dsp:sp modelId="{2607BD3D-F5E8-4882-907F-0BA7537F302F}">
      <dsp:nvSpPr>
        <dsp:cNvPr id="0" name=""/>
        <dsp:cNvSpPr/>
      </dsp:nvSpPr>
      <dsp:spPr>
        <a:xfrm rot="5400000">
          <a:off x="-154903" y="1039574"/>
          <a:ext cx="1032692" cy="7228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2"/>
              </a:solidFill>
            </a:rPr>
            <a:t>STF Action</a:t>
          </a:r>
        </a:p>
      </dsp:txBody>
      <dsp:txXfrm rot="-5400000">
        <a:off x="1" y="1246112"/>
        <a:ext cx="722884" cy="309808"/>
      </dsp:txXfrm>
    </dsp:sp>
    <dsp:sp modelId="{D309B280-A9B6-4483-8EEA-71A06EA33650}">
      <dsp:nvSpPr>
        <dsp:cNvPr id="0" name=""/>
        <dsp:cNvSpPr/>
      </dsp:nvSpPr>
      <dsp:spPr>
        <a:xfrm rot="5400000">
          <a:off x="2604710" y="-997156"/>
          <a:ext cx="671249" cy="44349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CONTROL (USROP2)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0x6</a:t>
          </a:r>
        </a:p>
      </dsp:txBody>
      <dsp:txXfrm rot="-5400000">
        <a:off x="722884" y="917438"/>
        <a:ext cx="4402134" cy="605713"/>
      </dsp:txXfrm>
    </dsp:sp>
    <dsp:sp modelId="{BBAEA036-A4A2-4073-AEC7-1486E3364998}">
      <dsp:nvSpPr>
        <dsp:cNvPr id="0" name=""/>
        <dsp:cNvSpPr/>
      </dsp:nvSpPr>
      <dsp:spPr>
        <a:xfrm rot="5400000">
          <a:off x="-154903" y="1922129"/>
          <a:ext cx="1032692" cy="7228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2"/>
              </a:solidFill>
            </a:rPr>
            <a:t>STF Action</a:t>
          </a:r>
        </a:p>
      </dsp:txBody>
      <dsp:txXfrm rot="-5400000">
        <a:off x="1" y="2128667"/>
        <a:ext cx="722884" cy="309808"/>
      </dsp:txXfrm>
    </dsp:sp>
    <dsp:sp modelId="{FB25984B-E5BF-4982-ADAA-6D701C17ADCC}">
      <dsp:nvSpPr>
        <dsp:cNvPr id="0" name=""/>
        <dsp:cNvSpPr/>
      </dsp:nvSpPr>
      <dsp:spPr>
        <a:xfrm rot="5400000">
          <a:off x="2604710" y="-114600"/>
          <a:ext cx="671249" cy="44349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USROP1</a:t>
          </a:r>
        </a:p>
      </dsp:txBody>
      <dsp:txXfrm rot="-5400000">
        <a:off x="722884" y="1799994"/>
        <a:ext cx="4402134" cy="605713"/>
      </dsp:txXfrm>
    </dsp:sp>
    <dsp:sp modelId="{9EFC27FE-1C5C-457A-B36E-0C6DD67272D4}">
      <dsp:nvSpPr>
        <dsp:cNvPr id="0" name=""/>
        <dsp:cNvSpPr/>
      </dsp:nvSpPr>
      <dsp:spPr>
        <a:xfrm rot="5400000">
          <a:off x="-154903" y="2804684"/>
          <a:ext cx="1032692" cy="7228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2"/>
              </a:solidFill>
            </a:rPr>
            <a:t>STF Action</a:t>
          </a:r>
        </a:p>
      </dsp:txBody>
      <dsp:txXfrm rot="-5400000">
        <a:off x="1" y="3011222"/>
        <a:ext cx="722884" cy="309808"/>
      </dsp:txXfrm>
    </dsp:sp>
    <dsp:sp modelId="{FA9F5899-0610-4293-825D-AF12D64FD03C}">
      <dsp:nvSpPr>
        <dsp:cNvPr id="0" name=""/>
        <dsp:cNvSpPr/>
      </dsp:nvSpPr>
      <dsp:spPr>
        <a:xfrm rot="5400000">
          <a:off x="2604710" y="767954"/>
          <a:ext cx="671249" cy="44349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USROP2</a:t>
          </a:r>
        </a:p>
      </dsp:txBody>
      <dsp:txXfrm rot="-5400000">
        <a:off x="722884" y="2682548"/>
        <a:ext cx="4402134" cy="6057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211007-55DD-4953-AA4C-568C7B9607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567F65-DC68-4D72-B0D6-C6DEFAE5AD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4F017-A209-439E-A6E7-15E23391106E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566DC2-A8B8-4C33-A060-005B53726C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570C6-85C2-4AE0-96F9-E1FC620A57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D0A4D-AC6F-4705-8F3E-F6ED0C7AB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309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EC105-3E63-4709-9ECA-2EB22CB2AA34}" type="datetimeFigureOut">
              <a:rPr lang="en-US" smtClean="0"/>
              <a:t>2/20/2021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92567-D7D7-4223-A842-9A06E6D4E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6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946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459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378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407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24E759-B024-4533-834B-2DBE5DB7B19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89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303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24E759-B024-4533-834B-2DBE5DB7B19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468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24E759-B024-4533-834B-2DBE5DB7B19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71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786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 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E35751-F391-41AA-9B05-1647E37D235B}"/>
              </a:ext>
            </a:extLst>
          </p:cNvPr>
          <p:cNvSpPr/>
          <p:nvPr userDrawn="1"/>
        </p:nvSpPr>
        <p:spPr>
          <a:xfrm>
            <a:off x="860457" y="4951823"/>
            <a:ext cx="158111" cy="15811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F1866E-6300-47C1-B36B-E4F93E357EE1}"/>
              </a:ext>
            </a:extLst>
          </p:cNvPr>
          <p:cNvSpPr/>
          <p:nvPr userDrawn="1"/>
        </p:nvSpPr>
        <p:spPr>
          <a:xfrm>
            <a:off x="573803" y="5104242"/>
            <a:ext cx="286654" cy="286654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266AC4-1BB0-4DCC-B988-F338CCC87BB0}"/>
              </a:ext>
            </a:extLst>
          </p:cNvPr>
          <p:cNvSpPr/>
          <p:nvPr userDrawn="1"/>
        </p:nvSpPr>
        <p:spPr>
          <a:xfrm>
            <a:off x="861107" y="5390896"/>
            <a:ext cx="610214" cy="610214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200040-B841-47B7-8555-E0299CDC24FA}"/>
              </a:ext>
            </a:extLst>
          </p:cNvPr>
          <p:cNvSpPr/>
          <p:nvPr userDrawn="1"/>
        </p:nvSpPr>
        <p:spPr>
          <a:xfrm>
            <a:off x="1468406" y="0"/>
            <a:ext cx="3430768" cy="539087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AD8DF60-7E0A-43C5-81B6-9B3522A7A826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C5EDAF-1FA5-4CEA-99CA-7D0E1F5DDF81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731A324-874D-4D3D-95F1-8AE3303E2272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34E3A93-BFC9-49AD-8CF7-7EDF2A13157E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39DD8F2-C56B-454C-9A84-A663F83DB6CE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7389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 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200040-B841-47B7-8555-E0299CDC24FA}"/>
              </a:ext>
            </a:extLst>
          </p:cNvPr>
          <p:cNvSpPr/>
          <p:nvPr userDrawn="1"/>
        </p:nvSpPr>
        <p:spPr>
          <a:xfrm>
            <a:off x="1468406" y="0"/>
            <a:ext cx="3430768" cy="539087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AD8DF60-7E0A-43C5-81B6-9B3522A7A826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C5EDAF-1FA5-4CEA-99CA-7D0E1F5DDF81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731A324-874D-4D3D-95F1-8AE3303E2272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34E3A93-BFC9-49AD-8CF7-7EDF2A13157E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39DD8F2-C56B-454C-9A84-A663F83DB6CE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1BCBB2-B699-44A9-B291-3CCD0D0E00F2}"/>
              </a:ext>
            </a:extLst>
          </p:cNvPr>
          <p:cNvSpPr/>
          <p:nvPr userDrawn="1"/>
        </p:nvSpPr>
        <p:spPr>
          <a:xfrm>
            <a:off x="860457" y="4951823"/>
            <a:ext cx="158111" cy="158111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D17A91-F49E-45DE-835E-543E5DCD8458}"/>
              </a:ext>
            </a:extLst>
          </p:cNvPr>
          <p:cNvSpPr/>
          <p:nvPr userDrawn="1"/>
        </p:nvSpPr>
        <p:spPr>
          <a:xfrm>
            <a:off x="573803" y="5104242"/>
            <a:ext cx="286654" cy="286654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E01F40-8D2A-43E6-B578-00B92049883B}"/>
              </a:ext>
            </a:extLst>
          </p:cNvPr>
          <p:cNvSpPr/>
          <p:nvPr userDrawn="1"/>
        </p:nvSpPr>
        <p:spPr>
          <a:xfrm>
            <a:off x="861107" y="5390896"/>
            <a:ext cx="610214" cy="610214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83472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5527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15AA-229D-4A6C-90C6-57CFD374E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3245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87056"/>
            <a:ext cx="10972800" cy="46899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024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40" userDrawn="1">
          <p15:clr>
            <a:srgbClr val="FBAE40"/>
          </p15:clr>
        </p15:guide>
        <p15:guide id="3" pos="71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110067"/>
            <a:ext cx="10972800" cy="408425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827E3-834F-40BA-9518-B0648BD536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494289"/>
            <a:ext cx="10972800" cy="52546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693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">
          <p15:clr>
            <a:srgbClr val="FBAE40"/>
          </p15:clr>
        </p15:guide>
        <p15:guide id="3" pos="71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23935" y="2105680"/>
            <a:ext cx="5429865" cy="409577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495361"/>
            <a:ext cx="10972800" cy="530454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4725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1496292"/>
            <a:ext cx="5429865" cy="46866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23935" y="1496292"/>
            <a:ext cx="5429865" cy="46866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6901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5429864" cy="119982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230287"/>
            <a:ext cx="5429250" cy="24106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775C37-EE38-450C-8269-79E50F8E88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26138" y="2655075"/>
            <a:ext cx="5429250" cy="4700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DC24117-8044-4F60-A59D-9F61002D6C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4550" y="3331781"/>
            <a:ext cx="5429250" cy="24106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05F9606-8CF6-4C56-B2B6-E8A04B25F1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4294" y="5767077"/>
            <a:ext cx="5429250" cy="4700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6431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5429864" cy="119982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0"/>
            <a:ext cx="5808406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312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1734800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031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441833"/>
            <a:ext cx="10972800" cy="4241800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5757203"/>
            <a:ext cx="10972800" cy="5016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78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29178"/>
            <a:ext cx="10972800" cy="1199822"/>
          </a:xfrm>
        </p:spPr>
        <p:txBody>
          <a:bodyPr anchor="b" anchorCtr="0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449317"/>
            <a:ext cx="10972800" cy="681935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3306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Blue 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C841197-2CF0-45F0-8F2A-7933BBBCA6C7}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</a:extLst>
          </p:cNvPr>
          <p:cNvSpPr/>
          <p:nvPr userDrawn="1"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4934B-0E18-43C3-ABD3-375F5EB746E2}"/>
              </a:ext>
            </a:extLst>
          </p:cNvPr>
          <p:cNvSpPr/>
          <p:nvPr userDrawn="1"/>
        </p:nvSpPr>
        <p:spPr>
          <a:xfrm>
            <a:off x="286365" y="6510549"/>
            <a:ext cx="170110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dirty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EB94AE-1165-4C66-B976-C2E168859D49}"/>
              </a:ext>
            </a:extLst>
          </p:cNvPr>
          <p:cNvSpPr/>
          <p:nvPr userDrawn="1"/>
        </p:nvSpPr>
        <p:spPr>
          <a:xfrm>
            <a:off x="709974" y="2295340"/>
            <a:ext cx="319157" cy="319157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F8E51D-DCA9-46A9-A882-29E595D6A99F}"/>
              </a:ext>
            </a:extLst>
          </p:cNvPr>
          <p:cNvSpPr/>
          <p:nvPr userDrawn="1"/>
        </p:nvSpPr>
        <p:spPr>
          <a:xfrm>
            <a:off x="536812" y="2123120"/>
            <a:ext cx="174318" cy="174318"/>
          </a:xfrm>
          <a:prstGeom prst="rect">
            <a:avLst/>
          </a:prstGeom>
          <a:solidFill>
            <a:srgbClr val="7BD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74772E-29C4-4337-A397-0F1232F1F1FE}"/>
              </a:ext>
            </a:extLst>
          </p:cNvPr>
          <p:cNvSpPr/>
          <p:nvPr userDrawn="1"/>
        </p:nvSpPr>
        <p:spPr>
          <a:xfrm>
            <a:off x="711130" y="2023074"/>
            <a:ext cx="100045" cy="100045"/>
          </a:xfrm>
          <a:prstGeom prst="rect">
            <a:avLst/>
          </a:prstGeom>
          <a:solidFill>
            <a:srgbClr val="B4F0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04835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Blue 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C841197-2CF0-45F0-8F2A-7933BBBCA6C7}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</a:extLst>
          </p:cNvPr>
          <p:cNvSpPr/>
          <p:nvPr userDrawn="1"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dirty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EB94AE-1165-4C66-B976-C2E168859D49}"/>
              </a:ext>
            </a:extLst>
          </p:cNvPr>
          <p:cNvSpPr/>
          <p:nvPr userDrawn="1"/>
        </p:nvSpPr>
        <p:spPr>
          <a:xfrm>
            <a:off x="709974" y="2295340"/>
            <a:ext cx="319157" cy="319157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F8E51D-DCA9-46A9-A882-29E595D6A99F}"/>
              </a:ext>
            </a:extLst>
          </p:cNvPr>
          <p:cNvSpPr/>
          <p:nvPr userDrawn="1"/>
        </p:nvSpPr>
        <p:spPr>
          <a:xfrm>
            <a:off x="536812" y="2123120"/>
            <a:ext cx="174318" cy="17431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74772E-29C4-4337-A397-0F1232F1F1FE}"/>
              </a:ext>
            </a:extLst>
          </p:cNvPr>
          <p:cNvSpPr/>
          <p:nvPr userDrawn="1"/>
        </p:nvSpPr>
        <p:spPr>
          <a:xfrm>
            <a:off x="711130" y="2023074"/>
            <a:ext cx="100045" cy="100045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FD1E25-960E-4A95-BD92-C14064FAF2F5}"/>
              </a:ext>
            </a:extLst>
          </p:cNvPr>
          <p:cNvSpPr txBox="1"/>
          <p:nvPr userDrawn="1"/>
        </p:nvSpPr>
        <p:spPr>
          <a:xfrm>
            <a:off x="150527" y="6400800"/>
            <a:ext cx="6759086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457189">
              <a:lnSpc>
                <a:spcPct val="100000"/>
              </a:lnSpc>
              <a:spcBef>
                <a:spcPts val="0"/>
              </a:spcBef>
            </a:pPr>
            <a:r>
              <a:rPr lang="en-US" sz="1400" spc="50" dirty="0">
                <a:solidFill>
                  <a:schemeClr val="tx1"/>
                </a:solidFill>
                <a:latin typeface="+mj-lt"/>
                <a:ea typeface="Intel Clear" panose="020B0604020203020204" pitchFamily="34" charset="0"/>
                <a:cs typeface="Intel Clear" panose="020B0604020203020204" pitchFamily="34" charset="0"/>
              </a:rPr>
              <a:t>Manufacturing and Product Engineering (MPE)</a:t>
            </a:r>
            <a:endParaRPr lang="en-US" sz="1400" dirty="0">
              <a:solidFill>
                <a:schemeClr val="tx1"/>
              </a:solidFill>
              <a:latin typeface="+mj-lt"/>
              <a:ea typeface="Intel Clear Pro" panose="020B0804020202060201" pitchFamily="34" charset="0"/>
              <a:cs typeface="Intel Clear Pro" panose="020B0804020202060201" pitchFamily="34" charset="0"/>
            </a:endParaRPr>
          </a:p>
          <a:p>
            <a:pPr defTabSz="4571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100" b="0" i="1" dirty="0">
                <a:solidFill>
                  <a:schemeClr val="tx1"/>
                </a:solidFill>
                <a:latin typeface="+mj-lt"/>
                <a:ea typeface="Intel Clear" panose="020B0604020203020204" pitchFamily="34" charset="0"/>
              </a:rPr>
              <a:t>Making Manufacturing Development a Competitive Advantage</a:t>
            </a:r>
            <a:endParaRPr lang="en-US" sz="1100" b="0" i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33612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Fram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75A302-45A3-481F-BFAB-9A074C3F7794}"/>
              </a:ext>
            </a:extLst>
          </p:cNvPr>
          <p:cNvSpPr/>
          <p:nvPr userDrawn="1"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922" y="1776845"/>
            <a:ext cx="10557387" cy="3304310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64242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l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81D5E138-8800-4F6C-BD71-5E098EFFE2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173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61CDC-05C0-41A7-9AB6-A229AA09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25F11-51E7-4E5C-94C5-8FAF0C067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0E1B0C-8548-49B1-B464-C1C77928B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6935C-9319-43C3-A77D-42F244771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0DEB-FB92-4CA4-8ECA-D051241BB0B6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9657B6-A270-4EAC-A0A5-0E731BA40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DAF8B-F960-443E-904B-5A9282670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DE24-E8E8-456B-8CF0-4B281013B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741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A8287-A71A-4611-AF78-D58A9EF1B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274B3-B42F-4A9D-85BB-73D5370B1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40DDD-E943-4C29-8F58-CBA4E0710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A0CAFC-25FC-4C30-9823-50D5D0A71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EF0E58-C173-410A-8444-35146490E1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468F4E-6C8F-44AA-B152-EA91820EC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0DEB-FB92-4CA4-8ECA-D051241BB0B6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1B97AA-2F7C-4632-B14A-EDB8F40BE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B26EF7-7967-4159-AEC1-7E101F08B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DE24-E8E8-456B-8CF0-4B281013B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1389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7486" y="1604434"/>
            <a:ext cx="5342468" cy="456776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6237817" y="1604434"/>
            <a:ext cx="5340352" cy="456776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411797"/>
            <a:ext cx="10972800" cy="115824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5486400" y="6719502"/>
            <a:ext cx="1208664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457085"/>
            <a:r>
              <a:rPr lang="en-US" sz="900" dirty="0">
                <a:solidFill>
                  <a:srgbClr val="8DC8E8"/>
                </a:solidFill>
                <a:cs typeface="Neo Sans Intel"/>
              </a:rPr>
              <a:t>Intel </a:t>
            </a:r>
            <a:r>
              <a:rPr lang="en-US" sz="900" baseline="0" dirty="0">
                <a:solidFill>
                  <a:srgbClr val="8DC8E8"/>
                </a:solidFill>
                <a:cs typeface="Neo Sans Intel"/>
              </a:rPr>
              <a:t> Restricted Secret</a:t>
            </a:r>
            <a:r>
              <a:rPr lang="en-US" sz="900" dirty="0">
                <a:solidFill>
                  <a:srgbClr val="8DC8E8"/>
                </a:solidFill>
                <a:cs typeface="Neo Sans Inte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4567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085"/>
            <a:fld id="{EE2556C5-CE8C-6547-B838-EA80C61A4AF7}" type="slidenum">
              <a:rPr lang="en-US" smtClean="0"/>
              <a:pPr defTabSz="457085"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411797"/>
            <a:ext cx="10972800" cy="115824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607484" y="1604434"/>
            <a:ext cx="10970683" cy="4567767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44738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A0418-D0B8-4038-AB65-D4C12FC9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10972800" cy="1199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A8DDE-64C9-4F0E-9EE0-F0DA00677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491673"/>
            <a:ext cx="10972800" cy="4685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BF41EA-3085-473A-967C-3157944804D0}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72B893-3411-4154-A13D-8DB1F4E167A4}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FB4E28-8FF4-469D-9172-AA2B2441695C}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dirty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2C4174-C58D-4EF7-A490-8F73147A264E}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45D14E-B985-4687-A5BE-C1B01A9E394E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lum bright="100000"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AA2717-3DB2-4334-8C69-2E8E37A97561}"/>
              </a:ext>
            </a:extLst>
          </p:cNvPr>
          <p:cNvSpPr txBox="1"/>
          <p:nvPr userDrawn="1"/>
        </p:nvSpPr>
        <p:spPr>
          <a:xfrm>
            <a:off x="150527" y="6433206"/>
            <a:ext cx="6759086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457189">
              <a:lnSpc>
                <a:spcPct val="100000"/>
              </a:lnSpc>
              <a:spcBef>
                <a:spcPts val="0"/>
              </a:spcBef>
            </a:pPr>
            <a:r>
              <a:rPr lang="en-US" sz="1400" spc="50" dirty="0">
                <a:solidFill>
                  <a:schemeClr val="tx1"/>
                </a:solidFill>
                <a:latin typeface="+mj-lt"/>
                <a:ea typeface="Intel Clear" panose="020B0604020203020204" pitchFamily="34" charset="0"/>
                <a:cs typeface="Intel Clear" panose="020B0604020203020204" pitchFamily="34" charset="0"/>
              </a:rPr>
              <a:t>Manufacturing and Product Engineering (MPE)</a:t>
            </a:r>
            <a:endParaRPr lang="en-US" sz="1400" dirty="0">
              <a:solidFill>
                <a:schemeClr val="tx1"/>
              </a:solidFill>
              <a:latin typeface="+mj-lt"/>
              <a:ea typeface="Intel Clear Pro" panose="020B0804020202060201" pitchFamily="34" charset="0"/>
              <a:cs typeface="Intel Clear Pro" panose="020B0804020202060201" pitchFamily="34" charset="0"/>
            </a:endParaRPr>
          </a:p>
          <a:p>
            <a:pPr defTabSz="4571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100" b="0" i="1" dirty="0">
                <a:solidFill>
                  <a:schemeClr val="tx1"/>
                </a:solidFill>
                <a:latin typeface="+mj-lt"/>
                <a:ea typeface="Intel Clear" panose="020B0604020203020204" pitchFamily="34" charset="0"/>
              </a:rPr>
              <a:t>Making Manufacturing Development a Competitive Advantage</a:t>
            </a:r>
            <a:endParaRPr lang="en-US" sz="1100" b="0" i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9220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5" r:id="rId3"/>
    <p:sldLayoutId id="2147483654" r:id="rId4"/>
    <p:sldLayoutId id="2147483650" r:id="rId5"/>
    <p:sldLayoutId id="2147483658" r:id="rId6"/>
    <p:sldLayoutId id="2147483652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5" r:id="rId13"/>
    <p:sldLayoutId id="2147483667" r:id="rId14"/>
    <p:sldLayoutId id="2147483668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IntelOne Display Regular" panose="020B0503020203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9F4BE2-8E4A-4003-B816-9E34781F7E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SBFT STF/SCB Training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EAF9F9-E88D-44A4-A1B6-BAA2E532B6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Enrique Santillan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223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39AC8-9BED-4AD2-AD59-0455A642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STF General Info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007BB4-B987-4B3D-A121-1306EC0DB7F8}"/>
              </a:ext>
            </a:extLst>
          </p:cNvPr>
          <p:cNvSpPr txBox="1"/>
          <p:nvPr/>
        </p:nvSpPr>
        <p:spPr>
          <a:xfrm>
            <a:off x="381000" y="6209556"/>
            <a:ext cx="234198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lOne Display Regular"/>
                <a:sym typeface="Helvetica Neue"/>
              </a:rPr>
              <a:t>Source Text 10pt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lOne Display Regular"/>
                <a:sym typeface="Helvetica Neue"/>
              </a:rPr>
              <a:t>IntelOne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lOne Display Regular"/>
                <a:sym typeface="Helvetica Neue"/>
              </a:rPr>
              <a:t> Display Regular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1F64F17-A17D-421D-BC5E-C51EFC3ACA7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STF (Structural Test Fabric)</a:t>
            </a:r>
          </a:p>
          <a:p>
            <a:r>
              <a:rPr lang="en-US" dirty="0"/>
              <a:t>Develop at intel</a:t>
            </a:r>
          </a:p>
          <a:p>
            <a:r>
              <a:rPr lang="en-US" dirty="0"/>
              <a:t>Converge DFT from different teams</a:t>
            </a:r>
          </a:p>
          <a:p>
            <a:r>
              <a:rPr lang="en-US" dirty="0"/>
              <a:t>Reference</a:t>
            </a:r>
          </a:p>
          <a:p>
            <a:pPr lvl="1"/>
            <a:r>
              <a:rPr lang="en-US" dirty="0"/>
              <a:t>https://intel.sharepoint.com/sites/10nmcon/CHASSIS/DFx/Shared%20Documents/DFT%20SIP%20Docs/Structural%20Test%20Fabric%20HAS%20rev082.pdf</a:t>
            </a:r>
          </a:p>
        </p:txBody>
      </p:sp>
    </p:spTree>
    <p:extLst>
      <p:ext uri="{BB962C8B-B14F-4D97-AF65-F5344CB8AC3E}">
        <p14:creationId xmlns:p14="http://schemas.microsoft.com/office/powerpoint/2010/main" val="2462848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39AC8-9BED-4AD2-AD59-0455A642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STF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007BB4-B987-4B3D-A121-1306EC0DB7F8}"/>
              </a:ext>
            </a:extLst>
          </p:cNvPr>
          <p:cNvSpPr txBox="1"/>
          <p:nvPr/>
        </p:nvSpPr>
        <p:spPr>
          <a:xfrm>
            <a:off x="381000" y="6209556"/>
            <a:ext cx="234198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lOne Display Regular"/>
                <a:sym typeface="Helvetica Neue"/>
              </a:rPr>
              <a:t>Source Text 10pt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lOne Display Regular"/>
                <a:sym typeface="Helvetica Neue"/>
              </a:rPr>
              <a:t>IntelOne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lOne Display Regular"/>
                <a:sym typeface="Helvetica Neue"/>
              </a:rPr>
              <a:t> Display Regular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1F64F17-A17D-421D-BC5E-C51EFC3ACA7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96000" y="576128"/>
            <a:ext cx="5433848" cy="4376791"/>
          </a:xfrm>
        </p:spPr>
        <p:txBody>
          <a:bodyPr/>
          <a:lstStyle/>
          <a:p>
            <a:r>
              <a:rPr lang="en-US" dirty="0"/>
              <a:t>Unidirectional rings-based topology.</a:t>
            </a:r>
          </a:p>
          <a:p>
            <a:r>
              <a:rPr lang="en-US" dirty="0"/>
              <a:t>Elements:</a:t>
            </a:r>
          </a:p>
          <a:p>
            <a:pPr lvl="1"/>
            <a:r>
              <a:rPr lang="en-US" dirty="0"/>
              <a:t>Repeaters (Retiming )</a:t>
            </a:r>
          </a:p>
          <a:p>
            <a:pPr lvl="1"/>
            <a:r>
              <a:rPr lang="en-US" dirty="0"/>
              <a:t>Endpoints (Destination)</a:t>
            </a:r>
          </a:p>
          <a:p>
            <a:pPr lvl="1"/>
            <a:r>
              <a:rPr lang="en-US" dirty="0"/>
              <a:t>Hub (Bridge over rings)</a:t>
            </a:r>
          </a:p>
          <a:p>
            <a:pPr lvl="1"/>
            <a:r>
              <a:rPr lang="en-US" dirty="0"/>
              <a:t>Controller (Interface to pins)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610F43-46B0-42D9-A327-4586B2546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717" y="3664918"/>
            <a:ext cx="5278413" cy="261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62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39AC8-9BED-4AD2-AD59-0455A642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STF Packet format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007BB4-B987-4B3D-A121-1306EC0DB7F8}"/>
              </a:ext>
            </a:extLst>
          </p:cNvPr>
          <p:cNvSpPr txBox="1"/>
          <p:nvPr/>
        </p:nvSpPr>
        <p:spPr>
          <a:xfrm>
            <a:off x="381000" y="6209556"/>
            <a:ext cx="234198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lOne Display Regular"/>
                <a:sym typeface="Helvetica Neue"/>
              </a:rPr>
              <a:t>Source Text 10pt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lOne Display Regular"/>
                <a:sym typeface="Helvetica Neue"/>
              </a:rPr>
              <a:t>IntelOne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lOne Display Regular"/>
                <a:sym typeface="Helvetica Neue"/>
              </a:rPr>
              <a:t> Display Regular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1F64F17-A17D-421D-BC5E-C51EFC3ACA7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96000" y="576128"/>
            <a:ext cx="5433848" cy="4376791"/>
          </a:xfrm>
        </p:spPr>
        <p:txBody>
          <a:bodyPr>
            <a:normAutofit/>
          </a:bodyPr>
          <a:lstStyle/>
          <a:p>
            <a:r>
              <a:rPr lang="en-US" dirty="0"/>
              <a:t>Fields:</a:t>
            </a:r>
          </a:p>
          <a:p>
            <a:pPr lvl="1"/>
            <a:r>
              <a:rPr lang="en-US" dirty="0"/>
              <a:t>IV (Input Valid)</a:t>
            </a:r>
          </a:p>
          <a:p>
            <a:pPr lvl="1"/>
            <a:r>
              <a:rPr lang="en-US" dirty="0"/>
              <a:t>OV (Output Valid)</a:t>
            </a:r>
          </a:p>
          <a:p>
            <a:pPr lvl="1"/>
            <a:r>
              <a:rPr lang="en-US" dirty="0"/>
              <a:t>Opcode (Operation to perform)</a:t>
            </a:r>
          </a:p>
          <a:p>
            <a:pPr lvl="1"/>
            <a:r>
              <a:rPr lang="en-US" dirty="0"/>
              <a:t>GID (Group ID)</a:t>
            </a:r>
          </a:p>
          <a:p>
            <a:pPr lvl="2"/>
            <a:r>
              <a:rPr lang="en-US" dirty="0"/>
              <a:t>Programable ID of who I want as destination.</a:t>
            </a:r>
          </a:p>
          <a:p>
            <a:pPr lvl="1"/>
            <a:r>
              <a:rPr lang="en-US" dirty="0"/>
              <a:t>Data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1026226B-B9AF-4AFB-B750-CA56C5AAA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124" y="4249249"/>
            <a:ext cx="5181600" cy="196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330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D4FAB-773D-40D9-BDDA-289301D31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an STF Endpoint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A3EE6D8-FF84-4AF9-9C15-A5EEB7ACC78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24884" y="1825625"/>
            <a:ext cx="4531982" cy="43513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7A6EF-B072-469B-B2C5-7E2EAFFBF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56866" y="1502352"/>
            <a:ext cx="6172200" cy="4351338"/>
          </a:xfrm>
        </p:spPr>
        <p:txBody>
          <a:bodyPr/>
          <a:lstStyle/>
          <a:p>
            <a:r>
              <a:rPr lang="en-US" dirty="0"/>
              <a:t>How do we write an STF register:</a:t>
            </a:r>
          </a:p>
          <a:p>
            <a:pPr lvl="1"/>
            <a:r>
              <a:rPr lang="en-US" dirty="0"/>
              <a:t>Example: Write </a:t>
            </a:r>
            <a:r>
              <a:rPr lang="en-US" dirty="0" err="1"/>
              <a:t>RegisterB</a:t>
            </a:r>
            <a:r>
              <a:rPr lang="en-US" dirty="0"/>
              <a:t> with 0x30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Send the SELECT:</a:t>
            </a:r>
          </a:p>
          <a:p>
            <a:pPr lvl="2"/>
            <a:r>
              <a:rPr lang="en-US" dirty="0"/>
              <a:t>SELECT as GID5 to PID 0x60.</a:t>
            </a:r>
          </a:p>
          <a:p>
            <a:pPr marL="914400" lvl="2" indent="0">
              <a:buNone/>
            </a:pPr>
            <a:r>
              <a:rPr lang="en-US" sz="1600" dirty="0"/>
              <a:t>00000000000000000000000001100000 0101 0100 01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Send the CONTROL:</a:t>
            </a:r>
          </a:p>
          <a:p>
            <a:pPr lvl="2"/>
            <a:r>
              <a:rPr lang="en-US" dirty="0"/>
              <a:t>CONTROL as 0x1 to GID5.</a:t>
            </a:r>
          </a:p>
          <a:p>
            <a:pPr marL="914400" lvl="2" indent="0">
              <a:buNone/>
            </a:pPr>
            <a:r>
              <a:rPr lang="en-US" sz="1600" dirty="0"/>
              <a:t>00000000000000000000000000010000 0101 1010 01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Send the DATA:</a:t>
            </a:r>
          </a:p>
          <a:p>
            <a:pPr lvl="2"/>
            <a:r>
              <a:rPr lang="en-US" dirty="0"/>
              <a:t>DATA as 0x30 to GID5.</a:t>
            </a:r>
          </a:p>
          <a:p>
            <a:pPr marL="914400" lvl="2" indent="0">
              <a:buNone/>
            </a:pPr>
            <a:r>
              <a:rPr lang="en-US" sz="1600" dirty="0"/>
              <a:t>00000000000000000000000000110000 0101 1011 01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97A694-B6D1-4CD3-A680-731B8811F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84" y="1825625"/>
            <a:ext cx="4531983" cy="43513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6340B2-56ED-4D4F-871B-390C5F509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885" y="1825625"/>
            <a:ext cx="453198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437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D4FAB-773D-40D9-BDDA-289301D31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an STF HUB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774CBAB-C166-4114-838E-475AD09D59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81875" y="1258446"/>
            <a:ext cx="3971925" cy="23336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It’s a bridge between 2 rings.</a:t>
            </a:r>
          </a:p>
          <a:p>
            <a:r>
              <a:rPr lang="en-US" dirty="0"/>
              <a:t>Can filter the pkts from the parent to child (Input) or from child to parent(output).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FD8638-E7AF-425C-A86C-A8E9175F8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7" y="1346507"/>
            <a:ext cx="6376987" cy="2082493"/>
          </a:xfrm>
          <a:prstGeom prst="rect">
            <a:avLst/>
          </a:prstGeom>
        </p:spPr>
      </p:pic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13E83E3D-1480-4BE4-B870-571340C26E41}"/>
              </a:ext>
            </a:extLst>
          </p:cNvPr>
          <p:cNvSpPr txBox="1">
            <a:spLocks/>
          </p:cNvSpPr>
          <p:nvPr/>
        </p:nvSpPr>
        <p:spPr>
          <a:xfrm>
            <a:off x="381000" y="3657617"/>
            <a:ext cx="5353049" cy="28825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Pop N </a:t>
            </a:r>
            <a:r>
              <a:rPr lang="en-US" dirty="0" err="1"/>
              <a:t>Forw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HUB it’s “smart”</a:t>
            </a:r>
          </a:p>
          <a:p>
            <a:pPr lvl="1"/>
            <a:r>
              <a:rPr lang="en-US" dirty="0"/>
              <a:t>HUB replicates the pkt and send it to child and parent.</a:t>
            </a:r>
          </a:p>
          <a:p>
            <a:pPr lvl="1"/>
            <a:r>
              <a:rPr lang="en-US" dirty="0"/>
              <a:t>From parent to child Hub checks that the child has the GID of the pkt available.</a:t>
            </a:r>
          </a:p>
          <a:p>
            <a:pPr lvl="1"/>
            <a:r>
              <a:rPr lang="en-US" dirty="0"/>
              <a:t>From child to parent hub checks that the pkt is valid and it’s not a replication.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BB359165-4237-4982-8454-5424F0F0F353}"/>
              </a:ext>
            </a:extLst>
          </p:cNvPr>
          <p:cNvSpPr txBox="1">
            <a:spLocks/>
          </p:cNvSpPr>
          <p:nvPr/>
        </p:nvSpPr>
        <p:spPr>
          <a:xfrm>
            <a:off x="5937393" y="3714767"/>
            <a:ext cx="4833939" cy="27682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Bypass</a:t>
            </a:r>
          </a:p>
          <a:p>
            <a:pPr lvl="1"/>
            <a:r>
              <a:rPr lang="en-US" dirty="0"/>
              <a:t>HUB doesn’t send anything thru the child ring.</a:t>
            </a:r>
          </a:p>
          <a:p>
            <a:r>
              <a:rPr lang="en-US" dirty="0"/>
              <a:t>Serial:</a:t>
            </a:r>
          </a:p>
          <a:p>
            <a:pPr lvl="1"/>
            <a:r>
              <a:rPr lang="en-US" dirty="0"/>
              <a:t>Everything on the parent the HUB send it to the child without replication.</a:t>
            </a:r>
          </a:p>
          <a:p>
            <a:pPr lvl="1"/>
            <a:r>
              <a:rPr lang="en-US" dirty="0"/>
              <a:t>No checks from latency.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097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A948-E0F9-4CC7-87E9-FCCF9CFA4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STF HUB Pop N Forward (Parallel) (Not used anymore)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7CDBC-AA30-4BA5-8BE8-AACD80F00F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42790" y="1552352"/>
            <a:ext cx="3911009" cy="511426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There’s an incoming on the parent input</a:t>
            </a:r>
          </a:p>
          <a:p>
            <a:r>
              <a:rPr lang="en-US" dirty="0"/>
              <a:t>The pkt gets replicated between the parent and the child (parallel).</a:t>
            </a:r>
          </a:p>
          <a:p>
            <a:r>
              <a:rPr lang="en-US" dirty="0"/>
              <a:t>The child pkt eventually returns.</a:t>
            </a:r>
          </a:p>
          <a:p>
            <a:r>
              <a:rPr lang="en-US" dirty="0"/>
              <a:t>Option 1:</a:t>
            </a:r>
          </a:p>
          <a:p>
            <a:pPr lvl="1"/>
            <a:r>
              <a:rPr lang="en-US" dirty="0"/>
              <a:t>The pkt is the same as before so it’s dumped.</a:t>
            </a:r>
          </a:p>
          <a:p>
            <a:r>
              <a:rPr lang="en-US" dirty="0"/>
              <a:t>Option 2:</a:t>
            </a:r>
          </a:p>
          <a:p>
            <a:pPr lvl="1"/>
            <a:r>
              <a:rPr lang="en-US" dirty="0"/>
              <a:t>The pkt has a response so it should go thru hub to the parent ring.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8E8DCC-69A7-4D50-AEB3-2764C22C7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88" y="1806494"/>
            <a:ext cx="6376987" cy="208249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45C50C1-4D96-4795-B97B-455E991DF789}"/>
              </a:ext>
            </a:extLst>
          </p:cNvPr>
          <p:cNvSpPr/>
          <p:nvPr/>
        </p:nvSpPr>
        <p:spPr>
          <a:xfrm>
            <a:off x="1935019" y="1960231"/>
            <a:ext cx="1222743" cy="57415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STF PKT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CD4BD06-C940-452D-9CFD-1A50387576DB}"/>
              </a:ext>
            </a:extLst>
          </p:cNvPr>
          <p:cNvSpPr/>
          <p:nvPr/>
        </p:nvSpPr>
        <p:spPr>
          <a:xfrm>
            <a:off x="4369097" y="1960231"/>
            <a:ext cx="1222743" cy="57415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STF PKT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C8751F8-232B-48E6-93FC-A62A7B46E9EE}"/>
              </a:ext>
            </a:extLst>
          </p:cNvPr>
          <p:cNvSpPr/>
          <p:nvPr/>
        </p:nvSpPr>
        <p:spPr>
          <a:xfrm>
            <a:off x="2295641" y="3058930"/>
            <a:ext cx="1222743" cy="57415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STF PKT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794C75-6C2B-4E70-98F1-0125B15499EC}"/>
              </a:ext>
            </a:extLst>
          </p:cNvPr>
          <p:cNvSpPr/>
          <p:nvPr/>
        </p:nvSpPr>
        <p:spPr>
          <a:xfrm>
            <a:off x="4471098" y="3058930"/>
            <a:ext cx="1018740" cy="57415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STF PKT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0DAA371-1B7F-44F0-8935-A35AFAE4DAAF}"/>
              </a:ext>
            </a:extLst>
          </p:cNvPr>
          <p:cNvSpPr/>
          <p:nvPr/>
        </p:nvSpPr>
        <p:spPr>
          <a:xfrm>
            <a:off x="2397642" y="3113498"/>
            <a:ext cx="1018740" cy="57415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STF PKT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A57849-C204-4F47-B8DA-298BF08D99B0}"/>
              </a:ext>
            </a:extLst>
          </p:cNvPr>
          <p:cNvSpPr txBox="1"/>
          <p:nvPr/>
        </p:nvSpPr>
        <p:spPr>
          <a:xfrm>
            <a:off x="806825" y="3995678"/>
            <a:ext cx="52191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does the HUB knows what to dump?</a:t>
            </a:r>
          </a:p>
          <a:p>
            <a:r>
              <a:rPr lang="en-US" dirty="0"/>
              <a:t>The HUB considers a different </a:t>
            </a:r>
            <a:r>
              <a:rPr lang="en-US" dirty="0" err="1"/>
              <a:t>amunt</a:t>
            </a:r>
            <a:r>
              <a:rPr lang="en-US" dirty="0"/>
              <a:t> of factors to decide if the pkt should flow to the parent or not or not: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 it’s asserted.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forwarding table has the GID as a response valid.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trackers delay match the pkt delay.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614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A948-E0F9-4CC7-87E9-FCCF9CFA4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STF HUB Other configurations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4697CF1-C4FF-4B68-BA26-A560708F8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Serial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9560B272-4E94-4574-AECD-CDF96DAD16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0637" y="3509343"/>
            <a:ext cx="5157787" cy="1684346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09A936-666B-45DC-8508-C67A77D854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Bypass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89BC331D-0EB0-42E8-BB78-36EA720EF82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172200" y="3501048"/>
            <a:ext cx="5183188" cy="1692641"/>
          </a:xfrm>
          <a:prstGeom prst="rect">
            <a:avLst/>
          </a:prstGeom>
        </p:spPr>
      </p:pic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D9581180-B832-44EA-BA91-7A63B51C7021}"/>
              </a:ext>
            </a:extLst>
          </p:cNvPr>
          <p:cNvSpPr/>
          <p:nvPr/>
        </p:nvSpPr>
        <p:spPr>
          <a:xfrm rot="5400000">
            <a:off x="7880698" y="3859460"/>
            <a:ext cx="1072486" cy="975817"/>
          </a:xfrm>
          <a:prstGeom prst="circular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7E0B022-3657-4604-B4A1-DEC5043E1BB0}"/>
              </a:ext>
            </a:extLst>
          </p:cNvPr>
          <p:cNvSpPr/>
          <p:nvPr/>
        </p:nvSpPr>
        <p:spPr>
          <a:xfrm>
            <a:off x="2954215" y="3967089"/>
            <a:ext cx="970671" cy="2110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EE87BAA-D617-44FF-BA4C-4EAD8AE56C14}"/>
              </a:ext>
            </a:extLst>
          </p:cNvPr>
          <p:cNvSpPr/>
          <p:nvPr/>
        </p:nvSpPr>
        <p:spPr>
          <a:xfrm flipH="1">
            <a:off x="2954214" y="4474618"/>
            <a:ext cx="970671" cy="2110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74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5780-BB44-40DF-8778-8F39F1168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should I configure STF network to reach an endpoint</a:t>
            </a:r>
          </a:p>
        </p:txBody>
      </p:sp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489CB58E-2CA0-46E7-9F8C-6693F9B160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2442418"/>
            <a:ext cx="6576862" cy="3918693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A2EA4A-94E5-4FBC-88F0-FC7988DEF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690688"/>
            <a:ext cx="5839326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Let’s say we want to talk to the endpoint in the red circle.</a:t>
            </a:r>
          </a:p>
          <a:p>
            <a:pPr marL="457200" lvl="1" indent="0">
              <a:buNone/>
            </a:pPr>
            <a:r>
              <a:rPr lang="en-US" dirty="0"/>
              <a:t>1. Configure needed HUBs GID.	</a:t>
            </a:r>
          </a:p>
          <a:p>
            <a:pPr marL="914400" lvl="2" indent="0">
              <a:buNone/>
            </a:pPr>
            <a:r>
              <a:rPr lang="en-US" dirty="0"/>
              <a:t>Select to HUB as GID1.</a:t>
            </a:r>
          </a:p>
          <a:p>
            <a:pPr marL="457200" lvl="1" indent="0">
              <a:buNone/>
            </a:pPr>
            <a:r>
              <a:rPr lang="en-US" dirty="0"/>
              <a:t>2. Configure HUB GID tables.</a:t>
            </a:r>
          </a:p>
          <a:p>
            <a:pPr marL="457200" lvl="1" indent="0">
              <a:buNone/>
            </a:pPr>
            <a:r>
              <a:rPr lang="en-US" dirty="0"/>
              <a:t>	Control/Data to </a:t>
            </a:r>
            <a:r>
              <a:rPr lang="en-US" dirty="0" err="1"/>
              <a:t>Rsp</a:t>
            </a:r>
            <a:r>
              <a:rPr lang="en-US" dirty="0"/>
              <a:t>/Req tables to GID1. Also here we configure delays.</a:t>
            </a:r>
          </a:p>
          <a:p>
            <a:pPr marL="457200" lvl="1" indent="0">
              <a:buNone/>
            </a:pPr>
            <a:r>
              <a:rPr lang="en-US" dirty="0"/>
              <a:t>3. Configure not needed HUBs GID.</a:t>
            </a:r>
          </a:p>
          <a:p>
            <a:pPr marL="457200" lvl="1" indent="0">
              <a:buNone/>
            </a:pPr>
            <a:r>
              <a:rPr lang="en-US" dirty="0"/>
              <a:t>	Select to HUB as GID3. (Optional)</a:t>
            </a:r>
          </a:p>
          <a:p>
            <a:pPr marL="457200" lvl="1" indent="0">
              <a:buNone/>
            </a:pPr>
            <a:r>
              <a:rPr lang="en-US" dirty="0"/>
              <a:t>4. Set HUB as bypass. (Optional)</a:t>
            </a:r>
          </a:p>
          <a:p>
            <a:pPr marL="457200" lvl="1" indent="0">
              <a:buNone/>
            </a:pPr>
            <a:r>
              <a:rPr lang="en-US" dirty="0"/>
              <a:t>	Control/Data to GID3 to bypass.</a:t>
            </a:r>
          </a:p>
          <a:p>
            <a:pPr marL="457200" lvl="1" indent="0">
              <a:buNone/>
            </a:pPr>
            <a:r>
              <a:rPr lang="en-US" dirty="0"/>
              <a:t>5. Configure the EP GID.</a:t>
            </a:r>
          </a:p>
          <a:p>
            <a:pPr marL="457200" lvl="1" indent="0">
              <a:buNone/>
            </a:pPr>
            <a:r>
              <a:rPr lang="en-US" dirty="0"/>
              <a:t>	Select to EP as GID2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9DCFD3-5140-4059-8A06-4391ACBAC48B}"/>
              </a:ext>
            </a:extLst>
          </p:cNvPr>
          <p:cNvSpPr/>
          <p:nvPr/>
        </p:nvSpPr>
        <p:spPr>
          <a:xfrm>
            <a:off x="3393989" y="4780182"/>
            <a:ext cx="1128408" cy="99222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2EBFF6-E998-4391-A7D0-049556DCA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239" y="4642069"/>
            <a:ext cx="514350" cy="276225"/>
          </a:xfrm>
          <a:prstGeom prst="rect">
            <a:avLst/>
          </a:prstGeom>
          <a:ln w="41275">
            <a:solidFill>
              <a:srgbClr val="FF000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11DA68-038A-4601-9252-F1D50D0C9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7824" y="3590004"/>
            <a:ext cx="514350" cy="266700"/>
          </a:xfrm>
          <a:prstGeom prst="rect">
            <a:avLst/>
          </a:prstGeom>
          <a:ln w="41275">
            <a:solidFill>
              <a:srgbClr val="FF0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59439B-530E-4B87-93E9-F65D4C4AD9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0543" y="5496178"/>
            <a:ext cx="495300" cy="276225"/>
          </a:xfrm>
          <a:prstGeom prst="rect">
            <a:avLst/>
          </a:prstGeom>
          <a:ln w="41275">
            <a:solidFill>
              <a:srgbClr val="FF000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6CE181-C518-49DA-BAB2-DA262ADB4A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5550" y="3671381"/>
            <a:ext cx="552450" cy="60007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5" name="Arrow: Down 14">
            <a:extLst>
              <a:ext uri="{FF2B5EF4-FFF2-40B4-BE49-F238E27FC236}">
                <a16:creationId xmlns:a16="http://schemas.microsoft.com/office/drawing/2014/main" id="{AF80909E-5489-450F-838F-C6A8CF0E412C}"/>
              </a:ext>
            </a:extLst>
          </p:cNvPr>
          <p:cNvSpPr/>
          <p:nvPr/>
        </p:nvSpPr>
        <p:spPr>
          <a:xfrm>
            <a:off x="3743474" y="3031958"/>
            <a:ext cx="299137" cy="11595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088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38102-CA18-4FEF-A308-3143E304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</a:t>
            </a:r>
            <a:r>
              <a:rPr lang="en-US" dirty="0" err="1"/>
              <a:t>ScoreBoard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16C66-B24E-4F8A-AA51-F4928B84D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421516"/>
            <a:ext cx="5181600" cy="4351338"/>
          </a:xfrm>
        </p:spPr>
        <p:txBody>
          <a:bodyPr/>
          <a:lstStyle/>
          <a:p>
            <a:r>
              <a:rPr lang="en-US" dirty="0"/>
              <a:t>Summary:</a:t>
            </a:r>
          </a:p>
          <a:p>
            <a:pPr lvl="1"/>
            <a:r>
              <a:rPr lang="en-US" dirty="0"/>
              <a:t>It’s a special STF endpoint.</a:t>
            </a:r>
          </a:p>
          <a:p>
            <a:pPr lvl="1"/>
            <a:r>
              <a:rPr lang="en-US" dirty="0"/>
              <a:t>His main capability it’s a register where you can write a 1/0 as a “pass/fail” mechanism for different endpoints.</a:t>
            </a:r>
          </a:p>
          <a:p>
            <a:pPr lvl="1"/>
            <a:r>
              <a:rPr lang="en-US" dirty="0"/>
              <a:t>Default it’s 0, so pass until prove to fail. (Could change in future)</a:t>
            </a:r>
          </a:p>
          <a:p>
            <a:pPr lvl="1"/>
            <a:r>
              <a:rPr lang="en-US" dirty="0"/>
              <a:t>The replaces moves the “agent id” from the agent to the scoreboard endpoint if the endpoint has the mismatch on 1.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5042EA0-B48D-4307-91C7-14BA78DCAC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57825" y="1609725"/>
            <a:ext cx="6391275" cy="438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544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29668-3969-4133-8511-27C9F941E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ScoreBoard</a:t>
            </a:r>
            <a:r>
              <a:rPr lang="en-US" dirty="0"/>
              <a:t> Example: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1E157A3-8342-4D53-AA71-CA7F0A0A4D7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3219" y="1390650"/>
            <a:ext cx="7057946" cy="48387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AACA67-4CA5-4A0E-9914-6F8013389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96200" y="1690689"/>
            <a:ext cx="4495800" cy="341471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Program EP GIDs.</a:t>
            </a:r>
          </a:p>
          <a:p>
            <a:pPr marL="0" indent="0">
              <a:buNone/>
            </a:pPr>
            <a:r>
              <a:rPr lang="en-US" dirty="0"/>
              <a:t>(Just send selects)</a:t>
            </a:r>
          </a:p>
          <a:p>
            <a:pPr marL="0" indent="0">
              <a:buNone/>
            </a:pPr>
            <a:r>
              <a:rPr lang="en-US" sz="2100" dirty="0"/>
              <a:t>GID 5 to PID 1:</a:t>
            </a:r>
          </a:p>
          <a:p>
            <a:pPr marL="0" indent="0">
              <a:buNone/>
            </a:pPr>
            <a:r>
              <a:rPr lang="en-US" sz="1700" dirty="0"/>
              <a:t>00000000000000000000000000000001 0101 0100 01</a:t>
            </a:r>
          </a:p>
          <a:p>
            <a:pPr marL="0" indent="0">
              <a:buNone/>
            </a:pPr>
            <a:r>
              <a:rPr lang="en-US" sz="2100" dirty="0"/>
              <a:t>GID 6 to PID 2:</a:t>
            </a:r>
          </a:p>
          <a:p>
            <a:pPr marL="0" indent="0">
              <a:buNone/>
            </a:pPr>
            <a:r>
              <a:rPr lang="en-US" sz="1700" dirty="0"/>
              <a:t>00000000000000000000000000000010 0110 0100 01</a:t>
            </a:r>
          </a:p>
          <a:p>
            <a:pPr marL="0" indent="0">
              <a:buNone/>
            </a:pPr>
            <a:r>
              <a:rPr lang="en-US" sz="2100" dirty="0"/>
              <a:t>GID 6 to PID 3:</a:t>
            </a:r>
          </a:p>
          <a:p>
            <a:pPr marL="0" indent="0">
              <a:buNone/>
            </a:pPr>
            <a:r>
              <a:rPr lang="en-US" sz="1700" dirty="0"/>
              <a:t>00000000000000000000000000000011 0110 0100 01</a:t>
            </a:r>
          </a:p>
          <a:p>
            <a:pPr marL="0" indent="0">
              <a:buNone/>
            </a:pPr>
            <a:r>
              <a:rPr lang="en-US" sz="2100" dirty="0"/>
              <a:t>GID 10 to PID 4:</a:t>
            </a:r>
          </a:p>
          <a:p>
            <a:pPr marL="0" indent="0">
              <a:buNone/>
            </a:pPr>
            <a:r>
              <a:rPr lang="en-US" sz="1700" dirty="0"/>
              <a:t>00000000000000000000000000000100 1010 0100 01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81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29668-3969-4133-8511-27C9F941E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ScoreBoard</a:t>
            </a:r>
            <a:r>
              <a:rPr lang="en-US" dirty="0"/>
              <a:t> Example: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FE0DC78-36B8-4743-B6EA-3F7F96756D5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225125"/>
            <a:ext cx="5181600" cy="35523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AACA67-4CA5-4A0E-9914-6F8013389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15125" y="446015"/>
            <a:ext cx="4638675" cy="46232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dirty="0">
                <a:solidFill>
                  <a:srgbClr val="FF0000"/>
                </a:solidFill>
              </a:rPr>
              <a:t>Program specific </a:t>
            </a:r>
            <a:r>
              <a:rPr lang="en-US" sz="9600" dirty="0" err="1">
                <a:solidFill>
                  <a:srgbClr val="FF0000"/>
                </a:solidFill>
              </a:rPr>
              <a:t>Agent_ID</a:t>
            </a:r>
            <a:r>
              <a:rPr lang="en-US" sz="9600" dirty="0">
                <a:solidFill>
                  <a:srgbClr val="FF0000"/>
                </a:solidFill>
              </a:rPr>
              <a:t> per EP.</a:t>
            </a:r>
          </a:p>
          <a:p>
            <a:pPr marL="0" indent="0">
              <a:buNone/>
            </a:pPr>
            <a:r>
              <a:rPr lang="en-US" sz="9600" dirty="0"/>
              <a:t>(Let’s assume CONTROL for agent id = 0x10)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6400" dirty="0"/>
              <a:t>AGENT ID 0x5 to GID 0x5:</a:t>
            </a:r>
          </a:p>
          <a:p>
            <a:pPr marL="0" indent="0">
              <a:buNone/>
            </a:pPr>
            <a:r>
              <a:rPr lang="en-US" sz="6400" dirty="0"/>
              <a:t>00000000000000000000000000010000 0101 1010 01</a:t>
            </a:r>
          </a:p>
          <a:p>
            <a:pPr marL="0" indent="0">
              <a:buNone/>
            </a:pPr>
            <a:r>
              <a:rPr lang="en-US" sz="6400" dirty="0"/>
              <a:t>00000000000000000000000000000101 0101 1011 01</a:t>
            </a:r>
          </a:p>
          <a:p>
            <a:pPr marL="0" indent="0">
              <a:buNone/>
            </a:pPr>
            <a:r>
              <a:rPr lang="en-US" sz="6400" dirty="0"/>
              <a:t>AGENT ID 0x7 to GID 0x6:</a:t>
            </a:r>
          </a:p>
          <a:p>
            <a:pPr marL="0" indent="0">
              <a:buNone/>
            </a:pPr>
            <a:r>
              <a:rPr lang="en-US" sz="6400" dirty="0"/>
              <a:t>00000000000000000000000000010000 0110 1010 01</a:t>
            </a:r>
          </a:p>
          <a:p>
            <a:pPr marL="0" indent="0">
              <a:buNone/>
            </a:pPr>
            <a:r>
              <a:rPr lang="en-US" sz="6400" dirty="0"/>
              <a:t>00000000000000000000000000000111 0110 1011 01</a:t>
            </a:r>
          </a:p>
          <a:p>
            <a:pPr marL="0" indent="0">
              <a:buNone/>
            </a:pPr>
            <a:r>
              <a:rPr lang="en-US" sz="6400" dirty="0"/>
              <a:t>AGENT ID 0x4 to GID 0xA:</a:t>
            </a:r>
          </a:p>
          <a:p>
            <a:pPr marL="0" indent="0">
              <a:buNone/>
            </a:pPr>
            <a:r>
              <a:rPr lang="en-US" sz="6400" dirty="0"/>
              <a:t>00000000000000000000000000010000 1010 1010 01</a:t>
            </a:r>
          </a:p>
          <a:p>
            <a:pPr marL="0" indent="0">
              <a:buNone/>
            </a:pPr>
            <a:r>
              <a:rPr lang="en-US" sz="6400" dirty="0"/>
              <a:t>00000000000000000000000000000100 1010 1011 01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9600" dirty="0">
                <a:solidFill>
                  <a:srgbClr val="FF0000"/>
                </a:solidFill>
              </a:rPr>
              <a:t>Run the Content </a:t>
            </a:r>
            <a:r>
              <a:rPr lang="en-US" sz="9600" dirty="0"/>
              <a:t>(Generates Mismatch)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742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29668-3969-4133-8511-27C9F941E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ScoreBoard</a:t>
            </a:r>
            <a:r>
              <a:rPr lang="en-US" dirty="0"/>
              <a:t> Example: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A8CF401-4BF6-452D-94D4-4D2F783801EC}"/>
              </a:ext>
            </a:extLst>
          </p:cNvPr>
          <p:cNvSpPr txBox="1">
            <a:spLocks/>
          </p:cNvSpPr>
          <p:nvPr/>
        </p:nvSpPr>
        <p:spPr>
          <a:xfrm>
            <a:off x="7126427" y="746863"/>
            <a:ext cx="4227373" cy="4623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dirty="0"/>
              <a:t>What if:</a:t>
            </a:r>
          </a:p>
          <a:p>
            <a:r>
              <a:rPr lang="en-US" sz="3000" dirty="0"/>
              <a:t>We send replaces to GID 5?</a:t>
            </a:r>
          </a:p>
          <a:p>
            <a:endParaRPr lang="en-US" sz="3000" dirty="0"/>
          </a:p>
          <a:p>
            <a:r>
              <a:rPr lang="en-US" sz="3000" dirty="0"/>
              <a:t>Then we send replaces to GID 6?</a:t>
            </a:r>
          </a:p>
          <a:p>
            <a:endParaRPr lang="en-US" sz="3000" dirty="0"/>
          </a:p>
          <a:p>
            <a:r>
              <a:rPr lang="en-US" sz="3000" dirty="0"/>
              <a:t>Then we send replaces to GID 10?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1DB9785-2C53-4642-9AF5-FB4683C33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064284"/>
              </p:ext>
            </p:extLst>
          </p:nvPr>
        </p:nvGraphicFramePr>
        <p:xfrm>
          <a:off x="8841794" y="2138539"/>
          <a:ext cx="2552701" cy="6762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9501">
                  <a:extLst>
                    <a:ext uri="{9D8B030D-6E8A-4147-A177-3AD203B41FA5}">
                      <a16:colId xmlns:a16="http://schemas.microsoft.com/office/drawing/2014/main" val="4042988377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1610627994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1179662673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2635405791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3957952495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2626668868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3914385802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1793325201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1230007364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Bit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893805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Result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945982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DCFE327-538F-422B-8833-61FF61DBBA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760914"/>
              </p:ext>
            </p:extLst>
          </p:nvPr>
        </p:nvGraphicFramePr>
        <p:xfrm>
          <a:off x="8988108" y="3767137"/>
          <a:ext cx="2552701" cy="6762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9501">
                  <a:extLst>
                    <a:ext uri="{9D8B030D-6E8A-4147-A177-3AD203B41FA5}">
                      <a16:colId xmlns:a16="http://schemas.microsoft.com/office/drawing/2014/main" val="25254659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1653727854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3423524065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533803360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1622739815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3652576975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1417359108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544092215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1930324054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Bit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0299465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Result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6585404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92ACA59-F344-430D-8067-EF6A3A355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631911"/>
              </p:ext>
            </p:extLst>
          </p:nvPr>
        </p:nvGraphicFramePr>
        <p:xfrm>
          <a:off x="8999971" y="5519881"/>
          <a:ext cx="2540838" cy="6762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9501">
                  <a:extLst>
                    <a:ext uri="{9D8B030D-6E8A-4147-A177-3AD203B41FA5}">
                      <a16:colId xmlns:a16="http://schemas.microsoft.com/office/drawing/2014/main" val="270043016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3484348368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1742638611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822023368"/>
                    </a:ext>
                  </a:extLst>
                </a:gridCol>
                <a:gridCol w="204787">
                  <a:extLst>
                    <a:ext uri="{9D8B030D-6E8A-4147-A177-3AD203B41FA5}">
                      <a16:colId xmlns:a16="http://schemas.microsoft.com/office/drawing/2014/main" val="636021120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130785222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3128759075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645779945"/>
                    </a:ext>
                  </a:extLst>
                </a:gridCol>
                <a:gridCol w="216650">
                  <a:extLst>
                    <a:ext uri="{9D8B030D-6E8A-4147-A177-3AD203B41FA5}">
                      <a16:colId xmlns:a16="http://schemas.microsoft.com/office/drawing/2014/main" val="2878706975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Bit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9061252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Result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5997552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B669300E-087D-4F01-BF07-C604061F9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18" y="1423137"/>
            <a:ext cx="6838126" cy="46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527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372A153-66DD-4DCD-9F4A-97B2FB814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SBFT STF/SCB Specifics (10nm)</a:t>
            </a:r>
          </a:p>
        </p:txBody>
      </p:sp>
    </p:spTree>
    <p:extLst>
      <p:ext uri="{BB962C8B-B14F-4D97-AF65-F5344CB8AC3E}">
        <p14:creationId xmlns:p14="http://schemas.microsoft.com/office/powerpoint/2010/main" val="1309855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4ECD9DD-81AF-4055-ABDE-4E09CC3B79E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93586" y="2582370"/>
            <a:ext cx="3669582" cy="19043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GID are not configured on EP or HUBs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HUBs should be on parallel mode, without any delay configuration.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837D52D-7CA3-4543-9F6D-B884F32C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630" y="65256"/>
            <a:ext cx="10972800" cy="1158240"/>
          </a:xfrm>
        </p:spPr>
        <p:txBody>
          <a:bodyPr/>
          <a:lstStyle/>
          <a:p>
            <a:r>
              <a:rPr lang="en-US" dirty="0"/>
              <a:t>Post-reset network configuration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3CACEDC-E988-49F7-A43A-BEB80E1B2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87" y="1223496"/>
            <a:ext cx="7448343" cy="503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095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837D52D-7CA3-4543-9F6D-B884F32C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394" y="259798"/>
            <a:ext cx="5843650" cy="636827"/>
          </a:xfrm>
        </p:spPr>
        <p:txBody>
          <a:bodyPr/>
          <a:lstStyle/>
          <a:p>
            <a:r>
              <a:rPr lang="en-US" dirty="0"/>
              <a:t>Program GID to each HUB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7F95D2-43E8-4A48-A2FA-6F4A1638F63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511175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FBE093-40D7-4B14-91AA-32258FAEE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472" y="1056788"/>
            <a:ext cx="7573490" cy="51154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FECEDE-34A1-40C3-B475-0519E5C66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94" y="1161088"/>
            <a:ext cx="672750" cy="4401600"/>
          </a:xfrm>
          <a:prstGeom prst="rect">
            <a:avLst/>
          </a:prstGeom>
        </p:spPr>
      </p:pic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70E26ACF-6676-4B79-B949-4381A956F9CE}"/>
              </a:ext>
            </a:extLst>
          </p:cNvPr>
          <p:cNvSpPr txBox="1">
            <a:spLocks/>
          </p:cNvSpPr>
          <p:nvPr/>
        </p:nvSpPr>
        <p:spPr>
          <a:xfrm>
            <a:off x="1122144" y="1270297"/>
            <a:ext cx="2474113" cy="4433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sz="1800" b="0" kern="1200">
                <a:solidFill>
                  <a:srgbClr val="0071C5"/>
                </a:solidFill>
                <a:latin typeface="+mn-lt"/>
                <a:ea typeface="+mn-ea"/>
                <a:cs typeface="Intel Clear" panose="020B0604020203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sz="18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</a:rPr>
              <a:t>EP not used for SBFT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D485EBB-536C-4D04-AD2C-E87705B1B59D}"/>
              </a:ext>
            </a:extLst>
          </p:cNvPr>
          <p:cNvSpPr txBox="1">
            <a:spLocks/>
          </p:cNvSpPr>
          <p:nvPr/>
        </p:nvSpPr>
        <p:spPr>
          <a:xfrm>
            <a:off x="1157690" y="1745587"/>
            <a:ext cx="2703236" cy="4433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sz="1800" b="0" kern="1200">
                <a:solidFill>
                  <a:srgbClr val="0071C5"/>
                </a:solidFill>
                <a:latin typeface="+mn-lt"/>
                <a:ea typeface="+mn-ea"/>
                <a:cs typeface="Intel Clear" panose="020B0604020203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sz="18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</a:rPr>
              <a:t>EP for SBFT cache loading on SLC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655B10AD-D486-462E-A72E-A074312E09C5}"/>
              </a:ext>
            </a:extLst>
          </p:cNvPr>
          <p:cNvSpPr txBox="1">
            <a:spLocks/>
          </p:cNvSpPr>
          <p:nvPr/>
        </p:nvSpPr>
        <p:spPr>
          <a:xfrm>
            <a:off x="1157689" y="2375239"/>
            <a:ext cx="2969693" cy="4433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sz="1800" b="0" kern="1200">
                <a:solidFill>
                  <a:srgbClr val="0071C5"/>
                </a:solidFill>
                <a:latin typeface="+mn-lt"/>
                <a:ea typeface="+mn-ea"/>
                <a:cs typeface="Intel Clear" panose="020B0604020203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sz="18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</a:rPr>
              <a:t>EP for SBFT cache loading on MLC and checks 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A50ED27-F8A7-47EC-82D8-91250F6C69D1}"/>
              </a:ext>
            </a:extLst>
          </p:cNvPr>
          <p:cNvSpPr txBox="1">
            <a:spLocks/>
          </p:cNvSpPr>
          <p:nvPr/>
        </p:nvSpPr>
        <p:spPr>
          <a:xfrm>
            <a:off x="1179439" y="3056230"/>
            <a:ext cx="2703236" cy="4433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sz="1800" b="0" kern="1200">
                <a:solidFill>
                  <a:srgbClr val="0071C5"/>
                </a:solidFill>
                <a:latin typeface="+mn-lt"/>
                <a:ea typeface="+mn-ea"/>
                <a:cs typeface="Intel Clear" panose="020B0604020203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sz="18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</a:rPr>
              <a:t>HUB for SBFT, dual mode on bypass or serial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F59170BB-4620-4A35-9D9F-D20775364893}"/>
              </a:ext>
            </a:extLst>
          </p:cNvPr>
          <p:cNvSpPr txBox="1">
            <a:spLocks/>
          </p:cNvSpPr>
          <p:nvPr/>
        </p:nvSpPr>
        <p:spPr>
          <a:xfrm>
            <a:off x="1122144" y="3817743"/>
            <a:ext cx="2703236" cy="4433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sz="1800" b="0" kern="1200">
                <a:solidFill>
                  <a:srgbClr val="0071C5"/>
                </a:solidFill>
                <a:latin typeface="+mn-lt"/>
                <a:ea typeface="+mn-ea"/>
                <a:cs typeface="Intel Clear" panose="020B0604020203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sz="18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</a:rPr>
              <a:t>HUB not used for SBFT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AE4EBA3-7D53-44A5-B22C-8744F1D3BAC3}"/>
              </a:ext>
            </a:extLst>
          </p:cNvPr>
          <p:cNvSpPr txBox="1">
            <a:spLocks/>
          </p:cNvSpPr>
          <p:nvPr/>
        </p:nvSpPr>
        <p:spPr>
          <a:xfrm>
            <a:off x="1122144" y="4348538"/>
            <a:ext cx="3886084" cy="4433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sz="1800" b="0" kern="1200">
                <a:solidFill>
                  <a:srgbClr val="0071C5"/>
                </a:solidFill>
                <a:latin typeface="+mn-lt"/>
                <a:ea typeface="+mn-ea"/>
                <a:cs typeface="Intel Clear" panose="020B0604020203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sz="18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</a:rPr>
              <a:t>HUB not used for SBFT, but requires a bypass to ensure serialization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244308E9-A243-42CF-A565-A19EA5458903}"/>
              </a:ext>
            </a:extLst>
          </p:cNvPr>
          <p:cNvSpPr txBox="1">
            <a:spLocks/>
          </p:cNvSpPr>
          <p:nvPr/>
        </p:nvSpPr>
        <p:spPr>
          <a:xfrm>
            <a:off x="1179439" y="5119342"/>
            <a:ext cx="2703236" cy="4433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sz="1800" b="0" kern="1200">
                <a:solidFill>
                  <a:srgbClr val="0071C5"/>
                </a:solidFill>
                <a:latin typeface="+mn-lt"/>
                <a:ea typeface="+mn-ea"/>
                <a:cs typeface="Intel Clear" panose="020B0604020203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sz="18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</a:rPr>
              <a:t>HUB not used for SBFT, on serial mode</a:t>
            </a:r>
          </a:p>
        </p:txBody>
      </p:sp>
    </p:spTree>
    <p:extLst>
      <p:ext uri="{BB962C8B-B14F-4D97-AF65-F5344CB8AC3E}">
        <p14:creationId xmlns:p14="http://schemas.microsoft.com/office/powerpoint/2010/main" val="3290201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837D52D-7CA3-4543-9F6D-B884F32C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240" y="302586"/>
            <a:ext cx="7003280" cy="636827"/>
          </a:xfrm>
        </p:spPr>
        <p:txBody>
          <a:bodyPr>
            <a:normAutofit fontScale="90000"/>
          </a:bodyPr>
          <a:lstStyle/>
          <a:p>
            <a:r>
              <a:rPr lang="en-US" dirty="0"/>
              <a:t>SBFT usage when “running” content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7F95D2-43E8-4A48-A2FA-6F4A1638F63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511175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AE4EBA3-7D53-44A5-B22C-8744F1D3BAC3}"/>
              </a:ext>
            </a:extLst>
          </p:cNvPr>
          <p:cNvSpPr txBox="1">
            <a:spLocks/>
          </p:cNvSpPr>
          <p:nvPr/>
        </p:nvSpPr>
        <p:spPr>
          <a:xfrm>
            <a:off x="607485" y="1161087"/>
            <a:ext cx="2983004" cy="16911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sz="1800" b="0" kern="1200">
                <a:solidFill>
                  <a:srgbClr val="0071C5"/>
                </a:solidFill>
                <a:latin typeface="+mn-lt"/>
                <a:ea typeface="+mn-ea"/>
                <a:cs typeface="Intel Clear" panose="020B0604020203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sz="18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2"/>
                </a:solidFill>
              </a:rPr>
              <a:t>We serialize the network with a SERIAL CMD to GID2 and a BYPASS CMD to GID3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2"/>
                </a:solidFill>
              </a:rPr>
              <a:t>We send the “Load” pkts to CORE or CHA using GID 8 or 9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2"/>
                </a:solidFill>
              </a:rPr>
              <a:t>Trigger and fill the mismatch on EP(each cores runs the SBFT content and creates a mismatch = 1 on CORE EP in case of failure)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tx2"/>
                </a:solidFill>
              </a:rPr>
              <a:t>We move those failures with replaces to SCB EP.</a:t>
            </a:r>
          </a:p>
          <a:p>
            <a:r>
              <a:rPr lang="en-US" sz="1600" dirty="0">
                <a:solidFill>
                  <a:schemeClr val="tx2"/>
                </a:solidFill>
              </a:rPr>
              <a:t>*** Here we still don’t care about the output pkts, we are only sending the replaces to SCB.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551E68-6FE3-4F9A-9C7F-5D0B8A618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880" y="889233"/>
            <a:ext cx="7965686" cy="516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56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837D52D-7CA3-4543-9F6D-B884F32C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484" y="411797"/>
            <a:ext cx="6726766" cy="636827"/>
          </a:xfrm>
        </p:spPr>
        <p:txBody>
          <a:bodyPr>
            <a:normAutofit fontScale="90000"/>
          </a:bodyPr>
          <a:lstStyle/>
          <a:p>
            <a:r>
              <a:rPr lang="en-US" dirty="0"/>
              <a:t>SBFT/DRV usage when “checking” SCB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7F95D2-43E8-4A48-A2FA-6F4A1638F6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484" y="1604434"/>
            <a:ext cx="3159173" cy="456776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Send a “Bypass </a:t>
            </a:r>
            <a:r>
              <a:rPr lang="en-US" dirty="0" err="1">
                <a:solidFill>
                  <a:schemeClr val="tx2"/>
                </a:solidFill>
              </a:rPr>
              <a:t>cmd</a:t>
            </a:r>
            <a:r>
              <a:rPr lang="en-US" dirty="0">
                <a:solidFill>
                  <a:schemeClr val="tx2"/>
                </a:solidFill>
              </a:rPr>
              <a:t>” to the GID12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Send the STF Pkts and to flush SCB results and strobe the result on the STF output pins.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marL="511175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AE4EBA3-7D53-44A5-B22C-8744F1D3BAC3}"/>
              </a:ext>
            </a:extLst>
          </p:cNvPr>
          <p:cNvSpPr txBox="1">
            <a:spLocks/>
          </p:cNvSpPr>
          <p:nvPr/>
        </p:nvSpPr>
        <p:spPr>
          <a:xfrm>
            <a:off x="607484" y="1521813"/>
            <a:ext cx="2983004" cy="16911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sz="1800" b="0" kern="1200">
                <a:solidFill>
                  <a:srgbClr val="0071C5"/>
                </a:solidFill>
                <a:latin typeface="+mn-lt"/>
                <a:ea typeface="+mn-ea"/>
                <a:cs typeface="Intel Clear" panose="020B0604020203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sz="18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7F7979-7B9F-4FB5-9B91-7327359D3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656" y="782608"/>
            <a:ext cx="8063860" cy="538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209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837D52D-7CA3-4543-9F6D-B884F32C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484" y="411797"/>
            <a:ext cx="5843650" cy="636827"/>
          </a:xfrm>
        </p:spPr>
        <p:txBody>
          <a:bodyPr/>
          <a:lstStyle/>
          <a:p>
            <a:r>
              <a:rPr lang="en-US" dirty="0"/>
              <a:t>How we achieve UTC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7F95D2-43E8-4A48-A2FA-6F4A1638F6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7484" y="1604434"/>
            <a:ext cx="3374137" cy="4567767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Using same configuration but removing H1 HUB.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All the GID configurations used on bigger chop will target no one.</a:t>
            </a:r>
          </a:p>
          <a:p>
            <a:r>
              <a:rPr lang="en-US" dirty="0">
                <a:solidFill>
                  <a:schemeClr val="tx2"/>
                </a:solidFill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marL="511175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AE4EBA3-7D53-44A5-B22C-8744F1D3BAC3}"/>
              </a:ext>
            </a:extLst>
          </p:cNvPr>
          <p:cNvSpPr txBox="1">
            <a:spLocks/>
          </p:cNvSpPr>
          <p:nvPr/>
        </p:nvSpPr>
        <p:spPr>
          <a:xfrm>
            <a:off x="607484" y="1521813"/>
            <a:ext cx="2983004" cy="16911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sz="1800" b="0" kern="1200">
                <a:solidFill>
                  <a:srgbClr val="0071C5"/>
                </a:solidFill>
                <a:latin typeface="+mn-lt"/>
                <a:ea typeface="+mn-ea"/>
                <a:cs typeface="Intel Clear" panose="020B0604020203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sz="18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Intel Clear" panose="020B0604020203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554343-46B7-42EC-9F7D-9CD2DF3CB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621" y="1617037"/>
            <a:ext cx="7871019" cy="3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72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D42A9-626A-45D7-A170-4199042C3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Challenge, CPL optimization: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ECF1DC1-FC5E-4358-8B8A-2EC48D0A8B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34737-D113-440C-8ED4-DBBB416F2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399" y="1509713"/>
            <a:ext cx="9901383" cy="4351338"/>
          </a:xfrm>
        </p:spPr>
        <p:txBody>
          <a:bodyPr>
            <a:normAutofit/>
          </a:bodyPr>
          <a:lstStyle/>
          <a:p>
            <a:r>
              <a:rPr lang="en-US" dirty="0"/>
              <a:t>CPL is slow.</a:t>
            </a:r>
          </a:p>
          <a:p>
            <a:pPr lvl="1"/>
            <a:r>
              <a:rPr lang="en-US" dirty="0"/>
              <a:t>Takes around ~80% of the SBFT total test time execution.</a:t>
            </a:r>
          </a:p>
          <a:p>
            <a:r>
              <a:rPr lang="en-US" dirty="0"/>
              <a:t>CPL is a ton of registers writes (data + </a:t>
            </a:r>
            <a:r>
              <a:rPr lang="en-US" dirty="0" err="1"/>
              <a:t>wr</a:t>
            </a:r>
            <a:r>
              <a:rPr lang="en-US" dirty="0"/>
              <a:t> </a:t>
            </a:r>
            <a:r>
              <a:rPr lang="en-US" dirty="0" err="1"/>
              <a:t>cmd</a:t>
            </a:r>
            <a:r>
              <a:rPr lang="en-US" dirty="0"/>
              <a:t>) back to back.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Proposal:</a:t>
            </a:r>
          </a:p>
          <a:p>
            <a:pPr lvl="1"/>
            <a:r>
              <a:rPr lang="en-US" dirty="0"/>
              <a:t>USROP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E71BCC0-8691-4C68-A059-E200683D8D97}"/>
              </a:ext>
            </a:extLst>
          </p:cNvPr>
          <p:cNvGraphicFramePr/>
          <p:nvPr/>
        </p:nvGraphicFramePr>
        <p:xfrm>
          <a:off x="1852538" y="3177842"/>
          <a:ext cx="8128000" cy="2104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05174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0839D-1289-4A7A-BF4B-A0543F195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USROP for CPL optimization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EE3F84-DD69-4092-BF21-1499350FB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 STF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21CDC2D-AA07-4782-B020-5C63CA969E0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79370947"/>
              </p:ext>
            </p:extLst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6428F0-5A81-47F6-960E-4011F05E08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USROP STF</a:t>
            </a:r>
          </a:p>
        </p:txBody>
      </p:sp>
      <p:graphicFrame>
        <p:nvGraphicFramePr>
          <p:cNvPr id="10" name="Content Placeholder 8">
            <a:extLst>
              <a:ext uri="{FF2B5EF4-FFF2-40B4-BE49-F238E27FC236}">
                <a16:creationId xmlns:a16="http://schemas.microsoft.com/office/drawing/2014/main" id="{5694D2CD-6FD8-4CED-83A2-8CA1E08CD4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440589"/>
              </p:ext>
            </p:extLst>
          </p:nvPr>
        </p:nvGraphicFramePr>
        <p:xfrm>
          <a:off x="6256397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5294945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0856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ntel2020-blue">
      <a:dk1>
        <a:srgbClr val="FFFFFF"/>
      </a:dk1>
      <a:lt1>
        <a:srgbClr val="525252"/>
      </a:lt1>
      <a:dk2>
        <a:srgbClr val="FFFFFF"/>
      </a:dk2>
      <a:lt2>
        <a:srgbClr val="004A86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IntelOne">
      <a:majorFont>
        <a:latin typeface="IntelOne Display Light"/>
        <a:ea typeface="Helvetica Neue"/>
        <a:cs typeface="Helvetica Neue"/>
      </a:majorFont>
      <a:minorFont>
        <a:latin typeface="IntelOne Display Regular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Intel2020">
      <a:dk1>
        <a:srgbClr val="525252"/>
      </a:dk1>
      <a:lt1>
        <a:srgbClr val="FFFFFF"/>
      </a:lt1>
      <a:dk2>
        <a:srgbClr val="004A86"/>
      </a:dk2>
      <a:lt2>
        <a:srgbClr val="FFFFFF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Intel2020">
      <a:dk1>
        <a:srgbClr val="525252"/>
      </a:dk1>
      <a:lt1>
        <a:srgbClr val="FFFFFF"/>
      </a:lt1>
      <a:dk2>
        <a:srgbClr val="004A86"/>
      </a:dk2>
      <a:lt2>
        <a:srgbClr val="FFFFFF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0A9FE8E47E854D92A6F31317A3C608" ma:contentTypeVersion="12" ma:contentTypeDescription="Create a new document." ma:contentTypeScope="" ma:versionID="374fa6d56ebbe358ea799f5092c51f12">
  <xsd:schema xmlns:xsd="http://www.w3.org/2001/XMLSchema" xmlns:xs="http://www.w3.org/2001/XMLSchema" xmlns:p="http://schemas.microsoft.com/office/2006/metadata/properties" xmlns:ns2="5f2f9a59-a684-4e9c-b66b-f410df88de15" xmlns:ns3="a6390a3d-4008-4861-b6e8-5df78f283c37" targetNamespace="http://schemas.microsoft.com/office/2006/metadata/properties" ma:root="true" ma:fieldsID="18b6c0b95db41650b6115ff59ef7aa1f" ns2:_="" ns3:_="">
    <xsd:import namespace="5f2f9a59-a684-4e9c-b66b-f410df88de15"/>
    <xsd:import namespace="a6390a3d-4008-4861-b6e8-5df78f283c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f9a59-a684-4e9c-b66b-f410df88de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390a3d-4008-4861-b6e8-5df78f283c37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BC0DA7-C0EF-47B2-9EC7-398B4098E733}"/>
</file>

<file path=customXml/itemProps2.xml><?xml version="1.0" encoding="utf-8"?>
<ds:datastoreItem xmlns:ds="http://schemas.openxmlformats.org/officeDocument/2006/customXml" ds:itemID="{8A6437DC-841E-4928-9997-E6E9A41E1BFE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64ad5718-e596-46ad-9d1f-fef20d21b219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2951410-5974-4361-B0B5-2FB59B8FFC7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1238</Words>
  <Application>Microsoft Office PowerPoint</Application>
  <PresentationFormat>Widescreen</PresentationFormat>
  <Paragraphs>264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IntelOne Display Light</vt:lpstr>
      <vt:lpstr>Arial</vt:lpstr>
      <vt:lpstr>Calibri</vt:lpstr>
      <vt:lpstr>Intel Clear</vt:lpstr>
      <vt:lpstr>IntelOne Display Regular</vt:lpstr>
      <vt:lpstr>Wingdings</vt:lpstr>
      <vt:lpstr>Office Theme</vt:lpstr>
      <vt:lpstr>SBFT STF/SCB Training</vt:lpstr>
      <vt:lpstr>STF General Info</vt:lpstr>
      <vt:lpstr>STF Overview</vt:lpstr>
      <vt:lpstr>STF Packet format</vt:lpstr>
      <vt:lpstr>What’s an STF Endpoint</vt:lpstr>
      <vt:lpstr>What’s an STF HUB</vt:lpstr>
      <vt:lpstr>STF HUB Pop N Forward (Parallel) (Not used anymore)</vt:lpstr>
      <vt:lpstr>STF HUB Other configurations</vt:lpstr>
      <vt:lpstr>How should I configure STF network to reach an endpoint</vt:lpstr>
      <vt:lpstr>What’s ScoreBoard</vt:lpstr>
      <vt:lpstr>ScoreBoard Example:</vt:lpstr>
      <vt:lpstr>ScoreBoard Example:</vt:lpstr>
      <vt:lpstr>ScoreBoard Example:</vt:lpstr>
      <vt:lpstr>SBFT STF/SCB Specifics (10nm)</vt:lpstr>
      <vt:lpstr>Post-reset network configuration</vt:lpstr>
      <vt:lpstr>Program GID to each HUB</vt:lpstr>
      <vt:lpstr>SBFT usage when “running” content</vt:lpstr>
      <vt:lpstr>SBFT/DRV usage when “checking” SCB</vt:lpstr>
      <vt:lpstr>How we achieve UTC</vt:lpstr>
      <vt:lpstr>New Challenge, CPL optimization:</vt:lpstr>
      <vt:lpstr>USROP for CPL optimization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Killeen, Kristine</dc:creator>
  <cp:lastModifiedBy>Santillan, Enrique J</cp:lastModifiedBy>
  <cp:revision>58</cp:revision>
  <dcterms:created xsi:type="dcterms:W3CDTF">2020-10-08T23:31:50Z</dcterms:created>
  <dcterms:modified xsi:type="dcterms:W3CDTF">2021-02-20T17:49:33Z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0x010100A80A9FE8E47E854D92A6F31317A3C608</vt:lpwstr>
  </property>
</Properties>
</file>