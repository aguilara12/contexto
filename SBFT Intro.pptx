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32" r:id="rId5"/>
    <p:sldId id="276" r:id="rId6"/>
    <p:sldId id="337" r:id="rId7"/>
    <p:sldId id="339" r:id="rId8"/>
    <p:sldId id="355" r:id="rId9"/>
    <p:sldId id="342" r:id="rId10"/>
    <p:sldId id="338" r:id="rId11"/>
    <p:sldId id="340" r:id="rId12"/>
    <p:sldId id="341" r:id="rId13"/>
    <p:sldId id="343" r:id="rId14"/>
    <p:sldId id="344" r:id="rId15"/>
    <p:sldId id="345" r:id="rId16"/>
    <p:sldId id="346" r:id="rId17"/>
    <p:sldId id="347" r:id="rId18"/>
    <p:sldId id="358" r:id="rId19"/>
    <p:sldId id="359" r:id="rId20"/>
    <p:sldId id="360" r:id="rId21"/>
    <p:sldId id="357" r:id="rId22"/>
    <p:sldId id="351" r:id="rId23"/>
    <p:sldId id="352" r:id="rId24"/>
    <p:sldId id="354" r:id="rId25"/>
    <p:sldId id="348" r:id="rId26"/>
    <p:sldId id="350" r:id="rId27"/>
    <p:sldId id="336" r:id="rId28"/>
  </p:sldIdLst>
  <p:sldSz cx="12192000" cy="6858000"/>
  <p:notesSz cx="6858000" cy="9144000"/>
  <p:embeddedFontLst>
    <p:embeddedFont>
      <p:font typeface="IntelOne Display Light" panose="020B0403020203020204" pitchFamily="34" charset="0"/>
      <p:regular r:id="rId31"/>
    </p:embeddedFont>
    <p:embeddedFont>
      <p:font typeface="IntelOne Display Regular" panose="020B0503020203020204" pitchFamily="3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7" autoAdjust="0"/>
    <p:restoredTop sz="94655" autoAdjust="0"/>
  </p:normalViewPr>
  <p:slideViewPr>
    <p:cSldViewPr snapToGrid="0" showGuides="1">
      <p:cViewPr varScale="1">
        <p:scale>
          <a:sx n="105" d="100"/>
          <a:sy n="105" d="100"/>
        </p:scale>
        <p:origin x="68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3278" y="3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0872F0-F045-45CF-B3BA-67B06E71A414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6F7FC8-7618-423A-9136-3A28FCDE4CAD}">
      <dgm:prSet phldrT="[Text]"/>
      <dgm:spPr/>
      <dgm:t>
        <a:bodyPr/>
        <a:lstStyle/>
        <a:p>
          <a:r>
            <a:rPr lang="en-US" dirty="0"/>
            <a:t>LOAD</a:t>
          </a:r>
          <a:br>
            <a:rPr lang="en-US" dirty="0"/>
          </a:br>
          <a:r>
            <a:rPr lang="en-US" dirty="0"/>
            <a:t>CPL</a:t>
          </a:r>
        </a:p>
      </dgm:t>
    </dgm:pt>
    <dgm:pt modelId="{09410E58-54A3-4C7D-921B-5710C6CAABE4}" type="parTrans" cxnId="{33777BD1-754A-4722-A83B-191840D6E7D4}">
      <dgm:prSet/>
      <dgm:spPr/>
      <dgm:t>
        <a:bodyPr/>
        <a:lstStyle/>
        <a:p>
          <a:endParaRPr lang="en-US"/>
        </a:p>
      </dgm:t>
    </dgm:pt>
    <dgm:pt modelId="{2B57CBD4-C101-4C10-931A-A600381C59A0}" type="sibTrans" cxnId="{33777BD1-754A-4722-A83B-191840D6E7D4}">
      <dgm:prSet/>
      <dgm:spPr/>
      <dgm:t>
        <a:bodyPr/>
        <a:lstStyle/>
        <a:p>
          <a:endParaRPr lang="en-US"/>
        </a:p>
      </dgm:t>
    </dgm:pt>
    <dgm:pt modelId="{FACF2C10-528D-4D9D-8252-D525AC78D9A4}">
      <dgm:prSet phldrT="[Text]"/>
      <dgm:spPr/>
      <dgm:t>
        <a:bodyPr/>
        <a:lstStyle/>
        <a:p>
          <a:r>
            <a:rPr lang="en-US" dirty="0"/>
            <a:t>RUN</a:t>
          </a:r>
          <a:br>
            <a:rPr lang="en-US" dirty="0"/>
          </a:br>
          <a:r>
            <a:rPr lang="en-US" dirty="0"/>
            <a:t>UCODE</a:t>
          </a:r>
        </a:p>
      </dgm:t>
    </dgm:pt>
    <dgm:pt modelId="{E59384CA-EAD3-46CD-9124-181FA900C715}" type="parTrans" cxnId="{9D9BE239-9B84-413B-B234-E37003BDB134}">
      <dgm:prSet/>
      <dgm:spPr/>
      <dgm:t>
        <a:bodyPr/>
        <a:lstStyle/>
        <a:p>
          <a:endParaRPr lang="en-US"/>
        </a:p>
      </dgm:t>
    </dgm:pt>
    <dgm:pt modelId="{61475206-BF00-4E61-AEDA-FDAF92074CC8}" type="sibTrans" cxnId="{9D9BE239-9B84-413B-B234-E37003BDB134}">
      <dgm:prSet/>
      <dgm:spPr/>
      <dgm:t>
        <a:bodyPr/>
        <a:lstStyle/>
        <a:p>
          <a:endParaRPr lang="en-US"/>
        </a:p>
      </dgm:t>
    </dgm:pt>
    <dgm:pt modelId="{FF6783A4-B3C3-43A1-BFEB-97EFFAC0C4AB}">
      <dgm:prSet phldrT="[Text]"/>
      <dgm:spPr/>
      <dgm:t>
        <a:bodyPr/>
        <a:lstStyle/>
        <a:p>
          <a:r>
            <a:rPr lang="en-US" dirty="0"/>
            <a:t>CHECK</a:t>
          </a:r>
        </a:p>
      </dgm:t>
    </dgm:pt>
    <dgm:pt modelId="{89A0F958-95D9-4FDF-A00B-D942B0C0344D}" type="parTrans" cxnId="{1253B89D-8853-4776-970C-2191A9F5C9F2}">
      <dgm:prSet/>
      <dgm:spPr/>
      <dgm:t>
        <a:bodyPr/>
        <a:lstStyle/>
        <a:p>
          <a:endParaRPr lang="en-US"/>
        </a:p>
      </dgm:t>
    </dgm:pt>
    <dgm:pt modelId="{DE533812-B0A2-4125-8B39-A334463782B4}" type="sibTrans" cxnId="{1253B89D-8853-4776-970C-2191A9F5C9F2}">
      <dgm:prSet/>
      <dgm:spPr/>
      <dgm:t>
        <a:bodyPr/>
        <a:lstStyle/>
        <a:p>
          <a:endParaRPr lang="en-US"/>
        </a:p>
      </dgm:t>
    </dgm:pt>
    <dgm:pt modelId="{1AAF533D-7B6E-427F-8F48-16BF4A181087}">
      <dgm:prSet phldrT="[Text]"/>
      <dgm:spPr/>
      <dgm:t>
        <a:bodyPr/>
        <a:lstStyle/>
        <a:p>
          <a:r>
            <a:rPr lang="en-US" dirty="0"/>
            <a:t>RESET</a:t>
          </a:r>
          <a:br>
            <a:rPr lang="en-US" dirty="0"/>
          </a:br>
          <a:r>
            <a:rPr lang="en-US" dirty="0"/>
            <a:t>PCODE</a:t>
          </a:r>
        </a:p>
      </dgm:t>
    </dgm:pt>
    <dgm:pt modelId="{B0073E47-82D1-459D-952A-C808118C1E4B}" type="parTrans" cxnId="{B97F54CF-F7F0-44F4-BD1B-C82A65D31A42}">
      <dgm:prSet/>
      <dgm:spPr/>
      <dgm:t>
        <a:bodyPr/>
        <a:lstStyle/>
        <a:p>
          <a:endParaRPr lang="en-US"/>
        </a:p>
      </dgm:t>
    </dgm:pt>
    <dgm:pt modelId="{128EEDCC-C79F-4B7E-ACCF-20E5DFF9A3BF}" type="sibTrans" cxnId="{B97F54CF-F7F0-44F4-BD1B-C82A65D31A42}">
      <dgm:prSet/>
      <dgm:spPr/>
      <dgm:t>
        <a:bodyPr/>
        <a:lstStyle/>
        <a:p>
          <a:endParaRPr lang="en-US"/>
        </a:p>
      </dgm:t>
    </dgm:pt>
    <dgm:pt modelId="{0EF1E05C-B21B-42F6-A30D-D319150DC2E5}" type="pres">
      <dgm:prSet presAssocID="{E40872F0-F045-45CF-B3BA-67B06E71A414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1032E95-7188-4F22-AFD2-1146ECAA3ECE}" type="pres">
      <dgm:prSet presAssocID="{1AAF533D-7B6E-427F-8F48-16BF4A181087}" presName="Accent1" presStyleCnt="0"/>
      <dgm:spPr/>
    </dgm:pt>
    <dgm:pt modelId="{51FCD209-8885-4FC6-AE2E-50CE06320282}" type="pres">
      <dgm:prSet presAssocID="{1AAF533D-7B6E-427F-8F48-16BF4A181087}" presName="Accent" presStyleLbl="node1" presStyleIdx="0" presStyleCnt="4"/>
      <dgm:spPr/>
    </dgm:pt>
    <dgm:pt modelId="{19CB7C5C-B5FB-4CD9-8FC4-8657BAB724E4}" type="pres">
      <dgm:prSet presAssocID="{1AAF533D-7B6E-427F-8F48-16BF4A181087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421D7F38-868F-4D2D-A29E-D8005D53A99C}" type="pres">
      <dgm:prSet presAssocID="{F86F7FC8-7618-423A-9136-3A28FCDE4CAD}" presName="Accent2" presStyleCnt="0"/>
      <dgm:spPr/>
    </dgm:pt>
    <dgm:pt modelId="{4F32C864-5133-4C55-9814-93D9E8FCC789}" type="pres">
      <dgm:prSet presAssocID="{F86F7FC8-7618-423A-9136-3A28FCDE4CAD}" presName="Accent" presStyleLbl="node1" presStyleIdx="1" presStyleCnt="4"/>
      <dgm:spPr/>
    </dgm:pt>
    <dgm:pt modelId="{3518FE11-0E95-48A0-B8D7-2858CB609C56}" type="pres">
      <dgm:prSet presAssocID="{F86F7FC8-7618-423A-9136-3A28FCDE4CAD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D59B5DBB-5215-4FDA-9A45-91921A483018}" type="pres">
      <dgm:prSet presAssocID="{FACF2C10-528D-4D9D-8252-D525AC78D9A4}" presName="Accent3" presStyleCnt="0"/>
      <dgm:spPr/>
    </dgm:pt>
    <dgm:pt modelId="{398904C8-5424-431B-ACD2-D526AFAA7333}" type="pres">
      <dgm:prSet presAssocID="{FACF2C10-528D-4D9D-8252-D525AC78D9A4}" presName="Accent" presStyleLbl="node1" presStyleIdx="2" presStyleCnt="4"/>
      <dgm:spPr/>
    </dgm:pt>
    <dgm:pt modelId="{28F69112-C44D-4A8C-8D6B-E6CCF35DC90E}" type="pres">
      <dgm:prSet presAssocID="{FACF2C10-528D-4D9D-8252-D525AC78D9A4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BB761B93-BBDB-4098-B308-4B9952C5EC12}" type="pres">
      <dgm:prSet presAssocID="{FF6783A4-B3C3-43A1-BFEB-97EFFAC0C4AB}" presName="Accent4" presStyleCnt="0"/>
      <dgm:spPr/>
    </dgm:pt>
    <dgm:pt modelId="{B4E34107-64CF-4A43-A5FC-6075B4335E06}" type="pres">
      <dgm:prSet presAssocID="{FF6783A4-B3C3-43A1-BFEB-97EFFAC0C4AB}" presName="Accent" presStyleLbl="node1" presStyleIdx="3" presStyleCnt="4"/>
      <dgm:spPr/>
    </dgm:pt>
    <dgm:pt modelId="{3F7FC868-093A-4AAF-BFD3-41F937F4AFDD}" type="pres">
      <dgm:prSet presAssocID="{FF6783A4-B3C3-43A1-BFEB-97EFFAC0C4AB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94765103-C7D4-4A78-8E4E-E465376B9A35}" type="presOf" srcId="{FACF2C10-528D-4D9D-8252-D525AC78D9A4}" destId="{28F69112-C44D-4A8C-8D6B-E6CCF35DC90E}" srcOrd="0" destOrd="0" presId="urn:microsoft.com/office/officeart/2009/layout/CircleArrowProcess"/>
    <dgm:cxn modelId="{9D9BE239-9B84-413B-B234-E37003BDB134}" srcId="{E40872F0-F045-45CF-B3BA-67B06E71A414}" destId="{FACF2C10-528D-4D9D-8252-D525AC78D9A4}" srcOrd="2" destOrd="0" parTransId="{E59384CA-EAD3-46CD-9124-181FA900C715}" sibTransId="{61475206-BF00-4E61-AEDA-FDAF92074CC8}"/>
    <dgm:cxn modelId="{97B46981-20CC-4EBA-A674-C94DCA84B994}" type="presOf" srcId="{E40872F0-F045-45CF-B3BA-67B06E71A414}" destId="{0EF1E05C-B21B-42F6-A30D-D319150DC2E5}" srcOrd="0" destOrd="0" presId="urn:microsoft.com/office/officeart/2009/layout/CircleArrowProcess"/>
    <dgm:cxn modelId="{55BD5C9A-86AB-4A60-8C87-050450C33BC1}" type="presOf" srcId="{FF6783A4-B3C3-43A1-BFEB-97EFFAC0C4AB}" destId="{3F7FC868-093A-4AAF-BFD3-41F937F4AFDD}" srcOrd="0" destOrd="0" presId="urn:microsoft.com/office/officeart/2009/layout/CircleArrowProcess"/>
    <dgm:cxn modelId="{1253B89D-8853-4776-970C-2191A9F5C9F2}" srcId="{E40872F0-F045-45CF-B3BA-67B06E71A414}" destId="{FF6783A4-B3C3-43A1-BFEB-97EFFAC0C4AB}" srcOrd="3" destOrd="0" parTransId="{89A0F958-95D9-4FDF-A00B-D942B0C0344D}" sibTransId="{DE533812-B0A2-4125-8B39-A334463782B4}"/>
    <dgm:cxn modelId="{A8763EB9-CCC5-46DF-86A3-4B73892B1D9D}" type="presOf" srcId="{1AAF533D-7B6E-427F-8F48-16BF4A181087}" destId="{19CB7C5C-B5FB-4CD9-8FC4-8657BAB724E4}" srcOrd="0" destOrd="0" presId="urn:microsoft.com/office/officeart/2009/layout/CircleArrowProcess"/>
    <dgm:cxn modelId="{B97F54CF-F7F0-44F4-BD1B-C82A65D31A42}" srcId="{E40872F0-F045-45CF-B3BA-67B06E71A414}" destId="{1AAF533D-7B6E-427F-8F48-16BF4A181087}" srcOrd="0" destOrd="0" parTransId="{B0073E47-82D1-459D-952A-C808118C1E4B}" sibTransId="{128EEDCC-C79F-4B7E-ACCF-20E5DFF9A3BF}"/>
    <dgm:cxn modelId="{33777BD1-754A-4722-A83B-191840D6E7D4}" srcId="{E40872F0-F045-45CF-B3BA-67B06E71A414}" destId="{F86F7FC8-7618-423A-9136-3A28FCDE4CAD}" srcOrd="1" destOrd="0" parTransId="{09410E58-54A3-4C7D-921B-5710C6CAABE4}" sibTransId="{2B57CBD4-C101-4C10-931A-A600381C59A0}"/>
    <dgm:cxn modelId="{446921E7-1A86-43D3-B666-78DF476D25F2}" type="presOf" srcId="{F86F7FC8-7618-423A-9136-3A28FCDE4CAD}" destId="{3518FE11-0E95-48A0-B8D7-2858CB609C56}" srcOrd="0" destOrd="0" presId="urn:microsoft.com/office/officeart/2009/layout/CircleArrowProcess"/>
    <dgm:cxn modelId="{925A1322-1BC1-4BF0-B0A2-F8EE044B3B4D}" type="presParOf" srcId="{0EF1E05C-B21B-42F6-A30D-D319150DC2E5}" destId="{61032E95-7188-4F22-AFD2-1146ECAA3ECE}" srcOrd="0" destOrd="0" presId="urn:microsoft.com/office/officeart/2009/layout/CircleArrowProcess"/>
    <dgm:cxn modelId="{06D0D13F-E84B-405F-A698-99711FB481D0}" type="presParOf" srcId="{61032E95-7188-4F22-AFD2-1146ECAA3ECE}" destId="{51FCD209-8885-4FC6-AE2E-50CE06320282}" srcOrd="0" destOrd="0" presId="urn:microsoft.com/office/officeart/2009/layout/CircleArrowProcess"/>
    <dgm:cxn modelId="{D07F81D2-48CD-4CF7-B428-984A8BA93453}" type="presParOf" srcId="{0EF1E05C-B21B-42F6-A30D-D319150DC2E5}" destId="{19CB7C5C-B5FB-4CD9-8FC4-8657BAB724E4}" srcOrd="1" destOrd="0" presId="urn:microsoft.com/office/officeart/2009/layout/CircleArrowProcess"/>
    <dgm:cxn modelId="{AF07B511-6BCA-4637-950D-750D19D2347F}" type="presParOf" srcId="{0EF1E05C-B21B-42F6-A30D-D319150DC2E5}" destId="{421D7F38-868F-4D2D-A29E-D8005D53A99C}" srcOrd="2" destOrd="0" presId="urn:microsoft.com/office/officeart/2009/layout/CircleArrowProcess"/>
    <dgm:cxn modelId="{41D7ADC7-7817-4F99-8B4D-FB8937A3C74C}" type="presParOf" srcId="{421D7F38-868F-4D2D-A29E-D8005D53A99C}" destId="{4F32C864-5133-4C55-9814-93D9E8FCC789}" srcOrd="0" destOrd="0" presId="urn:microsoft.com/office/officeart/2009/layout/CircleArrowProcess"/>
    <dgm:cxn modelId="{5B5CE74B-DFB7-4A64-A694-5BD18BB318EB}" type="presParOf" srcId="{0EF1E05C-B21B-42F6-A30D-D319150DC2E5}" destId="{3518FE11-0E95-48A0-B8D7-2858CB609C56}" srcOrd="3" destOrd="0" presId="urn:microsoft.com/office/officeart/2009/layout/CircleArrowProcess"/>
    <dgm:cxn modelId="{37418273-B5B9-4721-A014-9EC89E672A93}" type="presParOf" srcId="{0EF1E05C-B21B-42F6-A30D-D319150DC2E5}" destId="{D59B5DBB-5215-4FDA-9A45-91921A483018}" srcOrd="4" destOrd="0" presId="urn:microsoft.com/office/officeart/2009/layout/CircleArrowProcess"/>
    <dgm:cxn modelId="{238DD1B5-4271-4086-87D5-D68CE5835B33}" type="presParOf" srcId="{D59B5DBB-5215-4FDA-9A45-91921A483018}" destId="{398904C8-5424-431B-ACD2-D526AFAA7333}" srcOrd="0" destOrd="0" presId="urn:microsoft.com/office/officeart/2009/layout/CircleArrowProcess"/>
    <dgm:cxn modelId="{79DFEE92-D396-42B1-B754-858ACEC45A7D}" type="presParOf" srcId="{0EF1E05C-B21B-42F6-A30D-D319150DC2E5}" destId="{28F69112-C44D-4A8C-8D6B-E6CCF35DC90E}" srcOrd="5" destOrd="0" presId="urn:microsoft.com/office/officeart/2009/layout/CircleArrowProcess"/>
    <dgm:cxn modelId="{0659A3B2-4E97-4C9E-AFF2-5040F30F4586}" type="presParOf" srcId="{0EF1E05C-B21B-42F6-A30D-D319150DC2E5}" destId="{BB761B93-BBDB-4098-B308-4B9952C5EC12}" srcOrd="6" destOrd="0" presId="urn:microsoft.com/office/officeart/2009/layout/CircleArrowProcess"/>
    <dgm:cxn modelId="{A1F0B8FD-F99F-431D-8C8D-8263AD1A0721}" type="presParOf" srcId="{BB761B93-BBDB-4098-B308-4B9952C5EC12}" destId="{B4E34107-64CF-4A43-A5FC-6075B4335E06}" srcOrd="0" destOrd="0" presId="urn:microsoft.com/office/officeart/2009/layout/CircleArrowProcess"/>
    <dgm:cxn modelId="{E094F9C4-6D72-4C5F-AFD4-9646C12EF042}" type="presParOf" srcId="{0EF1E05C-B21B-42F6-A30D-D319150DC2E5}" destId="{3F7FC868-093A-4AAF-BFD3-41F937F4AFDD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080EEA-BAA6-45A9-9F1F-99F1BCA7647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2BAD45-04B1-4633-B661-0F5B04AFC83A}">
      <dgm:prSet phldrT="[Text]"/>
      <dgm:spPr/>
      <dgm:t>
        <a:bodyPr/>
        <a:lstStyle/>
        <a:p>
          <a:r>
            <a:rPr lang="en-US" dirty="0"/>
            <a:t>UCODE </a:t>
          </a:r>
        </a:p>
        <a:p>
          <a:r>
            <a:rPr lang="en-US" dirty="0"/>
            <a:t>RESET</a:t>
          </a:r>
        </a:p>
      </dgm:t>
    </dgm:pt>
    <dgm:pt modelId="{8A7F26F3-955C-4FDD-875B-CED3E5312679}" type="parTrans" cxnId="{57976ABB-7CCC-432D-B3FE-13F474AE9A2D}">
      <dgm:prSet/>
      <dgm:spPr/>
      <dgm:t>
        <a:bodyPr/>
        <a:lstStyle/>
        <a:p>
          <a:endParaRPr lang="en-US"/>
        </a:p>
      </dgm:t>
    </dgm:pt>
    <dgm:pt modelId="{419CA97A-9290-4522-90D7-F8148E5F8EF6}" type="sibTrans" cxnId="{57976ABB-7CCC-432D-B3FE-13F474AE9A2D}">
      <dgm:prSet/>
      <dgm:spPr/>
      <dgm:t>
        <a:bodyPr/>
        <a:lstStyle/>
        <a:p>
          <a:endParaRPr lang="en-US"/>
        </a:p>
      </dgm:t>
    </dgm:pt>
    <dgm:pt modelId="{B3769BCC-3180-45CE-A1B2-90FC6D1639C9}">
      <dgm:prSet phldrT="[Text]"/>
      <dgm:spPr/>
      <dgm:t>
        <a:bodyPr/>
        <a:lstStyle/>
        <a:p>
          <a:r>
            <a:rPr lang="en-US" dirty="0"/>
            <a:t>CONTENT</a:t>
          </a:r>
        </a:p>
      </dgm:t>
    </dgm:pt>
    <dgm:pt modelId="{E0F2FBF2-8F5C-4464-9A85-3392A107D8CE}" type="parTrans" cxnId="{4AC30679-CA34-40EF-A550-CC2579F59730}">
      <dgm:prSet/>
      <dgm:spPr/>
      <dgm:t>
        <a:bodyPr/>
        <a:lstStyle/>
        <a:p>
          <a:endParaRPr lang="en-US"/>
        </a:p>
      </dgm:t>
    </dgm:pt>
    <dgm:pt modelId="{5A6D06E3-6B7A-445B-AA56-A2F5F934F262}" type="sibTrans" cxnId="{4AC30679-CA34-40EF-A550-CC2579F59730}">
      <dgm:prSet/>
      <dgm:spPr/>
      <dgm:t>
        <a:bodyPr/>
        <a:lstStyle/>
        <a:p>
          <a:endParaRPr lang="en-US"/>
        </a:p>
      </dgm:t>
    </dgm:pt>
    <dgm:pt modelId="{9F2A5CCC-E0D7-405B-B805-04A290E38E37}">
      <dgm:prSet phldrT="[Text]"/>
      <dgm:spPr/>
      <dgm:t>
        <a:bodyPr/>
        <a:lstStyle/>
        <a:p>
          <a:r>
            <a:rPr lang="en-US" dirty="0"/>
            <a:t>HLT</a:t>
          </a:r>
          <a:br>
            <a:rPr lang="en-US" dirty="0"/>
          </a:br>
          <a:r>
            <a:rPr lang="en-US" dirty="0"/>
            <a:t>DR0 &lt;= EBX</a:t>
          </a:r>
        </a:p>
      </dgm:t>
    </dgm:pt>
    <dgm:pt modelId="{D96878FC-7D1D-4447-A7A9-DB8D0ABCF48D}" type="parTrans" cxnId="{DBEFB2FF-61EA-44D5-B9FC-E3701292288E}">
      <dgm:prSet/>
      <dgm:spPr/>
      <dgm:t>
        <a:bodyPr/>
        <a:lstStyle/>
        <a:p>
          <a:endParaRPr lang="en-US"/>
        </a:p>
      </dgm:t>
    </dgm:pt>
    <dgm:pt modelId="{631403D7-85BA-4EBA-A9F3-E3B84A2B6A66}" type="sibTrans" cxnId="{DBEFB2FF-61EA-44D5-B9FC-E3701292288E}">
      <dgm:prSet/>
      <dgm:spPr/>
      <dgm:t>
        <a:bodyPr/>
        <a:lstStyle/>
        <a:p>
          <a:endParaRPr lang="en-US"/>
        </a:p>
      </dgm:t>
    </dgm:pt>
    <dgm:pt modelId="{DE87808A-FEA3-40C7-B10C-B3AA9ACA6812}">
      <dgm:prSet phldrT="[Text]"/>
      <dgm:spPr/>
      <dgm:t>
        <a:bodyPr/>
        <a:lstStyle/>
        <a:p>
          <a:r>
            <a:rPr lang="en-US" dirty="0"/>
            <a:t>DR0 STROBE TO ACED</a:t>
          </a:r>
        </a:p>
      </dgm:t>
    </dgm:pt>
    <dgm:pt modelId="{704432CC-E9D4-41EB-9063-3DA0DEE79C66}" type="parTrans" cxnId="{94F3173A-AD64-4EC5-832E-8F37EE7DB563}">
      <dgm:prSet/>
      <dgm:spPr/>
      <dgm:t>
        <a:bodyPr/>
        <a:lstStyle/>
        <a:p>
          <a:endParaRPr lang="en-US"/>
        </a:p>
      </dgm:t>
    </dgm:pt>
    <dgm:pt modelId="{1919230A-BC40-42C6-B798-40E3C6D16090}" type="sibTrans" cxnId="{94F3173A-AD64-4EC5-832E-8F37EE7DB563}">
      <dgm:prSet/>
      <dgm:spPr/>
      <dgm:t>
        <a:bodyPr/>
        <a:lstStyle/>
        <a:p>
          <a:endParaRPr lang="en-US"/>
        </a:p>
      </dgm:t>
    </dgm:pt>
    <dgm:pt modelId="{748943F5-D95E-4059-9439-8F4A92C16184}" type="pres">
      <dgm:prSet presAssocID="{C4080EEA-BAA6-45A9-9F1F-99F1BCA7647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9B7EE27E-4F8F-4DF0-93B6-0652091DABDA}" type="pres">
      <dgm:prSet presAssocID="{912BAD45-04B1-4633-B661-0F5B04AFC83A}" presName="Accent1" presStyleCnt="0"/>
      <dgm:spPr/>
    </dgm:pt>
    <dgm:pt modelId="{09ECF73B-0E13-4E9B-8D64-F8DB0A4E0F22}" type="pres">
      <dgm:prSet presAssocID="{912BAD45-04B1-4633-B661-0F5B04AFC83A}" presName="Accent" presStyleLbl="node1" presStyleIdx="0" presStyleCnt="4"/>
      <dgm:spPr/>
    </dgm:pt>
    <dgm:pt modelId="{9F957C28-7EA9-4B4D-8FC6-2F902AE1A6BB}" type="pres">
      <dgm:prSet presAssocID="{912BAD45-04B1-4633-B661-0F5B04AFC83A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122724AE-69BF-4899-8346-C01E4F17379C}" type="pres">
      <dgm:prSet presAssocID="{B3769BCC-3180-45CE-A1B2-90FC6D1639C9}" presName="Accent2" presStyleCnt="0"/>
      <dgm:spPr/>
    </dgm:pt>
    <dgm:pt modelId="{7C6C6B2C-9C5B-4FBB-98DD-4174A4AA02CA}" type="pres">
      <dgm:prSet presAssocID="{B3769BCC-3180-45CE-A1B2-90FC6D1639C9}" presName="Accent" presStyleLbl="node1" presStyleIdx="1" presStyleCnt="4"/>
      <dgm:spPr/>
    </dgm:pt>
    <dgm:pt modelId="{43D172C2-40E9-4C27-ACAE-FAE9FD9FB16D}" type="pres">
      <dgm:prSet presAssocID="{B3769BCC-3180-45CE-A1B2-90FC6D1639C9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62F2418E-DCC9-43AB-91E6-A98293659409}" type="pres">
      <dgm:prSet presAssocID="{9F2A5CCC-E0D7-405B-B805-04A290E38E37}" presName="Accent3" presStyleCnt="0"/>
      <dgm:spPr/>
    </dgm:pt>
    <dgm:pt modelId="{3ED9B7C7-D87A-4B62-B2C3-E97832F8FF37}" type="pres">
      <dgm:prSet presAssocID="{9F2A5CCC-E0D7-405B-B805-04A290E38E37}" presName="Accent" presStyleLbl="node1" presStyleIdx="2" presStyleCnt="4"/>
      <dgm:spPr/>
    </dgm:pt>
    <dgm:pt modelId="{0B491ED3-7A83-4943-8D83-28EC3AA3A8F9}" type="pres">
      <dgm:prSet presAssocID="{9F2A5CCC-E0D7-405B-B805-04A290E38E37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76B6052D-A98A-4605-B9D8-73F0E61F4A98}" type="pres">
      <dgm:prSet presAssocID="{DE87808A-FEA3-40C7-B10C-B3AA9ACA6812}" presName="Accent4" presStyleCnt="0"/>
      <dgm:spPr/>
    </dgm:pt>
    <dgm:pt modelId="{C374C207-F552-4528-A518-03DD47EFD3F3}" type="pres">
      <dgm:prSet presAssocID="{DE87808A-FEA3-40C7-B10C-B3AA9ACA6812}" presName="Accent" presStyleLbl="node1" presStyleIdx="3" presStyleCnt="4"/>
      <dgm:spPr/>
    </dgm:pt>
    <dgm:pt modelId="{42BDAE94-FFC7-4708-8C20-FC0C5E276713}" type="pres">
      <dgm:prSet presAssocID="{DE87808A-FEA3-40C7-B10C-B3AA9ACA6812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0BF55C0C-9935-49F2-BB6D-CE1A1C8D37D1}" type="presOf" srcId="{912BAD45-04B1-4633-B661-0F5B04AFC83A}" destId="{9F957C28-7EA9-4B4D-8FC6-2F902AE1A6BB}" srcOrd="0" destOrd="0" presId="urn:microsoft.com/office/officeart/2009/layout/CircleArrowProcess"/>
    <dgm:cxn modelId="{0B079333-935B-4363-B557-4E1B9FF76801}" type="presOf" srcId="{DE87808A-FEA3-40C7-B10C-B3AA9ACA6812}" destId="{42BDAE94-FFC7-4708-8C20-FC0C5E276713}" srcOrd="0" destOrd="0" presId="urn:microsoft.com/office/officeart/2009/layout/CircleArrowProcess"/>
    <dgm:cxn modelId="{94F3173A-AD64-4EC5-832E-8F37EE7DB563}" srcId="{C4080EEA-BAA6-45A9-9F1F-99F1BCA7647E}" destId="{DE87808A-FEA3-40C7-B10C-B3AA9ACA6812}" srcOrd="3" destOrd="0" parTransId="{704432CC-E9D4-41EB-9063-3DA0DEE79C66}" sibTransId="{1919230A-BC40-42C6-B798-40E3C6D16090}"/>
    <dgm:cxn modelId="{4AC30679-CA34-40EF-A550-CC2579F59730}" srcId="{C4080EEA-BAA6-45A9-9F1F-99F1BCA7647E}" destId="{B3769BCC-3180-45CE-A1B2-90FC6D1639C9}" srcOrd="1" destOrd="0" parTransId="{E0F2FBF2-8F5C-4464-9A85-3392A107D8CE}" sibTransId="{5A6D06E3-6B7A-445B-AA56-A2F5F934F262}"/>
    <dgm:cxn modelId="{E7C09190-1FDC-4C39-A98F-D9D15EE870C8}" type="presOf" srcId="{9F2A5CCC-E0D7-405B-B805-04A290E38E37}" destId="{0B491ED3-7A83-4943-8D83-28EC3AA3A8F9}" srcOrd="0" destOrd="0" presId="urn:microsoft.com/office/officeart/2009/layout/CircleArrowProcess"/>
    <dgm:cxn modelId="{74EAF6A5-5AF1-462E-ABB5-D871F9360350}" type="presOf" srcId="{C4080EEA-BAA6-45A9-9F1F-99F1BCA7647E}" destId="{748943F5-D95E-4059-9439-8F4A92C16184}" srcOrd="0" destOrd="0" presId="urn:microsoft.com/office/officeart/2009/layout/CircleArrowProcess"/>
    <dgm:cxn modelId="{57976ABB-7CCC-432D-B3FE-13F474AE9A2D}" srcId="{C4080EEA-BAA6-45A9-9F1F-99F1BCA7647E}" destId="{912BAD45-04B1-4633-B661-0F5B04AFC83A}" srcOrd="0" destOrd="0" parTransId="{8A7F26F3-955C-4FDD-875B-CED3E5312679}" sibTransId="{419CA97A-9290-4522-90D7-F8148E5F8EF6}"/>
    <dgm:cxn modelId="{C6B42CEC-7938-464F-83A2-6535EDA695F2}" type="presOf" srcId="{B3769BCC-3180-45CE-A1B2-90FC6D1639C9}" destId="{43D172C2-40E9-4C27-ACAE-FAE9FD9FB16D}" srcOrd="0" destOrd="0" presId="urn:microsoft.com/office/officeart/2009/layout/CircleArrowProcess"/>
    <dgm:cxn modelId="{DBEFB2FF-61EA-44D5-B9FC-E3701292288E}" srcId="{C4080EEA-BAA6-45A9-9F1F-99F1BCA7647E}" destId="{9F2A5CCC-E0D7-405B-B805-04A290E38E37}" srcOrd="2" destOrd="0" parTransId="{D96878FC-7D1D-4447-A7A9-DB8D0ABCF48D}" sibTransId="{631403D7-85BA-4EBA-A9F3-E3B84A2B6A66}"/>
    <dgm:cxn modelId="{0CB43098-5025-455A-B481-A4B000BB8DF1}" type="presParOf" srcId="{748943F5-D95E-4059-9439-8F4A92C16184}" destId="{9B7EE27E-4F8F-4DF0-93B6-0652091DABDA}" srcOrd="0" destOrd="0" presId="urn:microsoft.com/office/officeart/2009/layout/CircleArrowProcess"/>
    <dgm:cxn modelId="{8957DCCF-6D92-49BD-BC67-8A07AB041E3D}" type="presParOf" srcId="{9B7EE27E-4F8F-4DF0-93B6-0652091DABDA}" destId="{09ECF73B-0E13-4E9B-8D64-F8DB0A4E0F22}" srcOrd="0" destOrd="0" presId="urn:microsoft.com/office/officeart/2009/layout/CircleArrowProcess"/>
    <dgm:cxn modelId="{59F4E1D2-D6A2-40FF-83B0-59BE47DD6BC0}" type="presParOf" srcId="{748943F5-D95E-4059-9439-8F4A92C16184}" destId="{9F957C28-7EA9-4B4D-8FC6-2F902AE1A6BB}" srcOrd="1" destOrd="0" presId="urn:microsoft.com/office/officeart/2009/layout/CircleArrowProcess"/>
    <dgm:cxn modelId="{7CB1CD05-3DB1-4CEB-9DD6-653B87838E43}" type="presParOf" srcId="{748943F5-D95E-4059-9439-8F4A92C16184}" destId="{122724AE-69BF-4899-8346-C01E4F17379C}" srcOrd="2" destOrd="0" presId="urn:microsoft.com/office/officeart/2009/layout/CircleArrowProcess"/>
    <dgm:cxn modelId="{3A1732B5-3B79-47D1-B0C5-4A21CDA3748C}" type="presParOf" srcId="{122724AE-69BF-4899-8346-C01E4F17379C}" destId="{7C6C6B2C-9C5B-4FBB-98DD-4174A4AA02CA}" srcOrd="0" destOrd="0" presId="urn:microsoft.com/office/officeart/2009/layout/CircleArrowProcess"/>
    <dgm:cxn modelId="{2ECE6861-3101-4820-ACCE-4F70D9620624}" type="presParOf" srcId="{748943F5-D95E-4059-9439-8F4A92C16184}" destId="{43D172C2-40E9-4C27-ACAE-FAE9FD9FB16D}" srcOrd="3" destOrd="0" presId="urn:microsoft.com/office/officeart/2009/layout/CircleArrowProcess"/>
    <dgm:cxn modelId="{E76A5A79-DF4A-49C0-879E-471C00319037}" type="presParOf" srcId="{748943F5-D95E-4059-9439-8F4A92C16184}" destId="{62F2418E-DCC9-43AB-91E6-A98293659409}" srcOrd="4" destOrd="0" presId="urn:microsoft.com/office/officeart/2009/layout/CircleArrowProcess"/>
    <dgm:cxn modelId="{05D4369B-01C2-42D3-95F7-7C28F455D037}" type="presParOf" srcId="{62F2418E-DCC9-43AB-91E6-A98293659409}" destId="{3ED9B7C7-D87A-4B62-B2C3-E97832F8FF37}" srcOrd="0" destOrd="0" presId="urn:microsoft.com/office/officeart/2009/layout/CircleArrowProcess"/>
    <dgm:cxn modelId="{23B6546B-53EE-4B02-83EC-40F4534DB2A3}" type="presParOf" srcId="{748943F5-D95E-4059-9439-8F4A92C16184}" destId="{0B491ED3-7A83-4943-8D83-28EC3AA3A8F9}" srcOrd="5" destOrd="0" presId="urn:microsoft.com/office/officeart/2009/layout/CircleArrowProcess"/>
    <dgm:cxn modelId="{390EF50C-A343-44E1-85C1-9CE5C165FD8A}" type="presParOf" srcId="{748943F5-D95E-4059-9439-8F4A92C16184}" destId="{76B6052D-A98A-4605-B9D8-73F0E61F4A98}" srcOrd="6" destOrd="0" presId="urn:microsoft.com/office/officeart/2009/layout/CircleArrowProcess"/>
    <dgm:cxn modelId="{444DF191-D619-46F1-9516-2269CFE2A38B}" type="presParOf" srcId="{76B6052D-A98A-4605-B9D8-73F0E61F4A98}" destId="{C374C207-F552-4528-A518-03DD47EFD3F3}" srcOrd="0" destOrd="0" presId="urn:microsoft.com/office/officeart/2009/layout/CircleArrowProcess"/>
    <dgm:cxn modelId="{E7880828-225F-4289-B306-BE533A66112C}" type="presParOf" srcId="{748943F5-D95E-4059-9439-8F4A92C16184}" destId="{42BDAE94-FFC7-4708-8C20-FC0C5E276713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8F15C0-1748-4860-84B0-030A2FEF3056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EF3C3D-129B-4FEC-930F-B090500C2C64}">
      <dgm:prSet phldrT="[Text]"/>
      <dgm:spPr/>
      <dgm:t>
        <a:bodyPr/>
        <a:lstStyle/>
        <a:p>
          <a:r>
            <a:rPr lang="en-US" dirty="0"/>
            <a:t>0p5</a:t>
          </a:r>
        </a:p>
      </dgm:t>
    </dgm:pt>
    <dgm:pt modelId="{6D0C8BA0-DC7F-4621-915D-7CFFF6F015F7}" type="parTrans" cxnId="{72CDAF01-32D7-484D-94A3-5CD13547A510}">
      <dgm:prSet/>
      <dgm:spPr/>
      <dgm:t>
        <a:bodyPr/>
        <a:lstStyle/>
        <a:p>
          <a:endParaRPr lang="en-US"/>
        </a:p>
      </dgm:t>
    </dgm:pt>
    <dgm:pt modelId="{61990F7D-D3D5-48EF-BC7C-E2D5324231CB}" type="sibTrans" cxnId="{72CDAF01-32D7-484D-94A3-5CD13547A510}">
      <dgm:prSet/>
      <dgm:spPr/>
      <dgm:t>
        <a:bodyPr/>
        <a:lstStyle/>
        <a:p>
          <a:endParaRPr lang="en-US"/>
        </a:p>
      </dgm:t>
    </dgm:pt>
    <dgm:pt modelId="{1574E3A8-A7D1-40ED-B6D0-1DBD1A6E5D61}">
      <dgm:prSet phldrT="[Text]"/>
      <dgm:spPr/>
      <dgm:t>
        <a:bodyPr/>
        <a:lstStyle/>
        <a:p>
          <a:pPr algn="l"/>
          <a:r>
            <a:rPr lang="en-US" dirty="0"/>
            <a:t>DFT Validation</a:t>
          </a:r>
        </a:p>
      </dgm:t>
    </dgm:pt>
    <dgm:pt modelId="{06F30030-0F15-4661-97BF-2ACA70C8F681}" type="parTrans" cxnId="{307E5737-7278-40D1-9161-32A9C7B7A494}">
      <dgm:prSet/>
      <dgm:spPr/>
      <dgm:t>
        <a:bodyPr/>
        <a:lstStyle/>
        <a:p>
          <a:endParaRPr lang="en-US"/>
        </a:p>
      </dgm:t>
    </dgm:pt>
    <dgm:pt modelId="{C46274C7-D5FA-496B-A46B-9D85A57EDDC2}" type="sibTrans" cxnId="{307E5737-7278-40D1-9161-32A9C7B7A494}">
      <dgm:prSet/>
      <dgm:spPr/>
      <dgm:t>
        <a:bodyPr/>
        <a:lstStyle/>
        <a:p>
          <a:endParaRPr lang="en-US"/>
        </a:p>
      </dgm:t>
    </dgm:pt>
    <dgm:pt modelId="{F9F45103-C7BF-40E1-90F3-3AC1B9DE46EA}">
      <dgm:prSet phldrT="[Text]"/>
      <dgm:spPr/>
      <dgm:t>
        <a:bodyPr/>
        <a:lstStyle/>
        <a:p>
          <a:r>
            <a:rPr lang="en-US" dirty="0"/>
            <a:t>0p8</a:t>
          </a:r>
        </a:p>
      </dgm:t>
    </dgm:pt>
    <dgm:pt modelId="{08A809DF-4E3F-4DF6-93CE-4BAECDDD99A0}" type="parTrans" cxnId="{FBEE131A-E5F3-4E83-A740-2C21571189A5}">
      <dgm:prSet/>
      <dgm:spPr/>
      <dgm:t>
        <a:bodyPr/>
        <a:lstStyle/>
        <a:p>
          <a:endParaRPr lang="en-US"/>
        </a:p>
      </dgm:t>
    </dgm:pt>
    <dgm:pt modelId="{6E68C591-E4E1-497C-ACD0-C600483142BF}" type="sibTrans" cxnId="{FBEE131A-E5F3-4E83-A740-2C21571189A5}">
      <dgm:prSet/>
      <dgm:spPr/>
      <dgm:t>
        <a:bodyPr/>
        <a:lstStyle/>
        <a:p>
          <a:endParaRPr lang="en-US"/>
        </a:p>
      </dgm:t>
    </dgm:pt>
    <dgm:pt modelId="{966F6750-37BE-4117-A206-AD0042ABB7A4}">
      <dgm:prSet phldrT="[Text]"/>
      <dgm:spPr/>
      <dgm:t>
        <a:bodyPr/>
        <a:lstStyle/>
        <a:p>
          <a:pPr algn="l"/>
          <a:r>
            <a:rPr lang="en-US" dirty="0"/>
            <a:t>MLC Breath to 100%</a:t>
          </a:r>
        </a:p>
      </dgm:t>
    </dgm:pt>
    <dgm:pt modelId="{38A51D58-A664-4628-A9D6-385B91C19E16}" type="parTrans" cxnId="{45CD79C5-BEDF-498D-8C3A-084015FD4F83}">
      <dgm:prSet/>
      <dgm:spPr/>
      <dgm:t>
        <a:bodyPr/>
        <a:lstStyle/>
        <a:p>
          <a:endParaRPr lang="en-US"/>
        </a:p>
      </dgm:t>
    </dgm:pt>
    <dgm:pt modelId="{C4568FCE-6761-498C-8793-03EC5E164952}" type="sibTrans" cxnId="{45CD79C5-BEDF-498D-8C3A-084015FD4F83}">
      <dgm:prSet/>
      <dgm:spPr/>
      <dgm:t>
        <a:bodyPr/>
        <a:lstStyle/>
        <a:p>
          <a:endParaRPr lang="en-US"/>
        </a:p>
      </dgm:t>
    </dgm:pt>
    <dgm:pt modelId="{5E4E42BE-9CB6-4435-9679-595A630DCFAF}">
      <dgm:prSet phldrT="[Text]"/>
      <dgm:spPr/>
      <dgm:t>
        <a:bodyPr/>
        <a:lstStyle/>
        <a:p>
          <a:r>
            <a:rPr lang="en-US" dirty="0"/>
            <a:t>1p0</a:t>
          </a:r>
        </a:p>
      </dgm:t>
    </dgm:pt>
    <dgm:pt modelId="{5F2444FD-6AED-4F47-9C70-A959541D757D}" type="parTrans" cxnId="{1FB75DCD-04E8-4161-83EC-7B5F5FBF9BE8}">
      <dgm:prSet/>
      <dgm:spPr/>
      <dgm:t>
        <a:bodyPr/>
        <a:lstStyle/>
        <a:p>
          <a:endParaRPr lang="en-US"/>
        </a:p>
      </dgm:t>
    </dgm:pt>
    <dgm:pt modelId="{749C0DF1-9C0D-4C49-97C6-BABC4E2D0331}" type="sibTrans" cxnId="{1FB75DCD-04E8-4161-83EC-7B5F5FBF9BE8}">
      <dgm:prSet/>
      <dgm:spPr/>
      <dgm:t>
        <a:bodyPr/>
        <a:lstStyle/>
        <a:p>
          <a:endParaRPr lang="en-US"/>
        </a:p>
      </dgm:t>
    </dgm:pt>
    <dgm:pt modelId="{073C9DCF-369E-4D09-81E5-993186A7C701}">
      <dgm:prSet phldrT="[Text]"/>
      <dgm:spPr/>
      <dgm:t>
        <a:bodyPr/>
        <a:lstStyle/>
        <a:p>
          <a:pPr algn="l"/>
          <a:r>
            <a:rPr lang="en-US" dirty="0"/>
            <a:t>MLC Depth to 100%</a:t>
          </a:r>
        </a:p>
      </dgm:t>
    </dgm:pt>
    <dgm:pt modelId="{2E838552-2426-4B4E-B8CD-FC382A15AC20}" type="parTrans" cxnId="{FC415EBA-2867-4165-9A6D-D88074E37D36}">
      <dgm:prSet/>
      <dgm:spPr/>
      <dgm:t>
        <a:bodyPr/>
        <a:lstStyle/>
        <a:p>
          <a:endParaRPr lang="en-US"/>
        </a:p>
      </dgm:t>
    </dgm:pt>
    <dgm:pt modelId="{49108499-6EC8-4E4A-A6EB-B766994D8610}" type="sibTrans" cxnId="{FC415EBA-2867-4165-9A6D-D88074E37D36}">
      <dgm:prSet/>
      <dgm:spPr/>
      <dgm:t>
        <a:bodyPr/>
        <a:lstStyle/>
        <a:p>
          <a:endParaRPr lang="en-US"/>
        </a:p>
      </dgm:t>
    </dgm:pt>
    <dgm:pt modelId="{90DB0916-7F19-4673-A596-28A1823D822B}">
      <dgm:prSet phldrT="[Text]"/>
      <dgm:spPr/>
      <dgm:t>
        <a:bodyPr/>
        <a:lstStyle/>
        <a:p>
          <a:r>
            <a:rPr lang="en-US" dirty="0"/>
            <a:t>Tech Readiness</a:t>
          </a:r>
        </a:p>
      </dgm:t>
    </dgm:pt>
    <dgm:pt modelId="{69253BCE-2A38-49E1-8173-D5501307FADD}" type="parTrans" cxnId="{EA9C6222-A591-4A58-8C19-1DE413A15334}">
      <dgm:prSet/>
      <dgm:spPr/>
      <dgm:t>
        <a:bodyPr/>
        <a:lstStyle/>
        <a:p>
          <a:endParaRPr lang="en-US"/>
        </a:p>
      </dgm:t>
    </dgm:pt>
    <dgm:pt modelId="{556DEF57-1294-4B9A-B6DA-18E9CA44E44F}" type="sibTrans" cxnId="{EA9C6222-A591-4A58-8C19-1DE413A15334}">
      <dgm:prSet/>
      <dgm:spPr/>
      <dgm:t>
        <a:bodyPr/>
        <a:lstStyle/>
        <a:p>
          <a:endParaRPr lang="en-US"/>
        </a:p>
      </dgm:t>
    </dgm:pt>
    <dgm:pt modelId="{D95FA793-B669-4821-9C8A-DBC447536A81}">
      <dgm:prSet phldrT="[Text]"/>
      <dgm:spPr/>
      <dgm:t>
        <a:bodyPr/>
        <a:lstStyle/>
        <a:p>
          <a:r>
            <a:rPr lang="en-US" dirty="0"/>
            <a:t>TI</a:t>
          </a:r>
        </a:p>
      </dgm:t>
    </dgm:pt>
    <dgm:pt modelId="{E5C4D210-A5CE-4596-90CC-31CCF87A25BF}" type="parTrans" cxnId="{89E9E327-FBA5-4F86-AD49-977833E014D1}">
      <dgm:prSet/>
      <dgm:spPr/>
      <dgm:t>
        <a:bodyPr/>
        <a:lstStyle/>
        <a:p>
          <a:endParaRPr lang="en-US"/>
        </a:p>
      </dgm:t>
    </dgm:pt>
    <dgm:pt modelId="{C463452A-1F7B-43B2-84A0-30ED8A46B4AB}" type="sibTrans" cxnId="{89E9E327-FBA5-4F86-AD49-977833E014D1}">
      <dgm:prSet/>
      <dgm:spPr/>
      <dgm:t>
        <a:bodyPr/>
        <a:lstStyle/>
        <a:p>
          <a:endParaRPr lang="en-US"/>
        </a:p>
      </dgm:t>
    </dgm:pt>
    <dgm:pt modelId="{11AE4C22-5070-4683-95DA-BBF97E68C933}">
      <dgm:prSet phldrT="[Text]"/>
      <dgm:spPr/>
      <dgm:t>
        <a:bodyPr/>
        <a:lstStyle/>
        <a:p>
          <a:pPr algn="l"/>
          <a:r>
            <a:rPr lang="en-US" dirty="0"/>
            <a:t>Definitions for new DFTs.</a:t>
          </a:r>
        </a:p>
      </dgm:t>
    </dgm:pt>
    <dgm:pt modelId="{C461E0F9-2A41-4391-AD7B-45F42B3C2C89}" type="parTrans" cxnId="{B291E7D3-5E76-45EF-BDD6-1DB6E639B180}">
      <dgm:prSet/>
      <dgm:spPr/>
      <dgm:t>
        <a:bodyPr/>
        <a:lstStyle/>
        <a:p>
          <a:endParaRPr lang="en-US"/>
        </a:p>
      </dgm:t>
    </dgm:pt>
    <dgm:pt modelId="{E60A5929-62ED-45F3-A6D4-73C1F4B8A168}" type="sibTrans" cxnId="{B291E7D3-5E76-45EF-BDD6-1DB6E639B180}">
      <dgm:prSet/>
      <dgm:spPr/>
      <dgm:t>
        <a:bodyPr/>
        <a:lstStyle/>
        <a:p>
          <a:endParaRPr lang="en-US"/>
        </a:p>
      </dgm:t>
    </dgm:pt>
    <dgm:pt modelId="{A1A377A4-44EA-41D9-9B3F-FBCFEAFCECF2}">
      <dgm:prSet phldrT="[Text]"/>
      <dgm:spPr/>
      <dgm:t>
        <a:bodyPr/>
        <a:lstStyle/>
        <a:p>
          <a:pPr algn="l"/>
          <a:r>
            <a:rPr lang="en-US" dirty="0"/>
            <a:t>Definition for core requirements.</a:t>
          </a:r>
        </a:p>
      </dgm:t>
    </dgm:pt>
    <dgm:pt modelId="{992B1436-E47D-42FD-A828-81409A2B01A8}" type="parTrans" cxnId="{692756D1-E0A2-4809-AAF3-9854B85C83E4}">
      <dgm:prSet/>
      <dgm:spPr/>
      <dgm:t>
        <a:bodyPr/>
        <a:lstStyle/>
        <a:p>
          <a:endParaRPr lang="en-US"/>
        </a:p>
      </dgm:t>
    </dgm:pt>
    <dgm:pt modelId="{16BAE30B-EF1D-429F-823B-7FD8CBB11BE3}" type="sibTrans" cxnId="{692756D1-E0A2-4809-AAF3-9854B85C83E4}">
      <dgm:prSet/>
      <dgm:spPr/>
      <dgm:t>
        <a:bodyPr/>
        <a:lstStyle/>
        <a:p>
          <a:endParaRPr lang="en-US"/>
        </a:p>
      </dgm:t>
    </dgm:pt>
    <dgm:pt modelId="{7777C51D-02A2-46F5-8E19-F941B2C7448A}">
      <dgm:prSet phldrT="[Text]"/>
      <dgm:spPr/>
      <dgm:t>
        <a:bodyPr/>
        <a:lstStyle/>
        <a:p>
          <a:pPr algn="l"/>
          <a:r>
            <a:rPr lang="en-US" dirty="0"/>
            <a:t>Not so involver currently, we want to change this </a:t>
          </a:r>
          <a:r>
            <a:rPr lang="en-US" dirty="0">
              <a:sym typeface="Wingdings" panose="05000000000000000000" pitchFamily="2" charset="2"/>
            </a:rPr>
            <a:t></a:t>
          </a:r>
          <a:endParaRPr lang="en-US" dirty="0"/>
        </a:p>
      </dgm:t>
    </dgm:pt>
    <dgm:pt modelId="{80D86528-6E35-4677-B984-0E29B4969FC3}" type="parTrans" cxnId="{FA596E85-472C-4BE4-971E-A7CB75EB5D5F}">
      <dgm:prSet/>
      <dgm:spPr/>
      <dgm:t>
        <a:bodyPr/>
        <a:lstStyle/>
        <a:p>
          <a:endParaRPr lang="en-US"/>
        </a:p>
      </dgm:t>
    </dgm:pt>
    <dgm:pt modelId="{4DB58436-526C-4DEA-8E18-655938DBC5D8}" type="sibTrans" cxnId="{FA596E85-472C-4BE4-971E-A7CB75EB5D5F}">
      <dgm:prSet/>
      <dgm:spPr/>
      <dgm:t>
        <a:bodyPr/>
        <a:lstStyle/>
        <a:p>
          <a:endParaRPr lang="en-US"/>
        </a:p>
      </dgm:t>
    </dgm:pt>
    <dgm:pt modelId="{CF497F21-3229-46D6-9333-DABE3531323E}">
      <dgm:prSet phldrT="[Text]"/>
      <dgm:spPr/>
      <dgm:t>
        <a:bodyPr/>
        <a:lstStyle/>
        <a:p>
          <a:pPr algn="l"/>
          <a:r>
            <a:rPr lang="en-US" dirty="0"/>
            <a:t>CPL Validation</a:t>
          </a:r>
        </a:p>
      </dgm:t>
    </dgm:pt>
    <dgm:pt modelId="{BFB1604B-1507-444D-B082-00067FDF1B7A}" type="parTrans" cxnId="{8900808F-E2E7-459D-9650-EABF83FCB65C}">
      <dgm:prSet/>
      <dgm:spPr/>
      <dgm:t>
        <a:bodyPr/>
        <a:lstStyle/>
        <a:p>
          <a:endParaRPr lang="en-US"/>
        </a:p>
      </dgm:t>
    </dgm:pt>
    <dgm:pt modelId="{6E23ACC1-AECF-45C3-B781-A2D26549EC02}" type="sibTrans" cxnId="{8900808F-E2E7-459D-9650-EABF83FCB65C}">
      <dgm:prSet/>
      <dgm:spPr/>
      <dgm:t>
        <a:bodyPr/>
        <a:lstStyle/>
        <a:p>
          <a:endParaRPr lang="en-US"/>
        </a:p>
      </dgm:t>
    </dgm:pt>
    <dgm:pt modelId="{26895183-3CA8-4811-9965-7357E16A5546}">
      <dgm:prSet phldrT="[Text]"/>
      <dgm:spPr/>
      <dgm:t>
        <a:bodyPr/>
        <a:lstStyle/>
        <a:p>
          <a:pPr algn="l"/>
          <a:r>
            <a:rPr lang="en-US" dirty="0"/>
            <a:t>Content generation readiness.</a:t>
          </a:r>
        </a:p>
      </dgm:t>
    </dgm:pt>
    <dgm:pt modelId="{EB0621DC-64FC-402F-8544-8A06C135488B}" type="parTrans" cxnId="{8FB36281-44DF-4193-A297-1036FA58E1AC}">
      <dgm:prSet/>
      <dgm:spPr/>
      <dgm:t>
        <a:bodyPr/>
        <a:lstStyle/>
        <a:p>
          <a:endParaRPr lang="en-US"/>
        </a:p>
      </dgm:t>
    </dgm:pt>
    <dgm:pt modelId="{8750F3F3-E539-4CEC-9120-13804E06D5F3}" type="sibTrans" cxnId="{8FB36281-44DF-4193-A297-1036FA58E1AC}">
      <dgm:prSet/>
      <dgm:spPr/>
      <dgm:t>
        <a:bodyPr/>
        <a:lstStyle/>
        <a:p>
          <a:endParaRPr lang="en-US"/>
        </a:p>
      </dgm:t>
    </dgm:pt>
    <dgm:pt modelId="{BADB7F88-3B91-485C-99DC-F95A9765AEFE}">
      <dgm:prSet phldrT="[Text]"/>
      <dgm:spPr/>
      <dgm:t>
        <a:bodyPr/>
        <a:lstStyle/>
        <a:p>
          <a:pPr algn="l"/>
          <a:r>
            <a:rPr lang="en-US" dirty="0"/>
            <a:t>Very basic MLC/SLC test.</a:t>
          </a:r>
        </a:p>
      </dgm:t>
    </dgm:pt>
    <dgm:pt modelId="{CB25B419-6DDC-4AE7-AA1D-37AC637D243F}" type="parTrans" cxnId="{33F49D30-A50C-42DB-8ECE-04D33E589508}">
      <dgm:prSet/>
      <dgm:spPr/>
      <dgm:t>
        <a:bodyPr/>
        <a:lstStyle/>
        <a:p>
          <a:endParaRPr lang="en-US"/>
        </a:p>
      </dgm:t>
    </dgm:pt>
    <dgm:pt modelId="{496AF4E2-AA39-4A29-926A-6B27B94261FF}" type="sibTrans" cxnId="{33F49D30-A50C-42DB-8ECE-04D33E589508}">
      <dgm:prSet/>
      <dgm:spPr/>
      <dgm:t>
        <a:bodyPr/>
        <a:lstStyle/>
        <a:p>
          <a:endParaRPr lang="en-US"/>
        </a:p>
      </dgm:t>
    </dgm:pt>
    <dgm:pt modelId="{D8B65778-F58C-4A26-B2A2-DE787AEA3BC1}">
      <dgm:prSet phldrT="[Text]"/>
      <dgm:spPr/>
      <dgm:t>
        <a:bodyPr/>
        <a:lstStyle/>
        <a:p>
          <a:pPr algn="l"/>
          <a:r>
            <a:rPr lang="en-US" dirty="0"/>
            <a:t>SLC Breath to 100%</a:t>
          </a:r>
        </a:p>
      </dgm:t>
    </dgm:pt>
    <dgm:pt modelId="{8FFCEB25-BC5D-45E8-B62F-ABE9503CE0CD}" type="parTrans" cxnId="{4A15C066-20E8-42E3-A3C1-098674E43A63}">
      <dgm:prSet/>
      <dgm:spPr/>
      <dgm:t>
        <a:bodyPr/>
        <a:lstStyle/>
        <a:p>
          <a:endParaRPr lang="en-US"/>
        </a:p>
      </dgm:t>
    </dgm:pt>
    <dgm:pt modelId="{2DE98656-BD10-4C23-9391-04439B8A48BC}" type="sibTrans" cxnId="{4A15C066-20E8-42E3-A3C1-098674E43A63}">
      <dgm:prSet/>
      <dgm:spPr/>
      <dgm:t>
        <a:bodyPr/>
        <a:lstStyle/>
        <a:p>
          <a:endParaRPr lang="en-US"/>
        </a:p>
      </dgm:t>
    </dgm:pt>
    <dgm:pt modelId="{61A85903-D8A5-45EB-94B8-496E746AF4EA}">
      <dgm:prSet phldrT="[Text]"/>
      <dgm:spPr/>
      <dgm:t>
        <a:bodyPr/>
        <a:lstStyle/>
        <a:p>
          <a:pPr algn="l"/>
          <a:r>
            <a:rPr lang="en-US" dirty="0"/>
            <a:t>FC Breath to 80%</a:t>
          </a:r>
        </a:p>
      </dgm:t>
    </dgm:pt>
    <dgm:pt modelId="{C5475683-1E49-473A-B0F1-7492D6419200}" type="parTrans" cxnId="{43783FB7-2247-4740-B003-3E816B356F21}">
      <dgm:prSet/>
      <dgm:spPr/>
      <dgm:t>
        <a:bodyPr/>
        <a:lstStyle/>
        <a:p>
          <a:endParaRPr lang="en-US"/>
        </a:p>
      </dgm:t>
    </dgm:pt>
    <dgm:pt modelId="{74FED56F-DF90-49BA-A0F5-9C114EFA1D52}" type="sibTrans" cxnId="{43783FB7-2247-4740-B003-3E816B356F21}">
      <dgm:prSet/>
      <dgm:spPr/>
      <dgm:t>
        <a:bodyPr/>
        <a:lstStyle/>
        <a:p>
          <a:endParaRPr lang="en-US"/>
        </a:p>
      </dgm:t>
    </dgm:pt>
    <dgm:pt modelId="{3DC8A838-5498-44EA-9905-B5AFDF4B7BD9}">
      <dgm:prSet phldrT="[Text]"/>
      <dgm:spPr/>
      <dgm:t>
        <a:bodyPr/>
        <a:lstStyle/>
        <a:p>
          <a:pPr algn="l"/>
          <a:r>
            <a:rPr lang="en-US" dirty="0"/>
            <a:t>SLC Depth to 100%</a:t>
          </a:r>
        </a:p>
      </dgm:t>
    </dgm:pt>
    <dgm:pt modelId="{B0270D18-8927-4ABF-AA23-5DA7CDE194ED}" type="parTrans" cxnId="{83FD6A22-CAE3-4201-B54A-72A9E9D50E3C}">
      <dgm:prSet/>
      <dgm:spPr/>
      <dgm:t>
        <a:bodyPr/>
        <a:lstStyle/>
        <a:p>
          <a:endParaRPr lang="en-US"/>
        </a:p>
      </dgm:t>
    </dgm:pt>
    <dgm:pt modelId="{9C3BCA4B-6143-4D70-9DED-535B984E0F25}" type="sibTrans" cxnId="{83FD6A22-CAE3-4201-B54A-72A9E9D50E3C}">
      <dgm:prSet/>
      <dgm:spPr/>
      <dgm:t>
        <a:bodyPr/>
        <a:lstStyle/>
        <a:p>
          <a:endParaRPr lang="en-US"/>
        </a:p>
      </dgm:t>
    </dgm:pt>
    <dgm:pt modelId="{D00D6E9C-9013-4030-A13F-BC28E88073EE}">
      <dgm:prSet phldrT="[Text]"/>
      <dgm:spPr/>
      <dgm:t>
        <a:bodyPr/>
        <a:lstStyle/>
        <a:p>
          <a:pPr algn="l"/>
          <a:r>
            <a:rPr lang="en-US" dirty="0"/>
            <a:t>FC Depth to 100%</a:t>
          </a:r>
        </a:p>
      </dgm:t>
    </dgm:pt>
    <dgm:pt modelId="{4284395C-3D96-4234-8B11-878030A53C4C}" type="parTrans" cxnId="{8EDDD51E-C6D6-400A-BB21-7EA20439C2AF}">
      <dgm:prSet/>
      <dgm:spPr/>
      <dgm:t>
        <a:bodyPr/>
        <a:lstStyle/>
        <a:p>
          <a:endParaRPr lang="en-US"/>
        </a:p>
      </dgm:t>
    </dgm:pt>
    <dgm:pt modelId="{F0DC9496-0A2F-4D58-A382-EF7D771B526B}" type="sibTrans" cxnId="{8EDDD51E-C6D6-400A-BB21-7EA20439C2AF}">
      <dgm:prSet/>
      <dgm:spPr/>
      <dgm:t>
        <a:bodyPr/>
        <a:lstStyle/>
        <a:p>
          <a:endParaRPr lang="en-US"/>
        </a:p>
      </dgm:t>
    </dgm:pt>
    <dgm:pt modelId="{A9C12286-67E3-4AE6-BB42-D9641F18F75A}">
      <dgm:prSet phldrT="[Text]"/>
      <dgm:spPr/>
      <dgm:t>
        <a:bodyPr/>
        <a:lstStyle/>
        <a:p>
          <a:pPr algn="l"/>
          <a:r>
            <a:rPr lang="en-US" dirty="0"/>
            <a:t>HVM infrastructure ready.</a:t>
          </a:r>
        </a:p>
      </dgm:t>
    </dgm:pt>
    <dgm:pt modelId="{AAA0A650-C482-40B2-A30E-1874937D90D6}" type="parTrans" cxnId="{218D6170-1F71-43CE-9033-E0C14FABBA55}">
      <dgm:prSet/>
      <dgm:spPr/>
      <dgm:t>
        <a:bodyPr/>
        <a:lstStyle/>
        <a:p>
          <a:endParaRPr lang="en-US"/>
        </a:p>
      </dgm:t>
    </dgm:pt>
    <dgm:pt modelId="{DBE8025F-137B-4C0E-BD0E-3FFBA0F47D5E}" type="sibTrans" cxnId="{218D6170-1F71-43CE-9033-E0C14FABBA55}">
      <dgm:prSet/>
      <dgm:spPr/>
      <dgm:t>
        <a:bodyPr/>
        <a:lstStyle/>
        <a:p>
          <a:endParaRPr lang="en-US"/>
        </a:p>
      </dgm:t>
    </dgm:pt>
    <dgm:pt modelId="{F3555D72-545F-4545-BE07-B5C7B92F4262}">
      <dgm:prSet phldrT="[Text]"/>
      <dgm:spPr/>
      <dgm:t>
        <a:bodyPr/>
        <a:lstStyle/>
        <a:p>
          <a:pPr algn="l"/>
          <a:r>
            <a:rPr lang="en-US" dirty="0"/>
            <a:t>TP Template validation done.</a:t>
          </a:r>
        </a:p>
      </dgm:t>
    </dgm:pt>
    <dgm:pt modelId="{4325E6E2-EB81-42EE-97BD-52E660367976}" type="parTrans" cxnId="{606071CE-1006-4F09-B82F-0AF919EC4285}">
      <dgm:prSet/>
      <dgm:spPr/>
      <dgm:t>
        <a:bodyPr/>
        <a:lstStyle/>
        <a:p>
          <a:endParaRPr lang="en-US"/>
        </a:p>
      </dgm:t>
    </dgm:pt>
    <dgm:pt modelId="{8449B67F-6679-4932-A5A3-6E4F64786CF8}" type="sibTrans" cxnId="{606071CE-1006-4F09-B82F-0AF919EC4285}">
      <dgm:prSet/>
      <dgm:spPr/>
      <dgm:t>
        <a:bodyPr/>
        <a:lstStyle/>
        <a:p>
          <a:endParaRPr lang="en-US"/>
        </a:p>
      </dgm:t>
    </dgm:pt>
    <dgm:pt modelId="{A30B0C17-63F9-4C56-BC07-5B9C80028D07}">
      <dgm:prSet phldrT="[Text]"/>
      <dgm:spPr/>
      <dgm:t>
        <a:bodyPr/>
        <a:lstStyle/>
        <a:p>
          <a:pPr algn="l"/>
          <a:r>
            <a:rPr lang="en-US" dirty="0"/>
            <a:t>TP ready.</a:t>
          </a:r>
        </a:p>
        <a:p>
          <a:pPr algn="l"/>
          <a:r>
            <a:rPr lang="en-US" dirty="0"/>
            <a:t>Content generation ready.</a:t>
          </a:r>
        </a:p>
      </dgm:t>
    </dgm:pt>
    <dgm:pt modelId="{0E3C120F-C7BB-4326-A51B-D31FB93006A0}" type="parTrans" cxnId="{6D387A8E-E3AC-4967-8849-E8C62217CE43}">
      <dgm:prSet/>
      <dgm:spPr/>
      <dgm:t>
        <a:bodyPr/>
        <a:lstStyle/>
        <a:p>
          <a:endParaRPr lang="en-US"/>
        </a:p>
      </dgm:t>
    </dgm:pt>
    <dgm:pt modelId="{39E3FCEB-908D-4E03-A515-D095A9E304C1}" type="sibTrans" cxnId="{6D387A8E-E3AC-4967-8849-E8C62217CE43}">
      <dgm:prSet/>
      <dgm:spPr/>
      <dgm:t>
        <a:bodyPr/>
        <a:lstStyle/>
        <a:p>
          <a:endParaRPr lang="en-US"/>
        </a:p>
      </dgm:t>
    </dgm:pt>
    <dgm:pt modelId="{137446A9-B181-4A96-A010-64139F72D9D5}">
      <dgm:prSet phldrT="[Text]"/>
      <dgm:spPr/>
      <dgm:t>
        <a:bodyPr/>
        <a:lstStyle/>
        <a:p>
          <a:pPr algn="l"/>
          <a:r>
            <a:rPr lang="en-US" dirty="0"/>
            <a:t>Content audits.</a:t>
          </a:r>
        </a:p>
      </dgm:t>
    </dgm:pt>
    <dgm:pt modelId="{AC4A1B7F-B363-4EA6-875F-3FC26A709425}" type="parTrans" cxnId="{6E48B4CB-51CC-4240-AA84-477980CB7883}">
      <dgm:prSet/>
      <dgm:spPr/>
      <dgm:t>
        <a:bodyPr/>
        <a:lstStyle/>
        <a:p>
          <a:endParaRPr lang="en-US"/>
        </a:p>
      </dgm:t>
    </dgm:pt>
    <dgm:pt modelId="{29FC853A-53D6-458B-9D78-64E264E2B478}" type="sibTrans" cxnId="{6E48B4CB-51CC-4240-AA84-477980CB7883}">
      <dgm:prSet/>
      <dgm:spPr/>
      <dgm:t>
        <a:bodyPr/>
        <a:lstStyle/>
        <a:p>
          <a:endParaRPr lang="en-US"/>
        </a:p>
      </dgm:t>
    </dgm:pt>
    <dgm:pt modelId="{44F5F0AF-711E-4AEC-AC98-B2DAE8DAD4D5}">
      <dgm:prSet phldrT="[Text]"/>
      <dgm:spPr/>
      <dgm:t>
        <a:bodyPr/>
        <a:lstStyle/>
        <a:p>
          <a:pPr algn="l"/>
          <a:r>
            <a:rPr lang="en-US" dirty="0"/>
            <a:t>Keep increasing our validated content numbers.</a:t>
          </a:r>
        </a:p>
      </dgm:t>
    </dgm:pt>
    <dgm:pt modelId="{215ED7D8-A2F8-48A1-BE7D-B75AC4C8787A}" type="parTrans" cxnId="{AE296E7A-E158-41F5-BE04-E80369F99AD9}">
      <dgm:prSet/>
      <dgm:spPr/>
      <dgm:t>
        <a:bodyPr/>
        <a:lstStyle/>
        <a:p>
          <a:endParaRPr lang="en-US"/>
        </a:p>
      </dgm:t>
    </dgm:pt>
    <dgm:pt modelId="{790845A4-E094-4D1A-8CFF-8ACBE413B96D}" type="sibTrans" cxnId="{AE296E7A-E158-41F5-BE04-E80369F99AD9}">
      <dgm:prSet/>
      <dgm:spPr/>
      <dgm:t>
        <a:bodyPr/>
        <a:lstStyle/>
        <a:p>
          <a:endParaRPr lang="en-US"/>
        </a:p>
      </dgm:t>
    </dgm:pt>
    <dgm:pt modelId="{A581A280-FF9F-4F7F-87E4-36B9C9995A7C}">
      <dgm:prSet phldrT="[Text]"/>
      <dgm:spPr/>
      <dgm:t>
        <a:bodyPr/>
        <a:lstStyle/>
        <a:p>
          <a:pPr algn="l"/>
          <a:r>
            <a:rPr lang="en-US" dirty="0"/>
            <a:t>Content specifics debugs.</a:t>
          </a:r>
        </a:p>
        <a:p>
          <a:pPr algn="l"/>
          <a:endParaRPr lang="en-US" dirty="0"/>
        </a:p>
      </dgm:t>
    </dgm:pt>
    <dgm:pt modelId="{FA5E16E0-E538-44B8-B765-D834D23EF26A}" type="parTrans" cxnId="{17D90CF5-E859-4C40-9427-7285900051FB}">
      <dgm:prSet/>
      <dgm:spPr/>
      <dgm:t>
        <a:bodyPr/>
        <a:lstStyle/>
        <a:p>
          <a:endParaRPr lang="en-US"/>
        </a:p>
      </dgm:t>
    </dgm:pt>
    <dgm:pt modelId="{D42988CB-8D0E-4783-BAEC-D066867C8812}" type="sibTrans" cxnId="{17D90CF5-E859-4C40-9427-7285900051FB}">
      <dgm:prSet/>
      <dgm:spPr/>
      <dgm:t>
        <a:bodyPr/>
        <a:lstStyle/>
        <a:p>
          <a:endParaRPr lang="en-US"/>
        </a:p>
      </dgm:t>
    </dgm:pt>
    <dgm:pt modelId="{1A09A457-4AB5-4F7A-B2F2-886F6E1DC6E7}" type="pres">
      <dgm:prSet presAssocID="{5A8F15C0-1748-4860-84B0-030A2FEF3056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CAD6D920-D9B8-4A52-A43F-376A1EA9CF22}" type="pres">
      <dgm:prSet presAssocID="{D95FA793-B669-4821-9C8A-DBC447536A81}" presName="ChildAccent5" presStyleCnt="0"/>
      <dgm:spPr/>
    </dgm:pt>
    <dgm:pt modelId="{0390935B-9AC1-4B40-BEE8-011D591D0628}" type="pres">
      <dgm:prSet presAssocID="{D95FA793-B669-4821-9C8A-DBC447536A81}" presName="ChildAccent" presStyleLbl="alignImgPlace1" presStyleIdx="0" presStyleCnt="5"/>
      <dgm:spPr/>
    </dgm:pt>
    <dgm:pt modelId="{FA828053-8CAA-44AD-AB69-DE4DB7684B83}" type="pres">
      <dgm:prSet presAssocID="{D95FA793-B669-4821-9C8A-DBC447536A81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1188952-B09D-46C8-BAB3-17F67F32D34B}" type="pres">
      <dgm:prSet presAssocID="{D95FA793-B669-4821-9C8A-DBC447536A81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CD4C94CF-73BD-4B6E-8E45-203AB8733A62}" type="pres">
      <dgm:prSet presAssocID="{5E4E42BE-9CB6-4435-9679-595A630DCFAF}" presName="ChildAccent4" presStyleCnt="0"/>
      <dgm:spPr/>
    </dgm:pt>
    <dgm:pt modelId="{51C24C46-FBB9-4630-8CA7-198F13B37EA8}" type="pres">
      <dgm:prSet presAssocID="{5E4E42BE-9CB6-4435-9679-595A630DCFAF}" presName="ChildAccent" presStyleLbl="alignImgPlace1" presStyleIdx="1" presStyleCnt="5"/>
      <dgm:spPr/>
    </dgm:pt>
    <dgm:pt modelId="{B752E9E5-669C-429A-BE1E-852F4C48CF5E}" type="pres">
      <dgm:prSet presAssocID="{5E4E42BE-9CB6-4435-9679-595A630DCFAF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8E1B5A-231A-4E86-B7A9-42C40BC147D9}" type="pres">
      <dgm:prSet presAssocID="{5E4E42BE-9CB6-4435-9679-595A630DCFAF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54B30CC1-1A0B-4266-8D37-54FE80DA4B06}" type="pres">
      <dgm:prSet presAssocID="{F9F45103-C7BF-40E1-90F3-3AC1B9DE46EA}" presName="ChildAccent3" presStyleCnt="0"/>
      <dgm:spPr/>
    </dgm:pt>
    <dgm:pt modelId="{C12F66E6-2808-44ED-9E9D-0F0A46E21CDF}" type="pres">
      <dgm:prSet presAssocID="{F9F45103-C7BF-40E1-90F3-3AC1B9DE46EA}" presName="ChildAccent" presStyleLbl="alignImgPlace1" presStyleIdx="2" presStyleCnt="5"/>
      <dgm:spPr/>
    </dgm:pt>
    <dgm:pt modelId="{979235A0-2A2D-4730-A8BB-BC61A04E1CF1}" type="pres">
      <dgm:prSet presAssocID="{F9F45103-C7BF-40E1-90F3-3AC1B9DE46EA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5914232-08AC-4359-A93A-5620A4BB1D24}" type="pres">
      <dgm:prSet presAssocID="{F9F45103-C7BF-40E1-90F3-3AC1B9DE46EA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AECEA7CB-F26A-4A1A-90E6-E26E6BB3F9EF}" type="pres">
      <dgm:prSet presAssocID="{19EF3C3D-129B-4FEC-930F-B090500C2C64}" presName="ChildAccent2" presStyleCnt="0"/>
      <dgm:spPr/>
    </dgm:pt>
    <dgm:pt modelId="{766B4D65-153B-4205-9EB1-0F262C2E3D0A}" type="pres">
      <dgm:prSet presAssocID="{19EF3C3D-129B-4FEC-930F-B090500C2C64}" presName="ChildAccent" presStyleLbl="alignImgPlace1" presStyleIdx="3" presStyleCnt="5"/>
      <dgm:spPr/>
    </dgm:pt>
    <dgm:pt modelId="{D4352765-8FAF-4B1B-ABE1-1496A5C7E329}" type="pres">
      <dgm:prSet presAssocID="{19EF3C3D-129B-4FEC-930F-B090500C2C6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C42458C-A2C3-4CCE-B828-DE7DA9FA9064}" type="pres">
      <dgm:prSet presAssocID="{19EF3C3D-129B-4FEC-930F-B090500C2C6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949BC70D-52E6-4ECA-9A2E-410BF89FD3B6}" type="pres">
      <dgm:prSet presAssocID="{90DB0916-7F19-4673-A596-28A1823D822B}" presName="ChildAccent1" presStyleCnt="0"/>
      <dgm:spPr/>
    </dgm:pt>
    <dgm:pt modelId="{5F2AED6F-054A-4C6F-8F04-E2AC39CAB857}" type="pres">
      <dgm:prSet presAssocID="{90DB0916-7F19-4673-A596-28A1823D822B}" presName="ChildAccent" presStyleLbl="alignImgPlace1" presStyleIdx="4" presStyleCnt="5"/>
      <dgm:spPr/>
    </dgm:pt>
    <dgm:pt modelId="{49352CA8-E348-42BC-8077-A4AD0485571B}" type="pres">
      <dgm:prSet presAssocID="{90DB0916-7F19-4673-A596-28A1823D822B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3CF67F7-9007-4C90-B155-91AA56C402E7}" type="pres">
      <dgm:prSet presAssocID="{90DB0916-7F19-4673-A596-28A1823D822B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72CDAF01-32D7-484D-94A3-5CD13547A510}" srcId="{5A8F15C0-1748-4860-84B0-030A2FEF3056}" destId="{19EF3C3D-129B-4FEC-930F-B090500C2C64}" srcOrd="1" destOrd="0" parTransId="{6D0C8BA0-DC7F-4621-915D-7CFFF6F015F7}" sibTransId="{61990F7D-D3D5-48EF-BC7C-E2D5324231CB}"/>
    <dgm:cxn modelId="{5403FA01-2472-4755-8FFD-16D64D36E765}" type="presOf" srcId="{D95FA793-B669-4821-9C8A-DBC447536A81}" destId="{11188952-B09D-46C8-BAB3-17F67F32D34B}" srcOrd="0" destOrd="0" presId="urn:microsoft.com/office/officeart/2011/layout/InterconnectedBlockProcess"/>
    <dgm:cxn modelId="{30E5CD02-4830-4D6E-8885-69ACEC2E5842}" type="presOf" srcId="{F3555D72-545F-4545-BE07-B5C7B92F4262}" destId="{979235A0-2A2D-4730-A8BB-BC61A04E1CF1}" srcOrd="1" destOrd="4" presId="urn:microsoft.com/office/officeart/2011/layout/InterconnectedBlockProcess"/>
    <dgm:cxn modelId="{F2185B03-112C-4994-BCCE-BB27B1F796B0}" type="presOf" srcId="{11AE4C22-5070-4683-95DA-BBF97E68C933}" destId="{5F2AED6F-054A-4C6F-8F04-E2AC39CAB857}" srcOrd="0" destOrd="0" presId="urn:microsoft.com/office/officeart/2011/layout/InterconnectedBlockProcess"/>
    <dgm:cxn modelId="{400D3707-06EE-41F0-A36D-69FBFE29BD23}" type="presOf" srcId="{A581A280-FF9F-4F7F-87E4-36B9C9995A7C}" destId="{FA828053-8CAA-44AD-AB69-DE4DB7684B83}" srcOrd="1" destOrd="2" presId="urn:microsoft.com/office/officeart/2011/layout/InterconnectedBlockProcess"/>
    <dgm:cxn modelId="{5142CA0D-D5A0-431C-BC31-BD76A835AA82}" type="presOf" srcId="{CF497F21-3229-46D6-9333-DABE3531323E}" destId="{D4352765-8FAF-4B1B-ABE1-1496A5C7E329}" srcOrd="1" destOrd="1" presId="urn:microsoft.com/office/officeart/2011/layout/InterconnectedBlockProcess"/>
    <dgm:cxn modelId="{7068BB10-31C7-46B7-B9A0-8ABF1027B65F}" type="presOf" srcId="{966F6750-37BE-4117-A206-AD0042ABB7A4}" destId="{C12F66E6-2808-44ED-9E9D-0F0A46E21CDF}" srcOrd="0" destOrd="0" presId="urn:microsoft.com/office/officeart/2011/layout/InterconnectedBlockProcess"/>
    <dgm:cxn modelId="{5EC23F11-5F00-4FCD-8CC0-F173FF394363}" type="presOf" srcId="{A581A280-FF9F-4F7F-87E4-36B9C9995A7C}" destId="{0390935B-9AC1-4B40-BEE8-011D591D0628}" srcOrd="0" destOrd="2" presId="urn:microsoft.com/office/officeart/2011/layout/InterconnectedBlockProcess"/>
    <dgm:cxn modelId="{27BF3012-5C2A-4FFC-833F-7B6CA3A8015A}" type="presOf" srcId="{26895183-3CA8-4811-9965-7357E16A5546}" destId="{D4352765-8FAF-4B1B-ABE1-1496A5C7E329}" srcOrd="1" destOrd="2" presId="urn:microsoft.com/office/officeart/2011/layout/InterconnectedBlockProcess"/>
    <dgm:cxn modelId="{6CA65A14-52B5-4FEA-80BD-F97F9B517B31}" type="presOf" srcId="{A1A377A4-44EA-41D9-9B3F-FBCFEAFCECF2}" destId="{5F2AED6F-054A-4C6F-8F04-E2AC39CAB857}" srcOrd="0" destOrd="1" presId="urn:microsoft.com/office/officeart/2011/layout/InterconnectedBlockProcess"/>
    <dgm:cxn modelId="{FBEE131A-E5F3-4E83-A740-2C21571189A5}" srcId="{5A8F15C0-1748-4860-84B0-030A2FEF3056}" destId="{F9F45103-C7BF-40E1-90F3-3AC1B9DE46EA}" srcOrd="2" destOrd="0" parTransId="{08A809DF-4E3F-4DF6-93CE-4BAECDDD99A0}" sibTransId="{6E68C591-E4E1-497C-ACD0-C600483142BF}"/>
    <dgm:cxn modelId="{EB347F1C-B1E6-43EA-9B04-E44B62805F9A}" type="presOf" srcId="{A30B0C17-63F9-4C56-BC07-5B9C80028D07}" destId="{B752E9E5-669C-429A-BE1E-852F4C48CF5E}" srcOrd="1" destOrd="3" presId="urn:microsoft.com/office/officeart/2011/layout/InterconnectedBlockProcess"/>
    <dgm:cxn modelId="{96E06F1E-E66C-465D-90CC-4A2EE42BFFDE}" type="presOf" srcId="{61A85903-D8A5-45EB-94B8-496E746AF4EA}" destId="{C12F66E6-2808-44ED-9E9D-0F0A46E21CDF}" srcOrd="0" destOrd="2" presId="urn:microsoft.com/office/officeart/2011/layout/InterconnectedBlockProcess"/>
    <dgm:cxn modelId="{8EDDD51E-C6D6-400A-BB21-7EA20439C2AF}" srcId="{5E4E42BE-9CB6-4435-9679-595A630DCFAF}" destId="{D00D6E9C-9013-4030-A13F-BC28E88073EE}" srcOrd="2" destOrd="0" parTransId="{4284395C-3D96-4234-8B11-878030A53C4C}" sibTransId="{F0DC9496-0A2F-4D58-A382-EF7D771B526B}"/>
    <dgm:cxn modelId="{EA9C6222-A591-4A58-8C19-1DE413A15334}" srcId="{5A8F15C0-1748-4860-84B0-030A2FEF3056}" destId="{90DB0916-7F19-4673-A596-28A1823D822B}" srcOrd="0" destOrd="0" parTransId="{69253BCE-2A38-49E1-8173-D5501307FADD}" sibTransId="{556DEF57-1294-4B9A-B6DA-18E9CA44E44F}"/>
    <dgm:cxn modelId="{83FD6A22-CAE3-4201-B54A-72A9E9D50E3C}" srcId="{5E4E42BE-9CB6-4435-9679-595A630DCFAF}" destId="{3DC8A838-5498-44EA-9905-B5AFDF4B7BD9}" srcOrd="1" destOrd="0" parTransId="{B0270D18-8927-4ABF-AA23-5DA7CDE194ED}" sibTransId="{9C3BCA4B-6143-4D70-9DED-535B984E0F25}"/>
    <dgm:cxn modelId="{89E9E327-FBA5-4F86-AD49-977833E014D1}" srcId="{5A8F15C0-1748-4860-84B0-030A2FEF3056}" destId="{D95FA793-B669-4821-9C8A-DBC447536A81}" srcOrd="4" destOrd="0" parTransId="{E5C4D210-A5CE-4596-90CC-31CCF87A25BF}" sibTransId="{C463452A-1F7B-43B2-84A0-30ED8A46B4AB}"/>
    <dgm:cxn modelId="{33F49D30-A50C-42DB-8ECE-04D33E589508}" srcId="{19EF3C3D-129B-4FEC-930F-B090500C2C64}" destId="{BADB7F88-3B91-485C-99DC-F95A9765AEFE}" srcOrd="3" destOrd="0" parTransId="{CB25B419-6DDC-4AE7-AA1D-37AC637D243F}" sibTransId="{496AF4E2-AA39-4A29-926A-6B27B94261FF}"/>
    <dgm:cxn modelId="{59E55132-D834-4A47-9CE9-CB45248F1584}" type="presOf" srcId="{11AE4C22-5070-4683-95DA-BBF97E68C933}" destId="{49352CA8-E348-42BC-8077-A4AD0485571B}" srcOrd="1" destOrd="0" presId="urn:microsoft.com/office/officeart/2011/layout/InterconnectedBlockProcess"/>
    <dgm:cxn modelId="{0448E632-75E4-404F-BA74-D9AA26C2C4EE}" type="presOf" srcId="{BADB7F88-3B91-485C-99DC-F95A9765AEFE}" destId="{D4352765-8FAF-4B1B-ABE1-1496A5C7E329}" srcOrd="1" destOrd="3" presId="urn:microsoft.com/office/officeart/2011/layout/InterconnectedBlockProcess"/>
    <dgm:cxn modelId="{07859936-F845-4899-B4B5-ACA53826E0D1}" type="presOf" srcId="{F9F45103-C7BF-40E1-90F3-3AC1B9DE46EA}" destId="{F5914232-08AC-4359-A93A-5620A4BB1D24}" srcOrd="0" destOrd="0" presId="urn:microsoft.com/office/officeart/2011/layout/InterconnectedBlockProcess"/>
    <dgm:cxn modelId="{5E59CC36-A92C-4489-8C56-497CBB3BB801}" type="presOf" srcId="{D00D6E9C-9013-4030-A13F-BC28E88073EE}" destId="{B752E9E5-669C-429A-BE1E-852F4C48CF5E}" srcOrd="1" destOrd="2" presId="urn:microsoft.com/office/officeart/2011/layout/InterconnectedBlockProcess"/>
    <dgm:cxn modelId="{307E5737-7278-40D1-9161-32A9C7B7A494}" srcId="{19EF3C3D-129B-4FEC-930F-B090500C2C64}" destId="{1574E3A8-A7D1-40ED-B6D0-1DBD1A6E5D61}" srcOrd="0" destOrd="0" parTransId="{06F30030-0F15-4661-97BF-2ACA70C8F681}" sibTransId="{C46274C7-D5FA-496B-A46B-9D85A57EDDC2}"/>
    <dgm:cxn modelId="{889EBD37-F3FA-4015-8131-95287319C26F}" type="presOf" srcId="{A9C12286-67E3-4AE6-BB42-D9641F18F75A}" destId="{979235A0-2A2D-4730-A8BB-BC61A04E1CF1}" srcOrd="1" destOrd="3" presId="urn:microsoft.com/office/officeart/2011/layout/InterconnectedBlockProcess"/>
    <dgm:cxn modelId="{CF81F164-D411-434F-9B89-DB0BD2FDAD0B}" type="presOf" srcId="{073C9DCF-369E-4D09-81E5-993186A7C701}" destId="{51C24C46-FBB9-4630-8CA7-198F13B37EA8}" srcOrd="0" destOrd="0" presId="urn:microsoft.com/office/officeart/2011/layout/InterconnectedBlockProcess"/>
    <dgm:cxn modelId="{E04F9865-40DD-423D-9C8F-7218B1C7B6B7}" type="presOf" srcId="{1574E3A8-A7D1-40ED-B6D0-1DBD1A6E5D61}" destId="{766B4D65-153B-4205-9EB1-0F262C2E3D0A}" srcOrd="0" destOrd="0" presId="urn:microsoft.com/office/officeart/2011/layout/InterconnectedBlockProcess"/>
    <dgm:cxn modelId="{4A15C066-20E8-42E3-A3C1-098674E43A63}" srcId="{F9F45103-C7BF-40E1-90F3-3AC1B9DE46EA}" destId="{D8B65778-F58C-4A26-B2A2-DE787AEA3BC1}" srcOrd="1" destOrd="0" parTransId="{8FFCEB25-BC5D-45E8-B62F-ABE9503CE0CD}" sibTransId="{2DE98656-BD10-4C23-9391-04439B8A48BC}"/>
    <dgm:cxn modelId="{BF842448-D947-4387-B9F2-A24F8565F608}" type="presOf" srcId="{5E4E42BE-9CB6-4435-9679-595A630DCFAF}" destId="{D58E1B5A-231A-4E86-B7A9-42C40BC147D9}" srcOrd="0" destOrd="0" presId="urn:microsoft.com/office/officeart/2011/layout/InterconnectedBlockProcess"/>
    <dgm:cxn modelId="{0ABF3B4B-D4DC-4CDB-947E-B8BFDD06DC44}" type="presOf" srcId="{61A85903-D8A5-45EB-94B8-496E746AF4EA}" destId="{979235A0-2A2D-4730-A8BB-BC61A04E1CF1}" srcOrd="1" destOrd="2" presId="urn:microsoft.com/office/officeart/2011/layout/InterconnectedBlockProcess"/>
    <dgm:cxn modelId="{1BAB5E6B-8189-44EF-AF81-E9BCF7DCB065}" type="presOf" srcId="{BADB7F88-3B91-485C-99DC-F95A9765AEFE}" destId="{766B4D65-153B-4205-9EB1-0F262C2E3D0A}" srcOrd="0" destOrd="3" presId="urn:microsoft.com/office/officeart/2011/layout/InterconnectedBlockProcess"/>
    <dgm:cxn modelId="{198B044E-0500-4F6C-8299-9F0729E376B2}" type="presOf" srcId="{137446A9-B181-4A96-A010-64139F72D9D5}" destId="{FA828053-8CAA-44AD-AB69-DE4DB7684B83}" srcOrd="1" destOrd="0" presId="urn:microsoft.com/office/officeart/2011/layout/InterconnectedBlockProcess"/>
    <dgm:cxn modelId="{3CC1F86F-0385-44D1-ACD5-6B15358ABF6F}" type="presOf" srcId="{966F6750-37BE-4117-A206-AD0042ABB7A4}" destId="{979235A0-2A2D-4730-A8BB-BC61A04E1CF1}" srcOrd="1" destOrd="0" presId="urn:microsoft.com/office/officeart/2011/layout/InterconnectedBlockProcess"/>
    <dgm:cxn modelId="{218D6170-1F71-43CE-9033-E0C14FABBA55}" srcId="{F9F45103-C7BF-40E1-90F3-3AC1B9DE46EA}" destId="{A9C12286-67E3-4AE6-BB42-D9641F18F75A}" srcOrd="3" destOrd="0" parTransId="{AAA0A650-C482-40B2-A30E-1874937D90D6}" sibTransId="{DBE8025F-137B-4C0E-BD0E-3FFBA0F47D5E}"/>
    <dgm:cxn modelId="{86018471-2DDE-4EEF-A547-FA0FF11EA004}" type="presOf" srcId="{137446A9-B181-4A96-A010-64139F72D9D5}" destId="{0390935B-9AC1-4B40-BEE8-011D591D0628}" srcOrd="0" destOrd="0" presId="urn:microsoft.com/office/officeart/2011/layout/InterconnectedBlockProcess"/>
    <dgm:cxn modelId="{7003D175-F2BF-4483-991B-52D6F40CAAF2}" type="presOf" srcId="{073C9DCF-369E-4D09-81E5-993186A7C701}" destId="{B752E9E5-669C-429A-BE1E-852F4C48CF5E}" srcOrd="1" destOrd="0" presId="urn:microsoft.com/office/officeart/2011/layout/InterconnectedBlockProcess"/>
    <dgm:cxn modelId="{89673A78-95A3-47F8-802E-3D92C67724F3}" type="presOf" srcId="{19EF3C3D-129B-4FEC-930F-B090500C2C64}" destId="{CC42458C-A2C3-4CCE-B828-DE7DA9FA9064}" srcOrd="0" destOrd="0" presId="urn:microsoft.com/office/officeart/2011/layout/InterconnectedBlockProcess"/>
    <dgm:cxn modelId="{84791379-979A-4353-BD54-8495C2114524}" type="presOf" srcId="{44F5F0AF-711E-4AEC-AC98-B2DAE8DAD4D5}" destId="{0390935B-9AC1-4B40-BEE8-011D591D0628}" srcOrd="0" destOrd="1" presId="urn:microsoft.com/office/officeart/2011/layout/InterconnectedBlockProcess"/>
    <dgm:cxn modelId="{AE296E7A-E158-41F5-BE04-E80369F99AD9}" srcId="{D95FA793-B669-4821-9C8A-DBC447536A81}" destId="{44F5F0AF-711E-4AEC-AC98-B2DAE8DAD4D5}" srcOrd="1" destOrd="0" parTransId="{215ED7D8-A2F8-48A1-BE7D-B75AC4C8787A}" sibTransId="{790845A4-E094-4D1A-8CFF-8ACBE413B96D}"/>
    <dgm:cxn modelId="{8FB36281-44DF-4193-A297-1036FA58E1AC}" srcId="{19EF3C3D-129B-4FEC-930F-B090500C2C64}" destId="{26895183-3CA8-4811-9965-7357E16A5546}" srcOrd="2" destOrd="0" parTransId="{EB0621DC-64FC-402F-8544-8A06C135488B}" sibTransId="{8750F3F3-E539-4CEC-9120-13804E06D5F3}"/>
    <dgm:cxn modelId="{FA596E85-472C-4BE4-971E-A7CB75EB5D5F}" srcId="{90DB0916-7F19-4673-A596-28A1823D822B}" destId="{7777C51D-02A2-46F5-8E19-F941B2C7448A}" srcOrd="2" destOrd="0" parTransId="{80D86528-6E35-4677-B984-0E29B4969FC3}" sibTransId="{4DB58436-526C-4DEA-8E18-655938DBC5D8}"/>
    <dgm:cxn modelId="{D893248E-969A-4E50-930E-1A984FBB2D87}" type="presOf" srcId="{3DC8A838-5498-44EA-9905-B5AFDF4B7BD9}" destId="{51C24C46-FBB9-4630-8CA7-198F13B37EA8}" srcOrd="0" destOrd="1" presId="urn:microsoft.com/office/officeart/2011/layout/InterconnectedBlockProcess"/>
    <dgm:cxn modelId="{6D387A8E-E3AC-4967-8849-E8C62217CE43}" srcId="{5E4E42BE-9CB6-4435-9679-595A630DCFAF}" destId="{A30B0C17-63F9-4C56-BC07-5B9C80028D07}" srcOrd="3" destOrd="0" parTransId="{0E3C120F-C7BB-4326-A51B-D31FB93006A0}" sibTransId="{39E3FCEB-908D-4E03-A515-D095A9E304C1}"/>
    <dgm:cxn modelId="{8900808F-E2E7-459D-9650-EABF83FCB65C}" srcId="{19EF3C3D-129B-4FEC-930F-B090500C2C64}" destId="{CF497F21-3229-46D6-9333-DABE3531323E}" srcOrd="1" destOrd="0" parTransId="{BFB1604B-1507-444D-B082-00067FDF1B7A}" sibTransId="{6E23ACC1-AECF-45C3-B781-A2D26549EC02}"/>
    <dgm:cxn modelId="{07E65291-93C2-497D-B80F-C7A54C812847}" type="presOf" srcId="{5A8F15C0-1748-4860-84B0-030A2FEF3056}" destId="{1A09A457-4AB5-4F7A-B2F2-886F6E1DC6E7}" srcOrd="0" destOrd="0" presId="urn:microsoft.com/office/officeart/2011/layout/InterconnectedBlockProcess"/>
    <dgm:cxn modelId="{9C1B2797-1ADA-4898-B112-275E10C4FBDC}" type="presOf" srcId="{D8B65778-F58C-4A26-B2A2-DE787AEA3BC1}" destId="{979235A0-2A2D-4730-A8BB-BC61A04E1CF1}" srcOrd="1" destOrd="1" presId="urn:microsoft.com/office/officeart/2011/layout/InterconnectedBlockProcess"/>
    <dgm:cxn modelId="{8EC7D79D-DE7E-473B-BC1C-F77635B3BF93}" type="presOf" srcId="{A1A377A4-44EA-41D9-9B3F-FBCFEAFCECF2}" destId="{49352CA8-E348-42BC-8077-A4AD0485571B}" srcOrd="1" destOrd="1" presId="urn:microsoft.com/office/officeart/2011/layout/InterconnectedBlockProcess"/>
    <dgm:cxn modelId="{733EFDA2-B5E1-4B9E-94FC-83F3CEBC73D3}" type="presOf" srcId="{26895183-3CA8-4811-9965-7357E16A5546}" destId="{766B4D65-153B-4205-9EB1-0F262C2E3D0A}" srcOrd="0" destOrd="2" presId="urn:microsoft.com/office/officeart/2011/layout/InterconnectedBlockProcess"/>
    <dgm:cxn modelId="{64C39EA8-A040-4EBF-BF8A-3E64B014BDB0}" type="presOf" srcId="{D8B65778-F58C-4A26-B2A2-DE787AEA3BC1}" destId="{C12F66E6-2808-44ED-9E9D-0F0A46E21CDF}" srcOrd="0" destOrd="1" presId="urn:microsoft.com/office/officeart/2011/layout/InterconnectedBlockProcess"/>
    <dgm:cxn modelId="{5A164DAA-F75D-40AA-9106-769711537B8B}" type="presOf" srcId="{7777C51D-02A2-46F5-8E19-F941B2C7448A}" destId="{5F2AED6F-054A-4C6F-8F04-E2AC39CAB857}" srcOrd="0" destOrd="2" presId="urn:microsoft.com/office/officeart/2011/layout/InterconnectedBlockProcess"/>
    <dgm:cxn modelId="{CCFC68B2-86DB-4105-8A2D-DA74CCBA4592}" type="presOf" srcId="{CF497F21-3229-46D6-9333-DABE3531323E}" destId="{766B4D65-153B-4205-9EB1-0F262C2E3D0A}" srcOrd="0" destOrd="1" presId="urn:microsoft.com/office/officeart/2011/layout/InterconnectedBlockProcess"/>
    <dgm:cxn modelId="{74F8EAB5-6CB7-4940-B670-BDC8CC767221}" type="presOf" srcId="{3DC8A838-5498-44EA-9905-B5AFDF4B7BD9}" destId="{B752E9E5-669C-429A-BE1E-852F4C48CF5E}" srcOrd="1" destOrd="1" presId="urn:microsoft.com/office/officeart/2011/layout/InterconnectedBlockProcess"/>
    <dgm:cxn modelId="{43783FB7-2247-4740-B003-3E816B356F21}" srcId="{F9F45103-C7BF-40E1-90F3-3AC1B9DE46EA}" destId="{61A85903-D8A5-45EB-94B8-496E746AF4EA}" srcOrd="2" destOrd="0" parTransId="{C5475683-1E49-473A-B0F1-7492D6419200}" sibTransId="{74FED56F-DF90-49BA-A0F5-9C114EFA1D52}"/>
    <dgm:cxn modelId="{FC415EBA-2867-4165-9A6D-D88074E37D36}" srcId="{5E4E42BE-9CB6-4435-9679-595A630DCFAF}" destId="{073C9DCF-369E-4D09-81E5-993186A7C701}" srcOrd="0" destOrd="0" parTransId="{2E838552-2426-4B4E-B8CD-FC382A15AC20}" sibTransId="{49108499-6EC8-4E4A-A6EB-B766994D8610}"/>
    <dgm:cxn modelId="{650FB0BF-5383-4955-8285-790D21B5B0D5}" type="presOf" srcId="{A9C12286-67E3-4AE6-BB42-D9641F18F75A}" destId="{C12F66E6-2808-44ED-9E9D-0F0A46E21CDF}" srcOrd="0" destOrd="3" presId="urn:microsoft.com/office/officeart/2011/layout/InterconnectedBlockProcess"/>
    <dgm:cxn modelId="{45CD79C5-BEDF-498D-8C3A-084015FD4F83}" srcId="{F9F45103-C7BF-40E1-90F3-3AC1B9DE46EA}" destId="{966F6750-37BE-4117-A206-AD0042ABB7A4}" srcOrd="0" destOrd="0" parTransId="{38A51D58-A664-4628-A9D6-385B91C19E16}" sibTransId="{C4568FCE-6761-498C-8793-03EC5E164952}"/>
    <dgm:cxn modelId="{6E48B4CB-51CC-4240-AA84-477980CB7883}" srcId="{D95FA793-B669-4821-9C8A-DBC447536A81}" destId="{137446A9-B181-4A96-A010-64139F72D9D5}" srcOrd="0" destOrd="0" parTransId="{AC4A1B7F-B363-4EA6-875F-3FC26A709425}" sibTransId="{29FC853A-53D6-458B-9D78-64E264E2B478}"/>
    <dgm:cxn modelId="{1FB75DCD-04E8-4161-83EC-7B5F5FBF9BE8}" srcId="{5A8F15C0-1748-4860-84B0-030A2FEF3056}" destId="{5E4E42BE-9CB6-4435-9679-595A630DCFAF}" srcOrd="3" destOrd="0" parTransId="{5F2444FD-6AED-4F47-9C70-A959541D757D}" sibTransId="{749C0DF1-9C0D-4C49-97C6-BABC4E2D0331}"/>
    <dgm:cxn modelId="{7D2208CE-87FE-4359-906E-EB05246575EB}" type="presOf" srcId="{7777C51D-02A2-46F5-8E19-F941B2C7448A}" destId="{49352CA8-E348-42BC-8077-A4AD0485571B}" srcOrd="1" destOrd="2" presId="urn:microsoft.com/office/officeart/2011/layout/InterconnectedBlockProcess"/>
    <dgm:cxn modelId="{606071CE-1006-4F09-B82F-0AF919EC4285}" srcId="{F9F45103-C7BF-40E1-90F3-3AC1B9DE46EA}" destId="{F3555D72-545F-4545-BE07-B5C7B92F4262}" srcOrd="4" destOrd="0" parTransId="{4325E6E2-EB81-42EE-97BD-52E660367976}" sibTransId="{8449B67F-6679-4932-A5A3-6E4F64786CF8}"/>
    <dgm:cxn modelId="{80083ED1-FE0A-47CC-A5AC-C7228DC00B68}" type="presOf" srcId="{A30B0C17-63F9-4C56-BC07-5B9C80028D07}" destId="{51C24C46-FBB9-4630-8CA7-198F13B37EA8}" srcOrd="0" destOrd="3" presId="urn:microsoft.com/office/officeart/2011/layout/InterconnectedBlockProcess"/>
    <dgm:cxn modelId="{692756D1-E0A2-4809-AAF3-9854B85C83E4}" srcId="{90DB0916-7F19-4673-A596-28A1823D822B}" destId="{A1A377A4-44EA-41D9-9B3F-FBCFEAFCECF2}" srcOrd="1" destOrd="0" parTransId="{992B1436-E47D-42FD-A828-81409A2B01A8}" sibTransId="{16BAE30B-EF1D-429F-823B-7FD8CBB11BE3}"/>
    <dgm:cxn modelId="{7CECEDD1-7702-48FD-A011-0E0EA4F5D17C}" type="presOf" srcId="{D00D6E9C-9013-4030-A13F-BC28E88073EE}" destId="{51C24C46-FBB9-4630-8CA7-198F13B37EA8}" srcOrd="0" destOrd="2" presId="urn:microsoft.com/office/officeart/2011/layout/InterconnectedBlockProcess"/>
    <dgm:cxn modelId="{B291E7D3-5E76-45EF-BDD6-1DB6E639B180}" srcId="{90DB0916-7F19-4673-A596-28A1823D822B}" destId="{11AE4C22-5070-4683-95DA-BBF97E68C933}" srcOrd="0" destOrd="0" parTransId="{C461E0F9-2A41-4391-AD7B-45F42B3C2C89}" sibTransId="{E60A5929-62ED-45F3-A6D4-73C1F4B8A168}"/>
    <dgm:cxn modelId="{86C955DA-FA47-4B21-8DF0-D98FBF4885C4}" type="presOf" srcId="{90DB0916-7F19-4673-A596-28A1823D822B}" destId="{A3CF67F7-9007-4C90-B155-91AA56C402E7}" srcOrd="0" destOrd="0" presId="urn:microsoft.com/office/officeart/2011/layout/InterconnectedBlockProcess"/>
    <dgm:cxn modelId="{74D5FBED-6645-40DD-AB86-76E6D7A49581}" type="presOf" srcId="{F3555D72-545F-4545-BE07-B5C7B92F4262}" destId="{C12F66E6-2808-44ED-9E9D-0F0A46E21CDF}" srcOrd="0" destOrd="4" presId="urn:microsoft.com/office/officeart/2011/layout/InterconnectedBlockProcess"/>
    <dgm:cxn modelId="{17D90CF5-E859-4C40-9427-7285900051FB}" srcId="{D95FA793-B669-4821-9C8A-DBC447536A81}" destId="{A581A280-FF9F-4F7F-87E4-36B9C9995A7C}" srcOrd="2" destOrd="0" parTransId="{FA5E16E0-E538-44B8-B765-D834D23EF26A}" sibTransId="{D42988CB-8D0E-4783-BAEC-D066867C8812}"/>
    <dgm:cxn modelId="{D13074FB-DA0F-452E-97EB-968799D33897}" type="presOf" srcId="{44F5F0AF-711E-4AEC-AC98-B2DAE8DAD4D5}" destId="{FA828053-8CAA-44AD-AB69-DE4DB7684B83}" srcOrd="1" destOrd="1" presId="urn:microsoft.com/office/officeart/2011/layout/InterconnectedBlockProcess"/>
    <dgm:cxn modelId="{4823DCFC-F728-4BB1-9FB1-35D8DA751E71}" type="presOf" srcId="{1574E3A8-A7D1-40ED-B6D0-1DBD1A6E5D61}" destId="{D4352765-8FAF-4B1B-ABE1-1496A5C7E329}" srcOrd="1" destOrd="0" presId="urn:microsoft.com/office/officeart/2011/layout/InterconnectedBlockProcess"/>
    <dgm:cxn modelId="{898754F6-FDD9-4C88-976E-622DFCB7B2F2}" type="presParOf" srcId="{1A09A457-4AB5-4F7A-B2F2-886F6E1DC6E7}" destId="{CAD6D920-D9B8-4A52-A43F-376A1EA9CF22}" srcOrd="0" destOrd="0" presId="urn:microsoft.com/office/officeart/2011/layout/InterconnectedBlockProcess"/>
    <dgm:cxn modelId="{1427D4EA-649D-4172-8C32-0C19B92A1C85}" type="presParOf" srcId="{CAD6D920-D9B8-4A52-A43F-376A1EA9CF22}" destId="{0390935B-9AC1-4B40-BEE8-011D591D0628}" srcOrd="0" destOrd="0" presId="urn:microsoft.com/office/officeart/2011/layout/InterconnectedBlockProcess"/>
    <dgm:cxn modelId="{29AEA846-89B1-4E49-8916-BAA27C05A718}" type="presParOf" srcId="{1A09A457-4AB5-4F7A-B2F2-886F6E1DC6E7}" destId="{FA828053-8CAA-44AD-AB69-DE4DB7684B83}" srcOrd="1" destOrd="0" presId="urn:microsoft.com/office/officeart/2011/layout/InterconnectedBlockProcess"/>
    <dgm:cxn modelId="{DFDDACE3-3A9E-4AD5-B17C-CEB0CCEB001A}" type="presParOf" srcId="{1A09A457-4AB5-4F7A-B2F2-886F6E1DC6E7}" destId="{11188952-B09D-46C8-BAB3-17F67F32D34B}" srcOrd="2" destOrd="0" presId="urn:microsoft.com/office/officeart/2011/layout/InterconnectedBlockProcess"/>
    <dgm:cxn modelId="{2B2A2370-9E67-4ADC-9EC3-C01059CA52E3}" type="presParOf" srcId="{1A09A457-4AB5-4F7A-B2F2-886F6E1DC6E7}" destId="{CD4C94CF-73BD-4B6E-8E45-203AB8733A62}" srcOrd="3" destOrd="0" presId="urn:microsoft.com/office/officeart/2011/layout/InterconnectedBlockProcess"/>
    <dgm:cxn modelId="{0831913A-29F2-420C-BFA5-2649A9D9C1C5}" type="presParOf" srcId="{CD4C94CF-73BD-4B6E-8E45-203AB8733A62}" destId="{51C24C46-FBB9-4630-8CA7-198F13B37EA8}" srcOrd="0" destOrd="0" presId="urn:microsoft.com/office/officeart/2011/layout/InterconnectedBlockProcess"/>
    <dgm:cxn modelId="{C08BB458-3A6F-4AE1-A3C8-1F9EDB855936}" type="presParOf" srcId="{1A09A457-4AB5-4F7A-B2F2-886F6E1DC6E7}" destId="{B752E9E5-669C-429A-BE1E-852F4C48CF5E}" srcOrd="4" destOrd="0" presId="urn:microsoft.com/office/officeart/2011/layout/InterconnectedBlockProcess"/>
    <dgm:cxn modelId="{676DB0BA-01F5-49D9-B280-EA8195A76FF7}" type="presParOf" srcId="{1A09A457-4AB5-4F7A-B2F2-886F6E1DC6E7}" destId="{D58E1B5A-231A-4E86-B7A9-42C40BC147D9}" srcOrd="5" destOrd="0" presId="urn:microsoft.com/office/officeart/2011/layout/InterconnectedBlockProcess"/>
    <dgm:cxn modelId="{92DC6EC3-5E92-4E01-9DB6-1AACBEA022C9}" type="presParOf" srcId="{1A09A457-4AB5-4F7A-B2F2-886F6E1DC6E7}" destId="{54B30CC1-1A0B-4266-8D37-54FE80DA4B06}" srcOrd="6" destOrd="0" presId="urn:microsoft.com/office/officeart/2011/layout/InterconnectedBlockProcess"/>
    <dgm:cxn modelId="{B09E5F60-AB51-4D54-81A2-C444A634166C}" type="presParOf" srcId="{54B30CC1-1A0B-4266-8D37-54FE80DA4B06}" destId="{C12F66E6-2808-44ED-9E9D-0F0A46E21CDF}" srcOrd="0" destOrd="0" presId="urn:microsoft.com/office/officeart/2011/layout/InterconnectedBlockProcess"/>
    <dgm:cxn modelId="{1458AF57-7170-4647-9D19-DCCA2D4FB0CE}" type="presParOf" srcId="{1A09A457-4AB5-4F7A-B2F2-886F6E1DC6E7}" destId="{979235A0-2A2D-4730-A8BB-BC61A04E1CF1}" srcOrd="7" destOrd="0" presId="urn:microsoft.com/office/officeart/2011/layout/InterconnectedBlockProcess"/>
    <dgm:cxn modelId="{E8B4537B-BC35-41E4-9EC9-367182177A15}" type="presParOf" srcId="{1A09A457-4AB5-4F7A-B2F2-886F6E1DC6E7}" destId="{F5914232-08AC-4359-A93A-5620A4BB1D24}" srcOrd="8" destOrd="0" presId="urn:microsoft.com/office/officeart/2011/layout/InterconnectedBlockProcess"/>
    <dgm:cxn modelId="{C3475161-4CFE-4ECF-868F-D8F37C43014B}" type="presParOf" srcId="{1A09A457-4AB5-4F7A-B2F2-886F6E1DC6E7}" destId="{AECEA7CB-F26A-4A1A-90E6-E26E6BB3F9EF}" srcOrd="9" destOrd="0" presId="urn:microsoft.com/office/officeart/2011/layout/InterconnectedBlockProcess"/>
    <dgm:cxn modelId="{891F5A5A-8B7B-4A1C-A9AB-67853BE496FE}" type="presParOf" srcId="{AECEA7CB-F26A-4A1A-90E6-E26E6BB3F9EF}" destId="{766B4D65-153B-4205-9EB1-0F262C2E3D0A}" srcOrd="0" destOrd="0" presId="urn:microsoft.com/office/officeart/2011/layout/InterconnectedBlockProcess"/>
    <dgm:cxn modelId="{15FF4763-E02A-458D-B8C8-A07834F5D4C9}" type="presParOf" srcId="{1A09A457-4AB5-4F7A-B2F2-886F6E1DC6E7}" destId="{D4352765-8FAF-4B1B-ABE1-1496A5C7E329}" srcOrd="10" destOrd="0" presId="urn:microsoft.com/office/officeart/2011/layout/InterconnectedBlockProcess"/>
    <dgm:cxn modelId="{21BBE971-E32D-42E7-99C5-251E418CA0FE}" type="presParOf" srcId="{1A09A457-4AB5-4F7A-B2F2-886F6E1DC6E7}" destId="{CC42458C-A2C3-4CCE-B828-DE7DA9FA9064}" srcOrd="11" destOrd="0" presId="urn:microsoft.com/office/officeart/2011/layout/InterconnectedBlockProcess"/>
    <dgm:cxn modelId="{34AF332A-0E20-48F6-A161-7FFBFECDE9A3}" type="presParOf" srcId="{1A09A457-4AB5-4F7A-B2F2-886F6E1DC6E7}" destId="{949BC70D-52E6-4ECA-9A2E-410BF89FD3B6}" srcOrd="12" destOrd="0" presId="urn:microsoft.com/office/officeart/2011/layout/InterconnectedBlockProcess"/>
    <dgm:cxn modelId="{FA94128C-24F1-4242-9F9F-4E4B3BED8627}" type="presParOf" srcId="{949BC70D-52E6-4ECA-9A2E-410BF89FD3B6}" destId="{5F2AED6F-054A-4C6F-8F04-E2AC39CAB857}" srcOrd="0" destOrd="0" presId="urn:microsoft.com/office/officeart/2011/layout/InterconnectedBlockProcess"/>
    <dgm:cxn modelId="{92BFC8EF-453C-4A45-AE1B-DB6045DC22BF}" type="presParOf" srcId="{1A09A457-4AB5-4F7A-B2F2-886F6E1DC6E7}" destId="{49352CA8-E348-42BC-8077-A4AD0485571B}" srcOrd="13" destOrd="0" presId="urn:microsoft.com/office/officeart/2011/layout/InterconnectedBlockProcess"/>
    <dgm:cxn modelId="{6D3735E7-0CA0-424C-98E7-DC4C93B63137}" type="presParOf" srcId="{1A09A457-4AB5-4F7A-B2F2-886F6E1DC6E7}" destId="{A3CF67F7-9007-4C90-B155-91AA56C402E7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8F15C0-1748-4860-84B0-030A2FEF3056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EF3C3D-129B-4FEC-930F-B090500C2C64}">
      <dgm:prSet phldrT="[Text]"/>
      <dgm:spPr/>
      <dgm:t>
        <a:bodyPr/>
        <a:lstStyle/>
        <a:p>
          <a:r>
            <a:rPr lang="en-US" dirty="0"/>
            <a:t>ES1</a:t>
          </a:r>
        </a:p>
      </dgm:t>
    </dgm:pt>
    <dgm:pt modelId="{6D0C8BA0-DC7F-4621-915D-7CFFF6F015F7}" type="parTrans" cxnId="{72CDAF01-32D7-484D-94A3-5CD13547A510}">
      <dgm:prSet/>
      <dgm:spPr/>
      <dgm:t>
        <a:bodyPr/>
        <a:lstStyle/>
        <a:p>
          <a:endParaRPr lang="en-US"/>
        </a:p>
      </dgm:t>
    </dgm:pt>
    <dgm:pt modelId="{61990F7D-D3D5-48EF-BC7C-E2D5324231CB}" type="sibTrans" cxnId="{72CDAF01-32D7-484D-94A3-5CD13547A510}">
      <dgm:prSet/>
      <dgm:spPr/>
      <dgm:t>
        <a:bodyPr/>
        <a:lstStyle/>
        <a:p>
          <a:endParaRPr lang="en-US"/>
        </a:p>
      </dgm:t>
    </dgm:pt>
    <dgm:pt modelId="{1574E3A8-A7D1-40ED-B6D0-1DBD1A6E5D61}">
      <dgm:prSet phldrT="[Text]"/>
      <dgm:spPr/>
      <dgm:t>
        <a:bodyPr/>
        <a:lstStyle/>
        <a:p>
          <a:pPr algn="l"/>
          <a:r>
            <a:rPr lang="en-US" dirty="0"/>
            <a:t>100% Content on all sockets</a:t>
          </a:r>
        </a:p>
      </dgm:t>
    </dgm:pt>
    <dgm:pt modelId="{06F30030-0F15-4661-97BF-2ACA70C8F681}" type="parTrans" cxnId="{307E5737-7278-40D1-9161-32A9C7B7A494}">
      <dgm:prSet/>
      <dgm:spPr/>
      <dgm:t>
        <a:bodyPr/>
        <a:lstStyle/>
        <a:p>
          <a:endParaRPr lang="en-US"/>
        </a:p>
      </dgm:t>
    </dgm:pt>
    <dgm:pt modelId="{C46274C7-D5FA-496B-A46B-9D85A57EDDC2}" type="sibTrans" cxnId="{307E5737-7278-40D1-9161-32A9C7B7A494}">
      <dgm:prSet/>
      <dgm:spPr/>
      <dgm:t>
        <a:bodyPr/>
        <a:lstStyle/>
        <a:p>
          <a:endParaRPr lang="en-US"/>
        </a:p>
      </dgm:t>
    </dgm:pt>
    <dgm:pt modelId="{F9F45103-C7BF-40E1-90F3-3AC1B9DE46EA}">
      <dgm:prSet phldrT="[Text]"/>
      <dgm:spPr/>
      <dgm:t>
        <a:bodyPr/>
        <a:lstStyle/>
        <a:p>
          <a:r>
            <a:rPr lang="en-US" dirty="0"/>
            <a:t>ES2</a:t>
          </a:r>
        </a:p>
      </dgm:t>
    </dgm:pt>
    <dgm:pt modelId="{08A809DF-4E3F-4DF6-93CE-4BAECDDD99A0}" type="parTrans" cxnId="{FBEE131A-E5F3-4E83-A740-2C21571189A5}">
      <dgm:prSet/>
      <dgm:spPr/>
      <dgm:t>
        <a:bodyPr/>
        <a:lstStyle/>
        <a:p>
          <a:endParaRPr lang="en-US"/>
        </a:p>
      </dgm:t>
    </dgm:pt>
    <dgm:pt modelId="{6E68C591-E4E1-497C-ACD0-C600483142BF}" type="sibTrans" cxnId="{FBEE131A-E5F3-4E83-A740-2C21571189A5}">
      <dgm:prSet/>
      <dgm:spPr/>
      <dgm:t>
        <a:bodyPr/>
        <a:lstStyle/>
        <a:p>
          <a:endParaRPr lang="en-US"/>
        </a:p>
      </dgm:t>
    </dgm:pt>
    <dgm:pt modelId="{5E4E42BE-9CB6-4435-9679-595A630DCFAF}">
      <dgm:prSet phldrT="[Text]"/>
      <dgm:spPr/>
      <dgm:t>
        <a:bodyPr/>
        <a:lstStyle/>
        <a:p>
          <a:r>
            <a:rPr lang="en-US" dirty="0"/>
            <a:t>QS</a:t>
          </a:r>
        </a:p>
      </dgm:t>
    </dgm:pt>
    <dgm:pt modelId="{5F2444FD-6AED-4F47-9C70-A959541D757D}" type="parTrans" cxnId="{1FB75DCD-04E8-4161-83EC-7B5F5FBF9BE8}">
      <dgm:prSet/>
      <dgm:spPr/>
      <dgm:t>
        <a:bodyPr/>
        <a:lstStyle/>
        <a:p>
          <a:endParaRPr lang="en-US"/>
        </a:p>
      </dgm:t>
    </dgm:pt>
    <dgm:pt modelId="{749C0DF1-9C0D-4C49-97C6-BABC4E2D0331}" type="sibTrans" cxnId="{1FB75DCD-04E8-4161-83EC-7B5F5FBF9BE8}">
      <dgm:prSet/>
      <dgm:spPr/>
      <dgm:t>
        <a:bodyPr/>
        <a:lstStyle/>
        <a:p>
          <a:endParaRPr lang="en-US"/>
        </a:p>
      </dgm:t>
    </dgm:pt>
    <dgm:pt modelId="{90DB0916-7F19-4673-A596-28A1823D822B}">
      <dgm:prSet phldrT="[Text]"/>
      <dgm:spPr/>
      <dgm:t>
        <a:bodyPr/>
        <a:lstStyle/>
        <a:p>
          <a:r>
            <a:rPr lang="en-US" dirty="0"/>
            <a:t>Power-On</a:t>
          </a:r>
        </a:p>
      </dgm:t>
    </dgm:pt>
    <dgm:pt modelId="{69253BCE-2A38-49E1-8173-D5501307FADD}" type="parTrans" cxnId="{EA9C6222-A591-4A58-8C19-1DE413A15334}">
      <dgm:prSet/>
      <dgm:spPr/>
      <dgm:t>
        <a:bodyPr/>
        <a:lstStyle/>
        <a:p>
          <a:endParaRPr lang="en-US"/>
        </a:p>
      </dgm:t>
    </dgm:pt>
    <dgm:pt modelId="{556DEF57-1294-4B9A-B6DA-18E9CA44E44F}" type="sibTrans" cxnId="{EA9C6222-A591-4A58-8C19-1DE413A15334}">
      <dgm:prSet/>
      <dgm:spPr/>
      <dgm:t>
        <a:bodyPr/>
        <a:lstStyle/>
        <a:p>
          <a:endParaRPr lang="en-US"/>
        </a:p>
      </dgm:t>
    </dgm:pt>
    <dgm:pt modelId="{D95FA793-B669-4821-9C8A-DBC447536A81}">
      <dgm:prSet phldrT="[Text]"/>
      <dgm:spPr/>
      <dgm:t>
        <a:bodyPr/>
        <a:lstStyle/>
        <a:p>
          <a:r>
            <a:rPr lang="en-US" dirty="0"/>
            <a:t>PRQ</a:t>
          </a:r>
        </a:p>
      </dgm:t>
    </dgm:pt>
    <dgm:pt modelId="{E5C4D210-A5CE-4596-90CC-31CCF87A25BF}" type="parTrans" cxnId="{89E9E327-FBA5-4F86-AD49-977833E014D1}">
      <dgm:prSet/>
      <dgm:spPr/>
      <dgm:t>
        <a:bodyPr/>
        <a:lstStyle/>
        <a:p>
          <a:endParaRPr lang="en-US"/>
        </a:p>
      </dgm:t>
    </dgm:pt>
    <dgm:pt modelId="{C463452A-1F7B-43B2-84A0-30ED8A46B4AB}" type="sibTrans" cxnId="{89E9E327-FBA5-4F86-AD49-977833E014D1}">
      <dgm:prSet/>
      <dgm:spPr/>
      <dgm:t>
        <a:bodyPr/>
        <a:lstStyle/>
        <a:p>
          <a:endParaRPr lang="en-US"/>
        </a:p>
      </dgm:t>
    </dgm:pt>
    <dgm:pt modelId="{11AE4C22-5070-4683-95DA-BBF97E68C933}">
      <dgm:prSet phldrT="[Text]"/>
      <dgm:spPr/>
      <dgm:t>
        <a:bodyPr/>
        <a:lstStyle/>
        <a:p>
          <a:pPr algn="l"/>
          <a:r>
            <a:rPr lang="en-US" dirty="0"/>
            <a:t>90% Content single socket.</a:t>
          </a:r>
        </a:p>
      </dgm:t>
    </dgm:pt>
    <dgm:pt modelId="{C461E0F9-2A41-4391-AD7B-45F42B3C2C89}" type="parTrans" cxnId="{B291E7D3-5E76-45EF-BDD6-1DB6E639B180}">
      <dgm:prSet/>
      <dgm:spPr/>
      <dgm:t>
        <a:bodyPr/>
        <a:lstStyle/>
        <a:p>
          <a:endParaRPr lang="en-US"/>
        </a:p>
      </dgm:t>
    </dgm:pt>
    <dgm:pt modelId="{E60A5929-62ED-45F3-A6D4-73C1F4B8A168}" type="sibTrans" cxnId="{B291E7D3-5E76-45EF-BDD6-1DB6E639B180}">
      <dgm:prSet/>
      <dgm:spPr/>
      <dgm:t>
        <a:bodyPr/>
        <a:lstStyle/>
        <a:p>
          <a:endParaRPr lang="en-US"/>
        </a:p>
      </dgm:t>
    </dgm:pt>
    <dgm:pt modelId="{E436C4DC-D1BE-45A7-964E-B4FC87F96DDF}">
      <dgm:prSet phldrT="[Text]"/>
      <dgm:spPr/>
      <dgm:t>
        <a:bodyPr/>
        <a:lstStyle/>
        <a:p>
          <a:pPr algn="l"/>
          <a:r>
            <a:rPr lang="en-US" dirty="0"/>
            <a:t>All the infrastructure validated.</a:t>
          </a:r>
        </a:p>
      </dgm:t>
    </dgm:pt>
    <dgm:pt modelId="{B971C533-6CAA-497A-A8BA-684BF783CDAD}" type="parTrans" cxnId="{5EDC9DF2-1843-41F4-A66E-7206F3AEE821}">
      <dgm:prSet/>
      <dgm:spPr/>
      <dgm:t>
        <a:bodyPr/>
        <a:lstStyle/>
        <a:p>
          <a:endParaRPr lang="en-US"/>
        </a:p>
      </dgm:t>
    </dgm:pt>
    <dgm:pt modelId="{4EE319B9-24A9-4CE4-AD78-BB4A5AA83E46}" type="sibTrans" cxnId="{5EDC9DF2-1843-41F4-A66E-7206F3AEE821}">
      <dgm:prSet/>
      <dgm:spPr/>
      <dgm:t>
        <a:bodyPr/>
        <a:lstStyle/>
        <a:p>
          <a:endParaRPr lang="en-US"/>
        </a:p>
      </dgm:t>
    </dgm:pt>
    <dgm:pt modelId="{94DBC4DE-F411-41BB-A9DF-5C1F6E4FB606}">
      <dgm:prSet phldrT="[Text]"/>
      <dgm:spPr/>
      <dgm:t>
        <a:bodyPr/>
        <a:lstStyle/>
        <a:p>
          <a:pPr algn="l"/>
          <a:r>
            <a:rPr lang="en-US" dirty="0"/>
            <a:t>We start the DPM reduction efforts</a:t>
          </a:r>
        </a:p>
      </dgm:t>
    </dgm:pt>
    <dgm:pt modelId="{4BE53487-EB89-41EA-837F-CFFD174BF037}" type="parTrans" cxnId="{4FDAF97C-2FA3-4E9D-B536-A0E0D821A88B}">
      <dgm:prSet/>
      <dgm:spPr/>
      <dgm:t>
        <a:bodyPr/>
        <a:lstStyle/>
        <a:p>
          <a:endParaRPr lang="en-US"/>
        </a:p>
      </dgm:t>
    </dgm:pt>
    <dgm:pt modelId="{B22469AE-8FF8-4969-B3E6-DBB18B792C45}" type="sibTrans" cxnId="{4FDAF97C-2FA3-4E9D-B536-A0E0D821A88B}">
      <dgm:prSet/>
      <dgm:spPr/>
      <dgm:t>
        <a:bodyPr/>
        <a:lstStyle/>
        <a:p>
          <a:endParaRPr lang="en-US"/>
        </a:p>
      </dgm:t>
    </dgm:pt>
    <dgm:pt modelId="{DE960BAA-D32E-430D-B255-CE0C4F6426E1}">
      <dgm:prSet phldrT="[Text]"/>
      <dgm:spPr/>
      <dgm:t>
        <a:bodyPr/>
        <a:lstStyle/>
        <a:p>
          <a:pPr algn="l"/>
          <a:r>
            <a:rPr lang="en-US" dirty="0"/>
            <a:t>Keep DPM reduction efforts.</a:t>
          </a:r>
        </a:p>
      </dgm:t>
    </dgm:pt>
    <dgm:pt modelId="{CE04AF8F-4423-4B81-9F5C-93808C22A154}" type="parTrans" cxnId="{74B3C15F-070E-4862-B02C-632F8C343287}">
      <dgm:prSet/>
      <dgm:spPr/>
      <dgm:t>
        <a:bodyPr/>
        <a:lstStyle/>
        <a:p>
          <a:endParaRPr lang="en-US"/>
        </a:p>
      </dgm:t>
    </dgm:pt>
    <dgm:pt modelId="{FE25303C-8F63-4371-B77C-40E203277C1A}" type="sibTrans" cxnId="{74B3C15F-070E-4862-B02C-632F8C343287}">
      <dgm:prSet/>
      <dgm:spPr/>
      <dgm:t>
        <a:bodyPr/>
        <a:lstStyle/>
        <a:p>
          <a:endParaRPr lang="en-US"/>
        </a:p>
      </dgm:t>
    </dgm:pt>
    <dgm:pt modelId="{B494B9FA-4BD3-4EDE-BD75-8E9A8FA22202}">
      <dgm:prSet phldrT="[Text]"/>
      <dgm:spPr/>
      <dgm:t>
        <a:bodyPr/>
        <a:lstStyle/>
        <a:p>
          <a:pPr algn="l"/>
          <a:r>
            <a:rPr lang="en-US" dirty="0"/>
            <a:t>Improve Yield usually above ~95%.</a:t>
          </a:r>
        </a:p>
      </dgm:t>
    </dgm:pt>
    <dgm:pt modelId="{5483B165-ED54-4E60-B5B9-835958266594}" type="sibTrans" cxnId="{ABA6CCEE-C114-4D03-8448-2CC1E55F7C73}">
      <dgm:prSet/>
      <dgm:spPr/>
      <dgm:t>
        <a:bodyPr/>
        <a:lstStyle/>
        <a:p>
          <a:endParaRPr lang="en-US"/>
        </a:p>
      </dgm:t>
    </dgm:pt>
    <dgm:pt modelId="{F609B1BC-0227-4D79-86E6-D27E02126AB7}" type="parTrans" cxnId="{ABA6CCEE-C114-4D03-8448-2CC1E55F7C73}">
      <dgm:prSet/>
      <dgm:spPr/>
      <dgm:t>
        <a:bodyPr/>
        <a:lstStyle/>
        <a:p>
          <a:endParaRPr lang="en-US"/>
        </a:p>
      </dgm:t>
    </dgm:pt>
    <dgm:pt modelId="{A78A16D1-AFEA-435B-A51B-6931D5316A68}">
      <dgm:prSet phldrT="[Text]"/>
      <dgm:spPr/>
      <dgm:t>
        <a:bodyPr/>
        <a:lstStyle/>
        <a:p>
          <a:r>
            <a:rPr lang="en-US" dirty="0"/>
            <a:t>POST PRQ</a:t>
          </a:r>
        </a:p>
      </dgm:t>
    </dgm:pt>
    <dgm:pt modelId="{E076A27A-40CD-4BF1-A7C9-584FE2757BD8}" type="parTrans" cxnId="{2638B8B2-F06B-4035-BCAF-5B739C743C4A}">
      <dgm:prSet/>
      <dgm:spPr/>
      <dgm:t>
        <a:bodyPr/>
        <a:lstStyle/>
        <a:p>
          <a:endParaRPr lang="en-US"/>
        </a:p>
      </dgm:t>
    </dgm:pt>
    <dgm:pt modelId="{5999BD0E-C143-4D0F-BEF2-7BF9D8B7BF9B}" type="sibTrans" cxnId="{2638B8B2-F06B-4035-BCAF-5B739C743C4A}">
      <dgm:prSet/>
      <dgm:spPr/>
      <dgm:t>
        <a:bodyPr/>
        <a:lstStyle/>
        <a:p>
          <a:endParaRPr lang="en-US"/>
        </a:p>
      </dgm:t>
    </dgm:pt>
    <dgm:pt modelId="{D87427C5-0937-4DD5-8522-A72BB2BF9866}">
      <dgm:prSet phldrT="[Text]"/>
      <dgm:spPr/>
      <dgm:t>
        <a:bodyPr/>
        <a:lstStyle/>
        <a:p>
          <a:r>
            <a:rPr lang="en-US" dirty="0"/>
            <a:t>CSE -&gt; We ensure cold is not needed.</a:t>
          </a:r>
        </a:p>
      </dgm:t>
    </dgm:pt>
    <dgm:pt modelId="{952343CF-2170-4A88-B857-A8D32C9C950F}" type="parTrans" cxnId="{5BE01BBA-DF9B-4436-BCA9-C9EDB8268DAC}">
      <dgm:prSet/>
      <dgm:spPr/>
      <dgm:t>
        <a:bodyPr/>
        <a:lstStyle/>
        <a:p>
          <a:endParaRPr lang="en-US"/>
        </a:p>
      </dgm:t>
    </dgm:pt>
    <dgm:pt modelId="{3D0B348A-009B-4A36-BECB-7F3F1688D117}" type="sibTrans" cxnId="{5BE01BBA-DF9B-4436-BCA9-C9EDB8268DAC}">
      <dgm:prSet/>
      <dgm:spPr/>
      <dgm:t>
        <a:bodyPr/>
        <a:lstStyle/>
        <a:p>
          <a:endParaRPr lang="en-US"/>
        </a:p>
      </dgm:t>
    </dgm:pt>
    <dgm:pt modelId="{3B92B663-48B4-4460-93E2-D5500451E621}">
      <dgm:prSet phldrT="[Text]"/>
      <dgm:spPr/>
      <dgm:t>
        <a:bodyPr/>
        <a:lstStyle/>
        <a:p>
          <a:r>
            <a:rPr lang="en-US" dirty="0"/>
            <a:t>EQA -&gt; We ensure QA it’s also not required.</a:t>
          </a:r>
        </a:p>
      </dgm:t>
    </dgm:pt>
    <dgm:pt modelId="{87DCA195-5F6F-43F6-8576-90F73830582A}" type="parTrans" cxnId="{C0534E78-9CA8-4F68-926B-73EF30D92903}">
      <dgm:prSet/>
      <dgm:spPr/>
      <dgm:t>
        <a:bodyPr/>
        <a:lstStyle/>
        <a:p>
          <a:endParaRPr lang="en-US"/>
        </a:p>
      </dgm:t>
    </dgm:pt>
    <dgm:pt modelId="{E6F0447B-716A-4359-B220-47C188497192}" type="sibTrans" cxnId="{C0534E78-9CA8-4F68-926B-73EF30D92903}">
      <dgm:prSet/>
      <dgm:spPr/>
      <dgm:t>
        <a:bodyPr/>
        <a:lstStyle/>
        <a:p>
          <a:endParaRPr lang="en-US"/>
        </a:p>
      </dgm:t>
    </dgm:pt>
    <dgm:pt modelId="{E54B0FC0-47CF-4887-AA69-895C624758EB}">
      <dgm:prSet phldrT="[Text]"/>
      <dgm:spPr/>
      <dgm:t>
        <a:bodyPr/>
        <a:lstStyle/>
        <a:p>
          <a:r>
            <a:rPr lang="en-US" dirty="0"/>
            <a:t>Yield close to PHI ~95% Hot/Cold.</a:t>
          </a:r>
        </a:p>
      </dgm:t>
    </dgm:pt>
    <dgm:pt modelId="{D11C7197-4C7F-4985-879C-989D1AC78437}" type="parTrans" cxnId="{8D703A4E-F475-4751-9899-4AA71B519234}">
      <dgm:prSet/>
      <dgm:spPr/>
      <dgm:t>
        <a:bodyPr/>
        <a:lstStyle/>
        <a:p>
          <a:endParaRPr lang="en-US"/>
        </a:p>
      </dgm:t>
    </dgm:pt>
    <dgm:pt modelId="{91F01B2D-9BE2-4A6F-9F73-6717BC9E431D}" type="sibTrans" cxnId="{8D703A4E-F475-4751-9899-4AA71B519234}">
      <dgm:prSet/>
      <dgm:spPr/>
      <dgm:t>
        <a:bodyPr/>
        <a:lstStyle/>
        <a:p>
          <a:endParaRPr lang="en-US"/>
        </a:p>
      </dgm:t>
    </dgm:pt>
    <dgm:pt modelId="{66FB708C-5E76-4A26-9204-36447B38BDB7}">
      <dgm:prSet phldrT="[Text]"/>
      <dgm:spPr/>
      <dgm:t>
        <a:bodyPr/>
        <a:lstStyle/>
        <a:p>
          <a:pPr algn="l"/>
          <a:r>
            <a:rPr lang="en-US" dirty="0"/>
            <a:t>Validation require around 5000k units</a:t>
          </a:r>
        </a:p>
      </dgm:t>
    </dgm:pt>
    <dgm:pt modelId="{CBB00B67-1D29-45EE-8B7E-DE11123D8984}" type="parTrans" cxnId="{62084EE4-6040-4E7C-90A9-E398AF1FBF47}">
      <dgm:prSet/>
      <dgm:spPr/>
      <dgm:t>
        <a:bodyPr/>
        <a:lstStyle/>
        <a:p>
          <a:endParaRPr lang="en-US"/>
        </a:p>
      </dgm:t>
    </dgm:pt>
    <dgm:pt modelId="{27358A13-076E-4B38-91C0-A6A39B143DE4}" type="sibTrans" cxnId="{62084EE4-6040-4E7C-90A9-E398AF1FBF47}">
      <dgm:prSet/>
      <dgm:spPr/>
      <dgm:t>
        <a:bodyPr/>
        <a:lstStyle/>
        <a:p>
          <a:endParaRPr lang="en-US"/>
        </a:p>
      </dgm:t>
    </dgm:pt>
    <dgm:pt modelId="{4CA20FE1-B865-496D-AF23-CC677079C414}">
      <dgm:prSet phldrT="[Text]"/>
      <dgm:spPr/>
      <dgm:t>
        <a:bodyPr/>
        <a:lstStyle/>
        <a:p>
          <a:pPr algn="l"/>
          <a:r>
            <a:rPr lang="en-US" dirty="0"/>
            <a:t>Validation require around 5000k units</a:t>
          </a:r>
        </a:p>
      </dgm:t>
    </dgm:pt>
    <dgm:pt modelId="{D4EAF18A-9E94-44E7-8914-7768E8618060}" type="parTrans" cxnId="{6FDB8B8E-8B72-41DE-9A5B-C745681C9ACF}">
      <dgm:prSet/>
      <dgm:spPr/>
      <dgm:t>
        <a:bodyPr/>
        <a:lstStyle/>
        <a:p>
          <a:endParaRPr lang="en-US"/>
        </a:p>
      </dgm:t>
    </dgm:pt>
    <dgm:pt modelId="{DDF1E7D9-5531-44F4-A997-92E0D0B14335}" type="sibTrans" cxnId="{6FDB8B8E-8B72-41DE-9A5B-C745681C9ACF}">
      <dgm:prSet/>
      <dgm:spPr/>
      <dgm:t>
        <a:bodyPr/>
        <a:lstStyle/>
        <a:p>
          <a:endParaRPr lang="en-US"/>
        </a:p>
      </dgm:t>
    </dgm:pt>
    <dgm:pt modelId="{30E3C4D7-DA18-4C3D-A8A7-FDFE26AFF9B4}">
      <dgm:prSet phldrT="[Text]"/>
      <dgm:spPr/>
      <dgm:t>
        <a:bodyPr/>
        <a:lstStyle/>
        <a:p>
          <a:r>
            <a:rPr lang="en-US" dirty="0"/>
            <a:t>QA close to 97%</a:t>
          </a:r>
        </a:p>
      </dgm:t>
    </dgm:pt>
    <dgm:pt modelId="{234E7988-5FA2-45A5-A7AD-B3FC3129EDEB}" type="parTrans" cxnId="{C475E0AE-3778-4C36-B567-53EDEB3B6A4E}">
      <dgm:prSet/>
      <dgm:spPr/>
      <dgm:t>
        <a:bodyPr/>
        <a:lstStyle/>
        <a:p>
          <a:endParaRPr lang="en-US"/>
        </a:p>
      </dgm:t>
    </dgm:pt>
    <dgm:pt modelId="{D73FF7BB-1D01-445F-978A-C6C9EDA320FA}" type="sibTrans" cxnId="{C475E0AE-3778-4C36-B567-53EDEB3B6A4E}">
      <dgm:prSet/>
      <dgm:spPr/>
      <dgm:t>
        <a:bodyPr/>
        <a:lstStyle/>
        <a:p>
          <a:endParaRPr lang="en-US"/>
        </a:p>
      </dgm:t>
    </dgm:pt>
    <dgm:pt modelId="{2FAF7521-C163-4679-8A3A-A72EBBB9824B}">
      <dgm:prSet phldrT="[Text]"/>
      <dgm:spPr/>
      <dgm:t>
        <a:bodyPr/>
        <a:lstStyle/>
        <a:p>
          <a:r>
            <a:rPr lang="en-US" dirty="0"/>
            <a:t>DPM close to 600.</a:t>
          </a:r>
        </a:p>
      </dgm:t>
    </dgm:pt>
    <dgm:pt modelId="{FE37D2D5-EF8C-4BDE-B25F-7C6976353F40}" type="parTrans" cxnId="{0E8855B2-B18F-40CC-8245-96C33B6AB81C}">
      <dgm:prSet/>
      <dgm:spPr/>
      <dgm:t>
        <a:bodyPr/>
        <a:lstStyle/>
        <a:p>
          <a:endParaRPr lang="en-US"/>
        </a:p>
      </dgm:t>
    </dgm:pt>
    <dgm:pt modelId="{75AF0DE5-DE6C-40E3-9428-820C31AB628C}" type="sibTrans" cxnId="{0E8855B2-B18F-40CC-8245-96C33B6AB81C}">
      <dgm:prSet/>
      <dgm:spPr/>
      <dgm:t>
        <a:bodyPr/>
        <a:lstStyle/>
        <a:p>
          <a:endParaRPr lang="en-US"/>
        </a:p>
      </dgm:t>
    </dgm:pt>
    <dgm:pt modelId="{590D2E77-CA2A-4182-BB94-99BC79339F40}">
      <dgm:prSet phldrT="[Text]"/>
      <dgm:spPr/>
      <dgm:t>
        <a:bodyPr/>
        <a:lstStyle/>
        <a:p>
          <a:r>
            <a:rPr lang="en-US" dirty="0"/>
            <a:t>Invest on complex TTR efforts.</a:t>
          </a:r>
        </a:p>
      </dgm:t>
    </dgm:pt>
    <dgm:pt modelId="{E52FE15F-592E-40C7-9A22-5BE9F4260C53}" type="parTrans" cxnId="{7588EB8D-0030-4DDA-8A59-6A1ACE2F4BE1}">
      <dgm:prSet/>
      <dgm:spPr/>
      <dgm:t>
        <a:bodyPr/>
        <a:lstStyle/>
        <a:p>
          <a:endParaRPr lang="en-US"/>
        </a:p>
      </dgm:t>
    </dgm:pt>
    <dgm:pt modelId="{9A2EBEBE-CF27-43A4-B3EE-F561BD9236F7}" type="sibTrans" cxnId="{7588EB8D-0030-4DDA-8A59-6A1ACE2F4BE1}">
      <dgm:prSet/>
      <dgm:spPr/>
      <dgm:t>
        <a:bodyPr/>
        <a:lstStyle/>
        <a:p>
          <a:endParaRPr lang="en-US"/>
        </a:p>
      </dgm:t>
    </dgm:pt>
    <dgm:pt modelId="{1A09A457-4AB5-4F7A-B2F2-886F6E1DC6E7}" type="pres">
      <dgm:prSet presAssocID="{5A8F15C0-1748-4860-84B0-030A2FEF3056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8E9DFA15-3B61-45B8-BC5D-01216C846530}" type="pres">
      <dgm:prSet presAssocID="{A78A16D1-AFEA-435B-A51B-6931D5316A68}" presName="ChildAccent6" presStyleCnt="0"/>
      <dgm:spPr/>
    </dgm:pt>
    <dgm:pt modelId="{D2604EEA-146B-47AC-82DD-54C45DBD895A}" type="pres">
      <dgm:prSet presAssocID="{A78A16D1-AFEA-435B-A51B-6931D5316A68}" presName="ChildAccent" presStyleLbl="alignImgPlace1" presStyleIdx="0" presStyleCnt="6"/>
      <dgm:spPr/>
    </dgm:pt>
    <dgm:pt modelId="{BA757691-2525-4204-97E9-C078801ABEC6}" type="pres">
      <dgm:prSet presAssocID="{A78A16D1-AFEA-435B-A51B-6931D5316A68}" presName="Child6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96AE38F-A184-4B30-838B-D2A926819BC9}" type="pres">
      <dgm:prSet presAssocID="{A78A16D1-AFEA-435B-A51B-6931D5316A68}" presName="Parent6" presStyleLbl="node1" presStyleIdx="0" presStyleCnt="6">
        <dgm:presLayoutVars>
          <dgm:chMax val="2"/>
          <dgm:chPref val="1"/>
          <dgm:bulletEnabled val="1"/>
        </dgm:presLayoutVars>
      </dgm:prSet>
      <dgm:spPr/>
    </dgm:pt>
    <dgm:pt modelId="{A461C235-7E30-4466-85D2-9D1DF54B0F42}" type="pres">
      <dgm:prSet presAssocID="{D95FA793-B669-4821-9C8A-DBC447536A81}" presName="ChildAccent5" presStyleCnt="0"/>
      <dgm:spPr/>
    </dgm:pt>
    <dgm:pt modelId="{0390935B-9AC1-4B40-BEE8-011D591D0628}" type="pres">
      <dgm:prSet presAssocID="{D95FA793-B669-4821-9C8A-DBC447536A81}" presName="ChildAccent" presStyleLbl="alignImgPlace1" presStyleIdx="1" presStyleCnt="6"/>
      <dgm:spPr/>
    </dgm:pt>
    <dgm:pt modelId="{E2EE7109-266E-4BD9-A044-43E4C677BB74}" type="pres">
      <dgm:prSet presAssocID="{D95FA793-B669-4821-9C8A-DBC447536A81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986260-727D-4E92-81F1-B549D89CEE5C}" type="pres">
      <dgm:prSet presAssocID="{D95FA793-B669-4821-9C8A-DBC447536A81}" presName="Parent5" presStyleLbl="node1" presStyleIdx="1" presStyleCnt="6">
        <dgm:presLayoutVars>
          <dgm:chMax val="2"/>
          <dgm:chPref val="1"/>
          <dgm:bulletEnabled val="1"/>
        </dgm:presLayoutVars>
      </dgm:prSet>
      <dgm:spPr/>
    </dgm:pt>
    <dgm:pt modelId="{23AE00D3-D11C-42E8-B96A-CD09BD6221BA}" type="pres">
      <dgm:prSet presAssocID="{5E4E42BE-9CB6-4435-9679-595A630DCFAF}" presName="ChildAccent4" presStyleCnt="0"/>
      <dgm:spPr/>
    </dgm:pt>
    <dgm:pt modelId="{51C24C46-FBB9-4630-8CA7-198F13B37EA8}" type="pres">
      <dgm:prSet presAssocID="{5E4E42BE-9CB6-4435-9679-595A630DCFAF}" presName="ChildAccent" presStyleLbl="alignImgPlace1" presStyleIdx="2" presStyleCnt="6"/>
      <dgm:spPr/>
    </dgm:pt>
    <dgm:pt modelId="{51028730-1B8C-48A4-A41C-05BD8B8ADF85}" type="pres">
      <dgm:prSet presAssocID="{5E4E42BE-9CB6-4435-9679-595A630DCFAF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9476F24-076C-4F2F-BA5D-8C27A0C28308}" type="pres">
      <dgm:prSet presAssocID="{5E4E42BE-9CB6-4435-9679-595A630DCFAF}" presName="Parent4" presStyleLbl="node1" presStyleIdx="2" presStyleCnt="6">
        <dgm:presLayoutVars>
          <dgm:chMax val="2"/>
          <dgm:chPref val="1"/>
          <dgm:bulletEnabled val="1"/>
        </dgm:presLayoutVars>
      </dgm:prSet>
      <dgm:spPr/>
    </dgm:pt>
    <dgm:pt modelId="{F7629306-331C-492E-AE08-A89D3BD5B58A}" type="pres">
      <dgm:prSet presAssocID="{F9F45103-C7BF-40E1-90F3-3AC1B9DE46EA}" presName="ChildAccent3" presStyleCnt="0"/>
      <dgm:spPr/>
    </dgm:pt>
    <dgm:pt modelId="{C12F66E6-2808-44ED-9E9D-0F0A46E21CDF}" type="pres">
      <dgm:prSet presAssocID="{F9F45103-C7BF-40E1-90F3-3AC1B9DE46EA}" presName="ChildAccent" presStyleLbl="alignImgPlace1" presStyleIdx="3" presStyleCnt="6"/>
      <dgm:spPr/>
    </dgm:pt>
    <dgm:pt modelId="{4D40B6E1-03F0-44A0-9009-DBC471880401}" type="pres">
      <dgm:prSet presAssocID="{F9F45103-C7BF-40E1-90F3-3AC1B9DE46EA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F4949B-68DC-411C-969C-533FE9EAE0E3}" type="pres">
      <dgm:prSet presAssocID="{F9F45103-C7BF-40E1-90F3-3AC1B9DE46EA}" presName="Parent3" presStyleLbl="node1" presStyleIdx="3" presStyleCnt="6">
        <dgm:presLayoutVars>
          <dgm:chMax val="2"/>
          <dgm:chPref val="1"/>
          <dgm:bulletEnabled val="1"/>
        </dgm:presLayoutVars>
      </dgm:prSet>
      <dgm:spPr/>
    </dgm:pt>
    <dgm:pt modelId="{AECEA7CB-F26A-4A1A-90E6-E26E6BB3F9EF}" type="pres">
      <dgm:prSet presAssocID="{19EF3C3D-129B-4FEC-930F-B090500C2C64}" presName="ChildAccent2" presStyleCnt="0"/>
      <dgm:spPr/>
    </dgm:pt>
    <dgm:pt modelId="{766B4D65-153B-4205-9EB1-0F262C2E3D0A}" type="pres">
      <dgm:prSet presAssocID="{19EF3C3D-129B-4FEC-930F-B090500C2C64}" presName="ChildAccent" presStyleLbl="alignImgPlace1" presStyleIdx="4" presStyleCnt="6"/>
      <dgm:spPr/>
    </dgm:pt>
    <dgm:pt modelId="{D4352765-8FAF-4B1B-ABE1-1496A5C7E329}" type="pres">
      <dgm:prSet presAssocID="{19EF3C3D-129B-4FEC-930F-B090500C2C6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C42458C-A2C3-4CCE-B828-DE7DA9FA9064}" type="pres">
      <dgm:prSet presAssocID="{19EF3C3D-129B-4FEC-930F-B090500C2C64}" presName="Parent2" presStyleLbl="node1" presStyleIdx="4" presStyleCnt="6">
        <dgm:presLayoutVars>
          <dgm:chMax val="2"/>
          <dgm:chPref val="1"/>
          <dgm:bulletEnabled val="1"/>
        </dgm:presLayoutVars>
      </dgm:prSet>
      <dgm:spPr/>
    </dgm:pt>
    <dgm:pt modelId="{949BC70D-52E6-4ECA-9A2E-410BF89FD3B6}" type="pres">
      <dgm:prSet presAssocID="{90DB0916-7F19-4673-A596-28A1823D822B}" presName="ChildAccent1" presStyleCnt="0"/>
      <dgm:spPr/>
    </dgm:pt>
    <dgm:pt modelId="{5F2AED6F-054A-4C6F-8F04-E2AC39CAB857}" type="pres">
      <dgm:prSet presAssocID="{90DB0916-7F19-4673-A596-28A1823D822B}" presName="ChildAccent" presStyleLbl="alignImgPlace1" presStyleIdx="5" presStyleCnt="6"/>
      <dgm:spPr/>
    </dgm:pt>
    <dgm:pt modelId="{49352CA8-E348-42BC-8077-A4AD0485571B}" type="pres">
      <dgm:prSet presAssocID="{90DB0916-7F19-4673-A596-28A1823D822B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3CF67F7-9007-4C90-B155-91AA56C402E7}" type="pres">
      <dgm:prSet presAssocID="{90DB0916-7F19-4673-A596-28A1823D822B}" presName="Parent1" presStyleLbl="node1" presStyleIdx="5" presStyleCnt="6">
        <dgm:presLayoutVars>
          <dgm:chMax val="2"/>
          <dgm:chPref val="1"/>
          <dgm:bulletEnabled val="1"/>
        </dgm:presLayoutVars>
      </dgm:prSet>
      <dgm:spPr/>
    </dgm:pt>
  </dgm:ptLst>
  <dgm:cxnLst>
    <dgm:cxn modelId="{72CDAF01-32D7-484D-94A3-5CD13547A510}" srcId="{5A8F15C0-1748-4860-84B0-030A2FEF3056}" destId="{19EF3C3D-129B-4FEC-930F-B090500C2C64}" srcOrd="1" destOrd="0" parTransId="{6D0C8BA0-DC7F-4621-915D-7CFFF6F015F7}" sibTransId="{61990F7D-D3D5-48EF-BC7C-E2D5324231CB}"/>
    <dgm:cxn modelId="{F2185B03-112C-4994-BCCE-BB27B1F796B0}" type="presOf" srcId="{11AE4C22-5070-4683-95DA-BBF97E68C933}" destId="{5F2AED6F-054A-4C6F-8F04-E2AC39CAB857}" srcOrd="0" destOrd="0" presId="urn:microsoft.com/office/officeart/2011/layout/InterconnectedBlockProcess"/>
    <dgm:cxn modelId="{3BCEFA13-DC6B-425D-9531-636D386CBD6C}" type="presOf" srcId="{E436C4DC-D1BE-45A7-964E-B4FC87F96DDF}" destId="{49352CA8-E348-42BC-8077-A4AD0485571B}" srcOrd="1" destOrd="1" presId="urn:microsoft.com/office/officeart/2011/layout/InterconnectedBlockProcess"/>
    <dgm:cxn modelId="{FBEE131A-E5F3-4E83-A740-2C21571189A5}" srcId="{5A8F15C0-1748-4860-84B0-030A2FEF3056}" destId="{F9F45103-C7BF-40E1-90F3-3AC1B9DE46EA}" srcOrd="2" destOrd="0" parTransId="{08A809DF-4E3F-4DF6-93CE-4BAECDDD99A0}" sibTransId="{6E68C591-E4E1-497C-ACD0-C600483142BF}"/>
    <dgm:cxn modelId="{8DB3CA1F-112B-4C64-9A92-0C89AA43D819}" type="presOf" srcId="{4CA20FE1-B865-496D-AF23-CC677079C414}" destId="{51028730-1B8C-48A4-A41C-05BD8B8ADF85}" srcOrd="1" destOrd="0" presId="urn:microsoft.com/office/officeart/2011/layout/InterconnectedBlockProcess"/>
    <dgm:cxn modelId="{EA9C6222-A591-4A58-8C19-1DE413A15334}" srcId="{5A8F15C0-1748-4860-84B0-030A2FEF3056}" destId="{90DB0916-7F19-4673-A596-28A1823D822B}" srcOrd="0" destOrd="0" parTransId="{69253BCE-2A38-49E1-8173-D5501307FADD}" sibTransId="{556DEF57-1294-4B9A-B6DA-18E9CA44E44F}"/>
    <dgm:cxn modelId="{89E9E327-FBA5-4F86-AD49-977833E014D1}" srcId="{5A8F15C0-1748-4860-84B0-030A2FEF3056}" destId="{D95FA793-B669-4821-9C8A-DBC447536A81}" srcOrd="4" destOrd="0" parTransId="{E5C4D210-A5CE-4596-90CC-31CCF87A25BF}" sibTransId="{C463452A-1F7B-43B2-84A0-30ED8A46B4AB}"/>
    <dgm:cxn modelId="{2411712B-A2F0-4881-A218-B87AF0D74470}" type="presOf" srcId="{3B92B663-48B4-4460-93E2-D5500451E621}" destId="{D2604EEA-146B-47AC-82DD-54C45DBD895A}" srcOrd="0" destOrd="1" presId="urn:microsoft.com/office/officeart/2011/layout/InterconnectedBlockProcess"/>
    <dgm:cxn modelId="{59E55132-D834-4A47-9CE9-CB45248F1584}" type="presOf" srcId="{11AE4C22-5070-4683-95DA-BBF97E68C933}" destId="{49352CA8-E348-42BC-8077-A4AD0485571B}" srcOrd="1" destOrd="0" presId="urn:microsoft.com/office/officeart/2011/layout/InterconnectedBlockProcess"/>
    <dgm:cxn modelId="{307E5737-7278-40D1-9161-32A9C7B7A494}" srcId="{19EF3C3D-129B-4FEC-930F-B090500C2C64}" destId="{1574E3A8-A7D1-40ED-B6D0-1DBD1A6E5D61}" srcOrd="0" destOrd="0" parTransId="{06F30030-0F15-4661-97BF-2ACA70C8F681}" sibTransId="{C46274C7-D5FA-496B-A46B-9D85A57EDDC2}"/>
    <dgm:cxn modelId="{29898A3A-A73C-481A-AFF7-90FACD910D12}" type="presOf" srcId="{30E3C4D7-DA18-4C3D-A8A7-FDFE26AFF9B4}" destId="{E2EE7109-266E-4BD9-A044-43E4C677BB74}" srcOrd="1" destOrd="1" presId="urn:microsoft.com/office/officeart/2011/layout/InterconnectedBlockProcess"/>
    <dgm:cxn modelId="{74B3C15F-070E-4862-B02C-632F8C343287}" srcId="{F9F45103-C7BF-40E1-90F3-3AC1B9DE46EA}" destId="{DE960BAA-D32E-430D-B255-CE0C4F6426E1}" srcOrd="0" destOrd="0" parTransId="{CE04AF8F-4423-4B81-9F5C-93808C22A154}" sibTransId="{FE25303C-8F63-4371-B77C-40E203277C1A}"/>
    <dgm:cxn modelId="{6C66AE62-65D0-44F9-BA3D-B435581CD127}" type="presOf" srcId="{2FAF7521-C163-4679-8A3A-A72EBBB9824B}" destId="{0390935B-9AC1-4B40-BEE8-011D591D0628}" srcOrd="0" destOrd="2" presId="urn:microsoft.com/office/officeart/2011/layout/InterconnectedBlockProcess"/>
    <dgm:cxn modelId="{E04F9865-40DD-423D-9C8F-7218B1C7B6B7}" type="presOf" srcId="{1574E3A8-A7D1-40ED-B6D0-1DBD1A6E5D61}" destId="{766B4D65-153B-4205-9EB1-0F262C2E3D0A}" srcOrd="0" destOrd="0" presId="urn:microsoft.com/office/officeart/2011/layout/InterconnectedBlockProcess"/>
    <dgm:cxn modelId="{8D703A4E-F475-4751-9899-4AA71B519234}" srcId="{D95FA793-B669-4821-9C8A-DBC447536A81}" destId="{E54B0FC0-47CF-4887-AA69-895C624758EB}" srcOrd="0" destOrd="0" parTransId="{D11C7197-4C7F-4985-879C-989D1AC78437}" sibTransId="{91F01B2D-9BE2-4A6F-9F73-6717BC9E431D}"/>
    <dgm:cxn modelId="{94556372-F4DD-4136-A2E4-F96FD882CB14}" type="presOf" srcId="{D87427C5-0937-4DD5-8522-A72BB2BF9866}" destId="{BA757691-2525-4204-97E9-C078801ABEC6}" srcOrd="1" destOrd="0" presId="urn:microsoft.com/office/officeart/2011/layout/InterconnectedBlockProcess"/>
    <dgm:cxn modelId="{28B32A73-61F8-4636-924E-58648AFE807E}" type="presOf" srcId="{66FB708C-5E76-4A26-9204-36447B38BDB7}" destId="{4D40B6E1-03F0-44A0-9009-DBC471880401}" srcOrd="1" destOrd="2" presId="urn:microsoft.com/office/officeart/2011/layout/InterconnectedBlockProcess"/>
    <dgm:cxn modelId="{C1C88373-98DE-4923-82E3-4D2FA4AF1F16}" type="presOf" srcId="{2FAF7521-C163-4679-8A3A-A72EBBB9824B}" destId="{E2EE7109-266E-4BD9-A044-43E4C677BB74}" srcOrd="1" destOrd="2" presId="urn:microsoft.com/office/officeart/2011/layout/InterconnectedBlockProcess"/>
    <dgm:cxn modelId="{A7A85774-15C6-40FD-88C9-597C3672F436}" type="presOf" srcId="{DE960BAA-D32E-430D-B255-CE0C4F6426E1}" destId="{4D40B6E1-03F0-44A0-9009-DBC471880401}" srcOrd="1" destOrd="0" presId="urn:microsoft.com/office/officeart/2011/layout/InterconnectedBlockProcess"/>
    <dgm:cxn modelId="{5B8DBA75-51F8-43D1-A5C1-EA2E66252BD5}" type="presOf" srcId="{590D2E77-CA2A-4182-BB94-99BC79339F40}" destId="{D2604EEA-146B-47AC-82DD-54C45DBD895A}" srcOrd="0" destOrd="2" presId="urn:microsoft.com/office/officeart/2011/layout/InterconnectedBlockProcess"/>
    <dgm:cxn modelId="{89673A78-95A3-47F8-802E-3D92C67724F3}" type="presOf" srcId="{19EF3C3D-129B-4FEC-930F-B090500C2C64}" destId="{CC42458C-A2C3-4CCE-B828-DE7DA9FA9064}" srcOrd="0" destOrd="0" presId="urn:microsoft.com/office/officeart/2011/layout/InterconnectedBlockProcess"/>
    <dgm:cxn modelId="{C0534E78-9CA8-4F68-926B-73EF30D92903}" srcId="{A78A16D1-AFEA-435B-A51B-6931D5316A68}" destId="{3B92B663-48B4-4460-93E2-D5500451E621}" srcOrd="1" destOrd="0" parTransId="{87DCA195-5F6F-43F6-8576-90F73830582A}" sibTransId="{E6F0447B-716A-4359-B220-47C188497192}"/>
    <dgm:cxn modelId="{D11AF279-F535-46BF-BD57-6AED48EEF799}" type="presOf" srcId="{590D2E77-CA2A-4182-BB94-99BC79339F40}" destId="{BA757691-2525-4204-97E9-C078801ABEC6}" srcOrd="1" destOrd="2" presId="urn:microsoft.com/office/officeart/2011/layout/InterconnectedBlockProcess"/>
    <dgm:cxn modelId="{4FDAF97C-2FA3-4E9D-B536-A0E0D821A88B}" srcId="{19EF3C3D-129B-4FEC-930F-B090500C2C64}" destId="{94DBC4DE-F411-41BB-A9DF-5C1F6E4FB606}" srcOrd="1" destOrd="0" parTransId="{4BE53487-EB89-41EA-837F-CFFD174BF037}" sibTransId="{B22469AE-8FF8-4969-B3E6-DBB18B792C45}"/>
    <dgm:cxn modelId="{7588EB8D-0030-4DDA-8A59-6A1ACE2F4BE1}" srcId="{A78A16D1-AFEA-435B-A51B-6931D5316A68}" destId="{590D2E77-CA2A-4182-BB94-99BC79339F40}" srcOrd="2" destOrd="0" parTransId="{E52FE15F-592E-40C7-9A22-5BE9F4260C53}" sibTransId="{9A2EBEBE-CF27-43A4-B3EE-F561BD9236F7}"/>
    <dgm:cxn modelId="{6FDB8B8E-8B72-41DE-9A5B-C745681C9ACF}" srcId="{5E4E42BE-9CB6-4435-9679-595A630DCFAF}" destId="{4CA20FE1-B865-496D-AF23-CC677079C414}" srcOrd="0" destOrd="0" parTransId="{D4EAF18A-9E94-44E7-8914-7768E8618060}" sibTransId="{DDF1E7D9-5531-44F4-A997-92E0D0B14335}"/>
    <dgm:cxn modelId="{07E65291-93C2-497D-B80F-C7A54C812847}" type="presOf" srcId="{5A8F15C0-1748-4860-84B0-030A2FEF3056}" destId="{1A09A457-4AB5-4F7A-B2F2-886F6E1DC6E7}" srcOrd="0" destOrd="0" presId="urn:microsoft.com/office/officeart/2011/layout/InterconnectedBlockProcess"/>
    <dgm:cxn modelId="{B07EA696-C98C-4F68-A915-48A48475448E}" type="presOf" srcId="{4CA20FE1-B865-496D-AF23-CC677079C414}" destId="{51C24C46-FBB9-4630-8CA7-198F13B37EA8}" srcOrd="0" destOrd="0" presId="urn:microsoft.com/office/officeart/2011/layout/InterconnectedBlockProcess"/>
    <dgm:cxn modelId="{B56D5E9B-88D4-4E1A-A9EE-3D8E4A1301FE}" type="presOf" srcId="{D95FA793-B669-4821-9C8A-DBC447536A81}" destId="{91986260-727D-4E92-81F1-B549D89CEE5C}" srcOrd="0" destOrd="0" presId="urn:microsoft.com/office/officeart/2011/layout/InterconnectedBlockProcess"/>
    <dgm:cxn modelId="{2C72B69C-5983-4134-80CE-4BD1819B1051}" type="presOf" srcId="{E54B0FC0-47CF-4887-AA69-895C624758EB}" destId="{E2EE7109-266E-4BD9-A044-43E4C677BB74}" srcOrd="1" destOrd="0" presId="urn:microsoft.com/office/officeart/2011/layout/InterconnectedBlockProcess"/>
    <dgm:cxn modelId="{78DFFD9C-47E9-460E-9D8A-E0E0EC5C375B}" type="presOf" srcId="{D87427C5-0937-4DD5-8522-A72BB2BF9866}" destId="{D2604EEA-146B-47AC-82DD-54C45DBD895A}" srcOrd="0" destOrd="0" presId="urn:microsoft.com/office/officeart/2011/layout/InterconnectedBlockProcess"/>
    <dgm:cxn modelId="{73E10F9D-E577-45F7-B796-0CC87FCD1C78}" type="presOf" srcId="{F9F45103-C7BF-40E1-90F3-3AC1B9DE46EA}" destId="{60F4949B-68DC-411C-969C-533FE9EAE0E3}" srcOrd="0" destOrd="0" presId="urn:microsoft.com/office/officeart/2011/layout/InterconnectedBlockProcess"/>
    <dgm:cxn modelId="{B1749A9E-4399-493D-ADF0-14CDB4D07852}" type="presOf" srcId="{5E4E42BE-9CB6-4435-9679-595A630DCFAF}" destId="{39476F24-076C-4F2F-BA5D-8C27A0C28308}" srcOrd="0" destOrd="0" presId="urn:microsoft.com/office/officeart/2011/layout/InterconnectedBlockProcess"/>
    <dgm:cxn modelId="{111832A4-46A5-4D65-AB87-B55612F6B481}" type="presOf" srcId="{B494B9FA-4BD3-4EDE-BD75-8E9A8FA22202}" destId="{4D40B6E1-03F0-44A0-9009-DBC471880401}" srcOrd="1" destOrd="1" presId="urn:microsoft.com/office/officeart/2011/layout/InterconnectedBlockProcess"/>
    <dgm:cxn modelId="{057780AD-7290-46B3-AF12-8046C3F3E8F5}" type="presOf" srcId="{B494B9FA-4BD3-4EDE-BD75-8E9A8FA22202}" destId="{C12F66E6-2808-44ED-9E9D-0F0A46E21CDF}" srcOrd="0" destOrd="1" presId="urn:microsoft.com/office/officeart/2011/layout/InterconnectedBlockProcess"/>
    <dgm:cxn modelId="{C475E0AE-3778-4C36-B567-53EDEB3B6A4E}" srcId="{D95FA793-B669-4821-9C8A-DBC447536A81}" destId="{30E3C4D7-DA18-4C3D-A8A7-FDFE26AFF9B4}" srcOrd="1" destOrd="0" parTransId="{234E7988-5FA2-45A5-A7AD-B3FC3129EDEB}" sibTransId="{D73FF7BB-1D01-445F-978A-C6C9EDA320FA}"/>
    <dgm:cxn modelId="{E71026AF-B9E9-4EFB-A6FE-AD5577D8585E}" type="presOf" srcId="{E436C4DC-D1BE-45A7-964E-B4FC87F96DDF}" destId="{5F2AED6F-054A-4C6F-8F04-E2AC39CAB857}" srcOrd="0" destOrd="1" presId="urn:microsoft.com/office/officeart/2011/layout/InterconnectedBlockProcess"/>
    <dgm:cxn modelId="{454461B1-992C-4443-AC7D-D686C78112EA}" type="presOf" srcId="{94DBC4DE-F411-41BB-A9DF-5C1F6E4FB606}" destId="{D4352765-8FAF-4B1B-ABE1-1496A5C7E329}" srcOrd="1" destOrd="1" presId="urn:microsoft.com/office/officeart/2011/layout/InterconnectedBlockProcess"/>
    <dgm:cxn modelId="{0E8855B2-B18F-40CC-8245-96C33B6AB81C}" srcId="{D95FA793-B669-4821-9C8A-DBC447536A81}" destId="{2FAF7521-C163-4679-8A3A-A72EBBB9824B}" srcOrd="2" destOrd="0" parTransId="{FE37D2D5-EF8C-4BDE-B25F-7C6976353F40}" sibTransId="{75AF0DE5-DE6C-40E3-9428-820C31AB628C}"/>
    <dgm:cxn modelId="{2638B8B2-F06B-4035-BCAF-5B739C743C4A}" srcId="{5A8F15C0-1748-4860-84B0-030A2FEF3056}" destId="{A78A16D1-AFEA-435B-A51B-6931D5316A68}" srcOrd="5" destOrd="0" parTransId="{E076A27A-40CD-4BF1-A7C9-584FE2757BD8}" sibTransId="{5999BD0E-C143-4D0F-BEF2-7BF9D8B7BF9B}"/>
    <dgm:cxn modelId="{12F846B4-D477-4AF8-88B9-0EEC6A5392AC}" type="presOf" srcId="{3B92B663-48B4-4460-93E2-D5500451E621}" destId="{BA757691-2525-4204-97E9-C078801ABEC6}" srcOrd="1" destOrd="1" presId="urn:microsoft.com/office/officeart/2011/layout/InterconnectedBlockProcess"/>
    <dgm:cxn modelId="{3CF352B4-0F2A-4E4A-975E-FC3F5EB8AE63}" type="presOf" srcId="{30E3C4D7-DA18-4C3D-A8A7-FDFE26AFF9B4}" destId="{0390935B-9AC1-4B40-BEE8-011D591D0628}" srcOrd="0" destOrd="1" presId="urn:microsoft.com/office/officeart/2011/layout/InterconnectedBlockProcess"/>
    <dgm:cxn modelId="{5BE01BBA-DF9B-4436-BCA9-C9EDB8268DAC}" srcId="{A78A16D1-AFEA-435B-A51B-6931D5316A68}" destId="{D87427C5-0937-4DD5-8522-A72BB2BF9866}" srcOrd="0" destOrd="0" parTransId="{952343CF-2170-4A88-B857-A8D32C9C950F}" sibTransId="{3D0B348A-009B-4A36-BECB-7F3F1688D117}"/>
    <dgm:cxn modelId="{BFB1CABB-16D4-4B6B-A9D2-1EC7DC115BFF}" type="presOf" srcId="{66FB708C-5E76-4A26-9204-36447B38BDB7}" destId="{C12F66E6-2808-44ED-9E9D-0F0A46E21CDF}" srcOrd="0" destOrd="2" presId="urn:microsoft.com/office/officeart/2011/layout/InterconnectedBlockProcess"/>
    <dgm:cxn modelId="{EE3956CA-0883-4AD8-889A-BC4686511B2C}" type="presOf" srcId="{E54B0FC0-47CF-4887-AA69-895C624758EB}" destId="{0390935B-9AC1-4B40-BEE8-011D591D0628}" srcOrd="0" destOrd="0" presId="urn:microsoft.com/office/officeart/2011/layout/InterconnectedBlockProcess"/>
    <dgm:cxn modelId="{7C461BCD-1298-40C5-84BD-515D83683447}" type="presOf" srcId="{94DBC4DE-F411-41BB-A9DF-5C1F6E4FB606}" destId="{766B4D65-153B-4205-9EB1-0F262C2E3D0A}" srcOrd="0" destOrd="1" presId="urn:microsoft.com/office/officeart/2011/layout/InterconnectedBlockProcess"/>
    <dgm:cxn modelId="{1FB75DCD-04E8-4161-83EC-7B5F5FBF9BE8}" srcId="{5A8F15C0-1748-4860-84B0-030A2FEF3056}" destId="{5E4E42BE-9CB6-4435-9679-595A630DCFAF}" srcOrd="3" destOrd="0" parTransId="{5F2444FD-6AED-4F47-9C70-A959541D757D}" sibTransId="{749C0DF1-9C0D-4C49-97C6-BABC4E2D0331}"/>
    <dgm:cxn modelId="{B291E7D3-5E76-45EF-BDD6-1DB6E639B180}" srcId="{90DB0916-7F19-4673-A596-28A1823D822B}" destId="{11AE4C22-5070-4683-95DA-BBF97E68C933}" srcOrd="0" destOrd="0" parTransId="{C461E0F9-2A41-4391-AD7B-45F42B3C2C89}" sibTransId="{E60A5929-62ED-45F3-A6D4-73C1F4B8A168}"/>
    <dgm:cxn modelId="{86C955DA-FA47-4B21-8DF0-D98FBF4885C4}" type="presOf" srcId="{90DB0916-7F19-4673-A596-28A1823D822B}" destId="{A3CF67F7-9007-4C90-B155-91AA56C402E7}" srcOrd="0" destOrd="0" presId="urn:microsoft.com/office/officeart/2011/layout/InterconnectedBlockProcess"/>
    <dgm:cxn modelId="{B9E0A6DC-CDBD-48B0-A7C6-BC75EDC24C95}" type="presOf" srcId="{A78A16D1-AFEA-435B-A51B-6931D5316A68}" destId="{496AE38F-A184-4B30-838B-D2A926819BC9}" srcOrd="0" destOrd="0" presId="urn:microsoft.com/office/officeart/2011/layout/InterconnectedBlockProcess"/>
    <dgm:cxn modelId="{83017DE2-2BDB-4D94-80C8-4B5CAC7F8696}" type="presOf" srcId="{DE960BAA-D32E-430D-B255-CE0C4F6426E1}" destId="{C12F66E6-2808-44ED-9E9D-0F0A46E21CDF}" srcOrd="0" destOrd="0" presId="urn:microsoft.com/office/officeart/2011/layout/InterconnectedBlockProcess"/>
    <dgm:cxn modelId="{62084EE4-6040-4E7C-90A9-E398AF1FBF47}" srcId="{F9F45103-C7BF-40E1-90F3-3AC1B9DE46EA}" destId="{66FB708C-5E76-4A26-9204-36447B38BDB7}" srcOrd="2" destOrd="0" parTransId="{CBB00B67-1D29-45EE-8B7E-DE11123D8984}" sibTransId="{27358A13-076E-4B38-91C0-A6A39B143DE4}"/>
    <dgm:cxn modelId="{ABA6CCEE-C114-4D03-8448-2CC1E55F7C73}" srcId="{F9F45103-C7BF-40E1-90F3-3AC1B9DE46EA}" destId="{B494B9FA-4BD3-4EDE-BD75-8E9A8FA22202}" srcOrd="1" destOrd="0" parTransId="{F609B1BC-0227-4D79-86E6-D27E02126AB7}" sibTransId="{5483B165-ED54-4E60-B5B9-835958266594}"/>
    <dgm:cxn modelId="{5EDC9DF2-1843-41F4-A66E-7206F3AEE821}" srcId="{90DB0916-7F19-4673-A596-28A1823D822B}" destId="{E436C4DC-D1BE-45A7-964E-B4FC87F96DDF}" srcOrd="1" destOrd="0" parTransId="{B971C533-6CAA-497A-A8BA-684BF783CDAD}" sibTransId="{4EE319B9-24A9-4CE4-AD78-BB4A5AA83E46}"/>
    <dgm:cxn modelId="{4823DCFC-F728-4BB1-9FB1-35D8DA751E71}" type="presOf" srcId="{1574E3A8-A7D1-40ED-B6D0-1DBD1A6E5D61}" destId="{D4352765-8FAF-4B1B-ABE1-1496A5C7E329}" srcOrd="1" destOrd="0" presId="urn:microsoft.com/office/officeart/2011/layout/InterconnectedBlockProcess"/>
    <dgm:cxn modelId="{CF5523EF-85AD-4AE6-89A6-28671020FE88}" type="presParOf" srcId="{1A09A457-4AB5-4F7A-B2F2-886F6E1DC6E7}" destId="{8E9DFA15-3B61-45B8-BC5D-01216C846530}" srcOrd="0" destOrd="0" presId="urn:microsoft.com/office/officeart/2011/layout/InterconnectedBlockProcess"/>
    <dgm:cxn modelId="{0B7F8DEC-699A-4EC5-84F0-A6B92C65A363}" type="presParOf" srcId="{8E9DFA15-3B61-45B8-BC5D-01216C846530}" destId="{D2604EEA-146B-47AC-82DD-54C45DBD895A}" srcOrd="0" destOrd="0" presId="urn:microsoft.com/office/officeart/2011/layout/InterconnectedBlockProcess"/>
    <dgm:cxn modelId="{34C81222-503B-4B75-B42E-9323C0E7C165}" type="presParOf" srcId="{1A09A457-4AB5-4F7A-B2F2-886F6E1DC6E7}" destId="{BA757691-2525-4204-97E9-C078801ABEC6}" srcOrd="1" destOrd="0" presId="urn:microsoft.com/office/officeart/2011/layout/InterconnectedBlockProcess"/>
    <dgm:cxn modelId="{8E7799FC-94F4-43CB-9FD2-66D37E94A74E}" type="presParOf" srcId="{1A09A457-4AB5-4F7A-B2F2-886F6E1DC6E7}" destId="{496AE38F-A184-4B30-838B-D2A926819BC9}" srcOrd="2" destOrd="0" presId="urn:microsoft.com/office/officeart/2011/layout/InterconnectedBlockProcess"/>
    <dgm:cxn modelId="{23012713-5C60-4120-927A-7DDC38B9ABBB}" type="presParOf" srcId="{1A09A457-4AB5-4F7A-B2F2-886F6E1DC6E7}" destId="{A461C235-7E30-4466-85D2-9D1DF54B0F42}" srcOrd="3" destOrd="0" presId="urn:microsoft.com/office/officeart/2011/layout/InterconnectedBlockProcess"/>
    <dgm:cxn modelId="{3F7129A4-2A3C-4CD4-BA88-BAD5D2964F7F}" type="presParOf" srcId="{A461C235-7E30-4466-85D2-9D1DF54B0F42}" destId="{0390935B-9AC1-4B40-BEE8-011D591D0628}" srcOrd="0" destOrd="0" presId="urn:microsoft.com/office/officeart/2011/layout/InterconnectedBlockProcess"/>
    <dgm:cxn modelId="{537E2EA7-759F-43DD-B862-A49BA1E70A4A}" type="presParOf" srcId="{1A09A457-4AB5-4F7A-B2F2-886F6E1DC6E7}" destId="{E2EE7109-266E-4BD9-A044-43E4C677BB74}" srcOrd="4" destOrd="0" presId="urn:microsoft.com/office/officeart/2011/layout/InterconnectedBlockProcess"/>
    <dgm:cxn modelId="{9694F1A7-7432-46C2-AAF0-17E2843CEEE0}" type="presParOf" srcId="{1A09A457-4AB5-4F7A-B2F2-886F6E1DC6E7}" destId="{91986260-727D-4E92-81F1-B549D89CEE5C}" srcOrd="5" destOrd="0" presId="urn:microsoft.com/office/officeart/2011/layout/InterconnectedBlockProcess"/>
    <dgm:cxn modelId="{9A331509-F9B2-469B-845F-94FBE482970E}" type="presParOf" srcId="{1A09A457-4AB5-4F7A-B2F2-886F6E1DC6E7}" destId="{23AE00D3-D11C-42E8-B96A-CD09BD6221BA}" srcOrd="6" destOrd="0" presId="urn:microsoft.com/office/officeart/2011/layout/InterconnectedBlockProcess"/>
    <dgm:cxn modelId="{7C4F3FEE-5170-4318-B92E-891E47AC6146}" type="presParOf" srcId="{23AE00D3-D11C-42E8-B96A-CD09BD6221BA}" destId="{51C24C46-FBB9-4630-8CA7-198F13B37EA8}" srcOrd="0" destOrd="0" presId="urn:microsoft.com/office/officeart/2011/layout/InterconnectedBlockProcess"/>
    <dgm:cxn modelId="{56B989C5-0FF3-4A99-93BF-C3E55D128C94}" type="presParOf" srcId="{1A09A457-4AB5-4F7A-B2F2-886F6E1DC6E7}" destId="{51028730-1B8C-48A4-A41C-05BD8B8ADF85}" srcOrd="7" destOrd="0" presId="urn:microsoft.com/office/officeart/2011/layout/InterconnectedBlockProcess"/>
    <dgm:cxn modelId="{966B2E33-7EFF-45A1-BFC9-053E70C2DE2E}" type="presParOf" srcId="{1A09A457-4AB5-4F7A-B2F2-886F6E1DC6E7}" destId="{39476F24-076C-4F2F-BA5D-8C27A0C28308}" srcOrd="8" destOrd="0" presId="urn:microsoft.com/office/officeart/2011/layout/InterconnectedBlockProcess"/>
    <dgm:cxn modelId="{208CB2EC-FD02-4A41-87E9-98F4C909570B}" type="presParOf" srcId="{1A09A457-4AB5-4F7A-B2F2-886F6E1DC6E7}" destId="{F7629306-331C-492E-AE08-A89D3BD5B58A}" srcOrd="9" destOrd="0" presId="urn:microsoft.com/office/officeart/2011/layout/InterconnectedBlockProcess"/>
    <dgm:cxn modelId="{9D9B54DF-49A6-492B-9F53-043350DB6C67}" type="presParOf" srcId="{F7629306-331C-492E-AE08-A89D3BD5B58A}" destId="{C12F66E6-2808-44ED-9E9D-0F0A46E21CDF}" srcOrd="0" destOrd="0" presId="urn:microsoft.com/office/officeart/2011/layout/InterconnectedBlockProcess"/>
    <dgm:cxn modelId="{50B0F5C5-89D0-4579-BCA2-6446A09C3D82}" type="presParOf" srcId="{1A09A457-4AB5-4F7A-B2F2-886F6E1DC6E7}" destId="{4D40B6E1-03F0-44A0-9009-DBC471880401}" srcOrd="10" destOrd="0" presId="urn:microsoft.com/office/officeart/2011/layout/InterconnectedBlockProcess"/>
    <dgm:cxn modelId="{11B19036-DDF9-44A0-892D-DF1E98AA61CF}" type="presParOf" srcId="{1A09A457-4AB5-4F7A-B2F2-886F6E1DC6E7}" destId="{60F4949B-68DC-411C-969C-533FE9EAE0E3}" srcOrd="11" destOrd="0" presId="urn:microsoft.com/office/officeart/2011/layout/InterconnectedBlockProcess"/>
    <dgm:cxn modelId="{C3475161-4CFE-4ECF-868F-D8F37C43014B}" type="presParOf" srcId="{1A09A457-4AB5-4F7A-B2F2-886F6E1DC6E7}" destId="{AECEA7CB-F26A-4A1A-90E6-E26E6BB3F9EF}" srcOrd="12" destOrd="0" presId="urn:microsoft.com/office/officeart/2011/layout/InterconnectedBlockProcess"/>
    <dgm:cxn modelId="{891F5A5A-8B7B-4A1C-A9AB-67853BE496FE}" type="presParOf" srcId="{AECEA7CB-F26A-4A1A-90E6-E26E6BB3F9EF}" destId="{766B4D65-153B-4205-9EB1-0F262C2E3D0A}" srcOrd="0" destOrd="0" presId="urn:microsoft.com/office/officeart/2011/layout/InterconnectedBlockProcess"/>
    <dgm:cxn modelId="{15FF4763-E02A-458D-B8C8-A07834F5D4C9}" type="presParOf" srcId="{1A09A457-4AB5-4F7A-B2F2-886F6E1DC6E7}" destId="{D4352765-8FAF-4B1B-ABE1-1496A5C7E329}" srcOrd="13" destOrd="0" presId="urn:microsoft.com/office/officeart/2011/layout/InterconnectedBlockProcess"/>
    <dgm:cxn modelId="{21BBE971-E32D-42E7-99C5-251E418CA0FE}" type="presParOf" srcId="{1A09A457-4AB5-4F7A-B2F2-886F6E1DC6E7}" destId="{CC42458C-A2C3-4CCE-B828-DE7DA9FA9064}" srcOrd="14" destOrd="0" presId="urn:microsoft.com/office/officeart/2011/layout/InterconnectedBlockProcess"/>
    <dgm:cxn modelId="{34AF332A-0E20-48F6-A161-7FFBFECDE9A3}" type="presParOf" srcId="{1A09A457-4AB5-4F7A-B2F2-886F6E1DC6E7}" destId="{949BC70D-52E6-4ECA-9A2E-410BF89FD3B6}" srcOrd="15" destOrd="0" presId="urn:microsoft.com/office/officeart/2011/layout/InterconnectedBlockProcess"/>
    <dgm:cxn modelId="{FA94128C-24F1-4242-9F9F-4E4B3BED8627}" type="presParOf" srcId="{949BC70D-52E6-4ECA-9A2E-410BF89FD3B6}" destId="{5F2AED6F-054A-4C6F-8F04-E2AC39CAB857}" srcOrd="0" destOrd="0" presId="urn:microsoft.com/office/officeart/2011/layout/InterconnectedBlockProcess"/>
    <dgm:cxn modelId="{92BFC8EF-453C-4A45-AE1B-DB6045DC22BF}" type="presParOf" srcId="{1A09A457-4AB5-4F7A-B2F2-886F6E1DC6E7}" destId="{49352CA8-E348-42BC-8077-A4AD0485571B}" srcOrd="16" destOrd="0" presId="urn:microsoft.com/office/officeart/2011/layout/InterconnectedBlockProcess"/>
    <dgm:cxn modelId="{6D3735E7-0CA0-424C-98E7-DC4C93B63137}" type="presParOf" srcId="{1A09A457-4AB5-4F7A-B2F2-886F6E1DC6E7}" destId="{A3CF67F7-9007-4C90-B155-91AA56C402E7}" srcOrd="17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CD209-8885-4FC6-AE2E-50CE06320282}">
      <dsp:nvSpPr>
        <dsp:cNvPr id="0" name=""/>
        <dsp:cNvSpPr/>
      </dsp:nvSpPr>
      <dsp:spPr>
        <a:xfrm>
          <a:off x="2076560" y="0"/>
          <a:ext cx="1767023" cy="176720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B7C5C-B5FB-4CD9-8FC4-8657BAB724E4}">
      <dsp:nvSpPr>
        <dsp:cNvPr id="0" name=""/>
        <dsp:cNvSpPr/>
      </dsp:nvSpPr>
      <dsp:spPr>
        <a:xfrm>
          <a:off x="2466691" y="639679"/>
          <a:ext cx="986099" cy="492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RESET</a:t>
          </a:r>
          <a:br>
            <a:rPr lang="en-US" sz="1500" kern="1200" dirty="0"/>
          </a:br>
          <a:r>
            <a:rPr lang="en-US" sz="1500" kern="1200" dirty="0"/>
            <a:t>PCODE</a:t>
          </a:r>
        </a:p>
      </dsp:txBody>
      <dsp:txXfrm>
        <a:off x="2466691" y="639679"/>
        <a:ext cx="986099" cy="492998"/>
      </dsp:txXfrm>
    </dsp:sp>
    <dsp:sp modelId="{4F32C864-5133-4C55-9814-93D9E8FCC789}">
      <dsp:nvSpPr>
        <dsp:cNvPr id="0" name=""/>
        <dsp:cNvSpPr/>
      </dsp:nvSpPr>
      <dsp:spPr>
        <a:xfrm>
          <a:off x="1585665" y="1015521"/>
          <a:ext cx="1767023" cy="176720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8FE11-0E95-48A0-B8D7-2858CB609C56}">
      <dsp:nvSpPr>
        <dsp:cNvPr id="0" name=""/>
        <dsp:cNvSpPr/>
      </dsp:nvSpPr>
      <dsp:spPr>
        <a:xfrm>
          <a:off x="1973807" y="1657075"/>
          <a:ext cx="986099" cy="492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LOAD</a:t>
          </a:r>
          <a:br>
            <a:rPr lang="en-US" sz="1500" kern="1200" dirty="0"/>
          </a:br>
          <a:r>
            <a:rPr lang="en-US" sz="1500" kern="1200" dirty="0"/>
            <a:t>CPL</a:t>
          </a:r>
        </a:p>
      </dsp:txBody>
      <dsp:txXfrm>
        <a:off x="1973807" y="1657075"/>
        <a:ext cx="986099" cy="492998"/>
      </dsp:txXfrm>
    </dsp:sp>
    <dsp:sp modelId="{398904C8-5424-431B-ACD2-D526AFAA7333}">
      <dsp:nvSpPr>
        <dsp:cNvPr id="0" name=""/>
        <dsp:cNvSpPr/>
      </dsp:nvSpPr>
      <dsp:spPr>
        <a:xfrm>
          <a:off x="2076560" y="2034791"/>
          <a:ext cx="1767023" cy="176720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69112-C44D-4A8C-8D6B-E6CCF35DC90E}">
      <dsp:nvSpPr>
        <dsp:cNvPr id="0" name=""/>
        <dsp:cNvSpPr/>
      </dsp:nvSpPr>
      <dsp:spPr>
        <a:xfrm>
          <a:off x="2466691" y="2674471"/>
          <a:ext cx="986099" cy="492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RUN</a:t>
          </a:r>
          <a:br>
            <a:rPr lang="en-US" sz="1500" kern="1200" dirty="0"/>
          </a:br>
          <a:r>
            <a:rPr lang="en-US" sz="1500" kern="1200" dirty="0"/>
            <a:t>UCODE</a:t>
          </a:r>
        </a:p>
      </dsp:txBody>
      <dsp:txXfrm>
        <a:off x="2466691" y="2674471"/>
        <a:ext cx="986099" cy="492998"/>
      </dsp:txXfrm>
    </dsp:sp>
    <dsp:sp modelId="{B4E34107-64CF-4A43-A5FC-6075B4335E06}">
      <dsp:nvSpPr>
        <dsp:cNvPr id="0" name=""/>
        <dsp:cNvSpPr/>
      </dsp:nvSpPr>
      <dsp:spPr>
        <a:xfrm>
          <a:off x="1711620" y="3167470"/>
          <a:ext cx="1518095" cy="151882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FC868-093A-4AAF-BFD3-41F937F4AFDD}">
      <dsp:nvSpPr>
        <dsp:cNvPr id="0" name=""/>
        <dsp:cNvSpPr/>
      </dsp:nvSpPr>
      <dsp:spPr>
        <a:xfrm>
          <a:off x="1973807" y="3691867"/>
          <a:ext cx="986099" cy="492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CHECK</a:t>
          </a:r>
        </a:p>
      </dsp:txBody>
      <dsp:txXfrm>
        <a:off x="1973807" y="3691867"/>
        <a:ext cx="986099" cy="492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CF73B-0E13-4E9B-8D64-F8DB0A4E0F22}">
      <dsp:nvSpPr>
        <dsp:cNvPr id="0" name=""/>
        <dsp:cNvSpPr/>
      </dsp:nvSpPr>
      <dsp:spPr>
        <a:xfrm>
          <a:off x="3326220" y="0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57C28-7EA9-4B4D-8FC6-2F902AE1A6BB}">
      <dsp:nvSpPr>
        <dsp:cNvPr id="0" name=""/>
        <dsp:cNvSpPr/>
      </dsp:nvSpPr>
      <dsp:spPr>
        <a:xfrm>
          <a:off x="3777319" y="739648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UCODE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RESET</a:t>
          </a:r>
        </a:p>
      </dsp:txBody>
      <dsp:txXfrm>
        <a:off x="3777319" y="739648"/>
        <a:ext cx="1140205" cy="570043"/>
      </dsp:txXfrm>
    </dsp:sp>
    <dsp:sp modelId="{7C6C6B2C-9C5B-4FBB-98DD-4174A4AA02CA}">
      <dsp:nvSpPr>
        <dsp:cNvPr id="0" name=""/>
        <dsp:cNvSpPr/>
      </dsp:nvSpPr>
      <dsp:spPr>
        <a:xfrm>
          <a:off x="2758608" y="1174225"/>
          <a:ext cx="2043171" cy="204337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172C2-40E9-4C27-ACAE-FAE9FD9FB16D}">
      <dsp:nvSpPr>
        <dsp:cNvPr id="0" name=""/>
        <dsp:cNvSpPr/>
      </dsp:nvSpPr>
      <dsp:spPr>
        <a:xfrm>
          <a:off x="3207408" y="1916040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CONTENT</a:t>
          </a:r>
        </a:p>
      </dsp:txBody>
      <dsp:txXfrm>
        <a:off x="3207408" y="1916040"/>
        <a:ext cx="1140205" cy="570043"/>
      </dsp:txXfrm>
    </dsp:sp>
    <dsp:sp modelId="{3ED9B7C7-D87A-4B62-B2C3-E97832F8FF37}">
      <dsp:nvSpPr>
        <dsp:cNvPr id="0" name=""/>
        <dsp:cNvSpPr/>
      </dsp:nvSpPr>
      <dsp:spPr>
        <a:xfrm>
          <a:off x="3326220" y="2352785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91ED3-7A83-4943-8D83-28EC3AA3A8F9}">
      <dsp:nvSpPr>
        <dsp:cNvPr id="0" name=""/>
        <dsp:cNvSpPr/>
      </dsp:nvSpPr>
      <dsp:spPr>
        <a:xfrm>
          <a:off x="3777319" y="3092433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HLT</a:t>
          </a:r>
          <a:br>
            <a:rPr lang="en-US" sz="1400" kern="1200" dirty="0"/>
          </a:br>
          <a:r>
            <a:rPr lang="en-US" sz="1400" kern="1200" dirty="0"/>
            <a:t>DR0 &lt;= EBX</a:t>
          </a:r>
        </a:p>
      </dsp:txBody>
      <dsp:txXfrm>
        <a:off x="3777319" y="3092433"/>
        <a:ext cx="1140205" cy="570043"/>
      </dsp:txXfrm>
    </dsp:sp>
    <dsp:sp modelId="{C374C207-F552-4528-A518-03DD47EFD3F3}">
      <dsp:nvSpPr>
        <dsp:cNvPr id="0" name=""/>
        <dsp:cNvSpPr/>
      </dsp:nvSpPr>
      <dsp:spPr>
        <a:xfrm>
          <a:off x="2904248" y="3662477"/>
          <a:ext cx="1755341" cy="175618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DAE94-FFC7-4708-8C20-FC0C5E276713}">
      <dsp:nvSpPr>
        <dsp:cNvPr id="0" name=""/>
        <dsp:cNvSpPr/>
      </dsp:nvSpPr>
      <dsp:spPr>
        <a:xfrm>
          <a:off x="3207408" y="4268825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DR0 STROBE TO ACED</a:t>
          </a:r>
        </a:p>
      </dsp:txBody>
      <dsp:txXfrm>
        <a:off x="3207408" y="4268825"/>
        <a:ext cx="1140205" cy="570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0935B-9AC1-4B40-BEE8-011D591D0628}">
      <dsp:nvSpPr>
        <dsp:cNvPr id="0" name=""/>
        <dsp:cNvSpPr/>
      </dsp:nvSpPr>
      <dsp:spPr>
        <a:xfrm>
          <a:off x="5838813" y="816927"/>
          <a:ext cx="1286650" cy="3267709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Content audits.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Keep increasing our validated content numbers.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Content specifics debugs.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6002136" y="816927"/>
        <a:ext cx="1123327" cy="3267709"/>
      </dsp:txXfrm>
    </dsp:sp>
    <dsp:sp modelId="{11188952-B09D-46C8-BAB3-17F67F32D34B}">
      <dsp:nvSpPr>
        <dsp:cNvPr id="0" name=""/>
        <dsp:cNvSpPr/>
      </dsp:nvSpPr>
      <dsp:spPr>
        <a:xfrm>
          <a:off x="5838813" y="0"/>
          <a:ext cx="1286650" cy="816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TI</a:t>
          </a:r>
        </a:p>
      </dsp:txBody>
      <dsp:txXfrm>
        <a:off x="5838813" y="0"/>
        <a:ext cx="1286650" cy="816927"/>
      </dsp:txXfrm>
    </dsp:sp>
    <dsp:sp modelId="{51C24C46-FBB9-4630-8CA7-198F13B37EA8}">
      <dsp:nvSpPr>
        <dsp:cNvPr id="0" name=""/>
        <dsp:cNvSpPr/>
      </dsp:nvSpPr>
      <dsp:spPr>
        <a:xfrm>
          <a:off x="4555378" y="816927"/>
          <a:ext cx="1286650" cy="306347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MLC Depth to 100%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SLC Depth to 100%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FC Depth to 100%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TP ready.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Content generation ready.</a:t>
          </a:r>
        </a:p>
      </dsp:txBody>
      <dsp:txXfrm>
        <a:off x="4718700" y="816927"/>
        <a:ext cx="1123327" cy="3063477"/>
      </dsp:txXfrm>
    </dsp:sp>
    <dsp:sp modelId="{D58E1B5A-231A-4E86-B7A9-42C40BC147D9}">
      <dsp:nvSpPr>
        <dsp:cNvPr id="0" name=""/>
        <dsp:cNvSpPr/>
      </dsp:nvSpPr>
      <dsp:spPr>
        <a:xfrm>
          <a:off x="4555378" y="102115"/>
          <a:ext cx="1286650" cy="7148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1p0</a:t>
          </a:r>
        </a:p>
      </dsp:txBody>
      <dsp:txXfrm>
        <a:off x="4555378" y="102115"/>
        <a:ext cx="1286650" cy="714811"/>
      </dsp:txXfrm>
    </dsp:sp>
    <dsp:sp modelId="{C12F66E6-2808-44ED-9E9D-0F0A46E21CDF}">
      <dsp:nvSpPr>
        <dsp:cNvPr id="0" name=""/>
        <dsp:cNvSpPr/>
      </dsp:nvSpPr>
      <dsp:spPr>
        <a:xfrm>
          <a:off x="3268727" y="816927"/>
          <a:ext cx="1286650" cy="2859245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MLC Breath to 100%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SLC Breath to 100%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FC Breath to 80%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HVM infrastructure ready.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TP Template validation done.</a:t>
          </a:r>
        </a:p>
      </dsp:txBody>
      <dsp:txXfrm>
        <a:off x="3432050" y="816927"/>
        <a:ext cx="1123327" cy="2859245"/>
      </dsp:txXfrm>
    </dsp:sp>
    <dsp:sp modelId="{F5914232-08AC-4359-A93A-5620A4BB1D24}">
      <dsp:nvSpPr>
        <dsp:cNvPr id="0" name=""/>
        <dsp:cNvSpPr/>
      </dsp:nvSpPr>
      <dsp:spPr>
        <a:xfrm>
          <a:off x="3268727" y="207499"/>
          <a:ext cx="1286650" cy="6126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0p8</a:t>
          </a:r>
        </a:p>
      </dsp:txBody>
      <dsp:txXfrm>
        <a:off x="3268727" y="207499"/>
        <a:ext cx="1286650" cy="612695"/>
      </dsp:txXfrm>
    </dsp:sp>
    <dsp:sp modelId="{766B4D65-153B-4205-9EB1-0F262C2E3D0A}">
      <dsp:nvSpPr>
        <dsp:cNvPr id="0" name=""/>
        <dsp:cNvSpPr/>
      </dsp:nvSpPr>
      <dsp:spPr>
        <a:xfrm>
          <a:off x="1982077" y="816927"/>
          <a:ext cx="1286650" cy="2655014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DFT Validation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CPL Validation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Content generation readiness.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Very basic MLC/SLC test.</a:t>
          </a:r>
        </a:p>
      </dsp:txBody>
      <dsp:txXfrm>
        <a:off x="2145400" y="816927"/>
        <a:ext cx="1123327" cy="2655014"/>
      </dsp:txXfrm>
    </dsp:sp>
    <dsp:sp modelId="{CC42458C-A2C3-4CCE-B828-DE7DA9FA9064}">
      <dsp:nvSpPr>
        <dsp:cNvPr id="0" name=""/>
        <dsp:cNvSpPr/>
      </dsp:nvSpPr>
      <dsp:spPr>
        <a:xfrm>
          <a:off x="1982077" y="306347"/>
          <a:ext cx="1286650" cy="510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0p5</a:t>
          </a:r>
        </a:p>
      </dsp:txBody>
      <dsp:txXfrm>
        <a:off x="1982077" y="306347"/>
        <a:ext cx="1286650" cy="510579"/>
      </dsp:txXfrm>
    </dsp:sp>
    <dsp:sp modelId="{5F2AED6F-054A-4C6F-8F04-E2AC39CAB857}">
      <dsp:nvSpPr>
        <dsp:cNvPr id="0" name=""/>
        <dsp:cNvSpPr/>
      </dsp:nvSpPr>
      <dsp:spPr>
        <a:xfrm>
          <a:off x="695427" y="816927"/>
          <a:ext cx="1286650" cy="245078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Definitions for new DFTs.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Definition for core requirements.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Not so involver currently, we want to change this </a:t>
          </a:r>
          <a:r>
            <a:rPr lang="en-US" sz="1300" kern="1200" dirty="0">
              <a:sym typeface="Wingdings" panose="05000000000000000000" pitchFamily="2" charset="2"/>
            </a:rPr>
            <a:t></a:t>
          </a:r>
          <a:endParaRPr lang="en-US" sz="1300" kern="1200" dirty="0"/>
        </a:p>
      </dsp:txBody>
      <dsp:txXfrm>
        <a:off x="858750" y="816927"/>
        <a:ext cx="1123327" cy="2450782"/>
      </dsp:txXfrm>
    </dsp:sp>
    <dsp:sp modelId="{A3CF67F7-9007-4C90-B155-91AA56C402E7}">
      <dsp:nvSpPr>
        <dsp:cNvPr id="0" name=""/>
        <dsp:cNvSpPr/>
      </dsp:nvSpPr>
      <dsp:spPr>
        <a:xfrm>
          <a:off x="695427" y="408463"/>
          <a:ext cx="1286650" cy="408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Tech Readiness</a:t>
          </a:r>
        </a:p>
      </dsp:txBody>
      <dsp:txXfrm>
        <a:off x="695427" y="408463"/>
        <a:ext cx="1286650" cy="4084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04EEA-146B-47AC-82DD-54C45DBD895A}">
      <dsp:nvSpPr>
        <dsp:cNvPr id="0" name=""/>
        <dsp:cNvSpPr/>
      </dsp:nvSpPr>
      <dsp:spPr>
        <a:xfrm>
          <a:off x="6299472" y="852463"/>
          <a:ext cx="1198100" cy="3232173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CSE -&gt; We ensure cold is not needed.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EQA -&gt; We ensure QA it’s also not required.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Invest on complex TTR efforts.</a:t>
          </a:r>
        </a:p>
      </dsp:txBody>
      <dsp:txXfrm>
        <a:off x="6451567" y="852463"/>
        <a:ext cx="1046006" cy="3232173"/>
      </dsp:txXfrm>
    </dsp:sp>
    <dsp:sp modelId="{496AE38F-A184-4B30-838B-D2A926819BC9}">
      <dsp:nvSpPr>
        <dsp:cNvPr id="0" name=""/>
        <dsp:cNvSpPr/>
      </dsp:nvSpPr>
      <dsp:spPr>
        <a:xfrm>
          <a:off x="6313821" y="0"/>
          <a:ext cx="1183752" cy="855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POST PRQ</a:t>
          </a:r>
        </a:p>
      </dsp:txBody>
      <dsp:txXfrm>
        <a:off x="6313821" y="0"/>
        <a:ext cx="1183752" cy="855731"/>
      </dsp:txXfrm>
    </dsp:sp>
    <dsp:sp modelId="{0390935B-9AC1-4B40-BEE8-011D591D0628}">
      <dsp:nvSpPr>
        <dsp:cNvPr id="0" name=""/>
        <dsp:cNvSpPr/>
      </dsp:nvSpPr>
      <dsp:spPr>
        <a:xfrm>
          <a:off x="5111416" y="852463"/>
          <a:ext cx="1198100" cy="304223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Yield close to PHI ~95% Hot/Cold.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QA close to 97%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DPM close to 600.</a:t>
          </a:r>
        </a:p>
      </dsp:txBody>
      <dsp:txXfrm>
        <a:off x="5263510" y="852463"/>
        <a:ext cx="1046006" cy="3042237"/>
      </dsp:txXfrm>
    </dsp:sp>
    <dsp:sp modelId="{91986260-727D-4E92-81F1-B549D89CEE5C}">
      <dsp:nvSpPr>
        <dsp:cNvPr id="0" name=""/>
        <dsp:cNvSpPr/>
      </dsp:nvSpPr>
      <dsp:spPr>
        <a:xfrm>
          <a:off x="5115720" y="91904"/>
          <a:ext cx="1198100" cy="760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PRQ</a:t>
          </a:r>
        </a:p>
      </dsp:txBody>
      <dsp:txXfrm>
        <a:off x="5115720" y="91904"/>
        <a:ext cx="1198100" cy="760559"/>
      </dsp:txXfrm>
    </dsp:sp>
    <dsp:sp modelId="{51C24C46-FBB9-4630-8CA7-198F13B37EA8}">
      <dsp:nvSpPr>
        <dsp:cNvPr id="0" name=""/>
        <dsp:cNvSpPr/>
      </dsp:nvSpPr>
      <dsp:spPr>
        <a:xfrm>
          <a:off x="3916902" y="852463"/>
          <a:ext cx="1198100" cy="285189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Validation require around 5000k units</a:t>
          </a:r>
        </a:p>
      </dsp:txBody>
      <dsp:txXfrm>
        <a:off x="4068996" y="852463"/>
        <a:ext cx="1046006" cy="2851893"/>
      </dsp:txXfrm>
    </dsp:sp>
    <dsp:sp modelId="{39476F24-076C-4F2F-BA5D-8C27A0C28308}">
      <dsp:nvSpPr>
        <dsp:cNvPr id="0" name=""/>
        <dsp:cNvSpPr/>
      </dsp:nvSpPr>
      <dsp:spPr>
        <a:xfrm>
          <a:off x="3917619" y="187076"/>
          <a:ext cx="1198100" cy="665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QS</a:t>
          </a:r>
        </a:p>
      </dsp:txBody>
      <dsp:txXfrm>
        <a:off x="3917619" y="187076"/>
        <a:ext cx="1198100" cy="665387"/>
      </dsp:txXfrm>
    </dsp:sp>
    <dsp:sp modelId="{C12F66E6-2808-44ED-9E9D-0F0A46E21CDF}">
      <dsp:nvSpPr>
        <dsp:cNvPr id="0" name=""/>
        <dsp:cNvSpPr/>
      </dsp:nvSpPr>
      <dsp:spPr>
        <a:xfrm>
          <a:off x="2718801" y="852463"/>
          <a:ext cx="1198100" cy="266195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Keep DPM reduction efforts.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Improve Yield usually above ~95%.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Validation require around 5000k units</a:t>
          </a:r>
        </a:p>
      </dsp:txBody>
      <dsp:txXfrm>
        <a:off x="2870895" y="852463"/>
        <a:ext cx="1046006" cy="2661957"/>
      </dsp:txXfrm>
    </dsp:sp>
    <dsp:sp modelId="{60F4949B-68DC-411C-969C-533FE9EAE0E3}">
      <dsp:nvSpPr>
        <dsp:cNvPr id="0" name=""/>
        <dsp:cNvSpPr/>
      </dsp:nvSpPr>
      <dsp:spPr>
        <a:xfrm>
          <a:off x="2718801" y="285107"/>
          <a:ext cx="1198100" cy="570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ES2</a:t>
          </a:r>
        </a:p>
      </dsp:txBody>
      <dsp:txXfrm>
        <a:off x="2718801" y="285107"/>
        <a:ext cx="1198100" cy="570215"/>
      </dsp:txXfrm>
    </dsp:sp>
    <dsp:sp modelId="{766B4D65-153B-4205-9EB1-0F262C2E3D0A}">
      <dsp:nvSpPr>
        <dsp:cNvPr id="0" name=""/>
        <dsp:cNvSpPr/>
      </dsp:nvSpPr>
      <dsp:spPr>
        <a:xfrm>
          <a:off x="1521418" y="852463"/>
          <a:ext cx="1198100" cy="247161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100% Content on all sockets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We start the DPM reduction efforts</a:t>
          </a:r>
        </a:p>
      </dsp:txBody>
      <dsp:txXfrm>
        <a:off x="1677816" y="852463"/>
        <a:ext cx="1046006" cy="2471613"/>
      </dsp:txXfrm>
    </dsp:sp>
    <dsp:sp modelId="{CC42458C-A2C3-4CCE-B828-DE7DA9FA9064}">
      <dsp:nvSpPr>
        <dsp:cNvPr id="0" name=""/>
        <dsp:cNvSpPr/>
      </dsp:nvSpPr>
      <dsp:spPr>
        <a:xfrm>
          <a:off x="1521418" y="377011"/>
          <a:ext cx="1198100" cy="4754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ES1</a:t>
          </a:r>
        </a:p>
      </dsp:txBody>
      <dsp:txXfrm>
        <a:off x="1521418" y="377011"/>
        <a:ext cx="1198100" cy="475451"/>
      </dsp:txXfrm>
    </dsp:sp>
    <dsp:sp modelId="{5F2AED6F-054A-4C6F-8F04-E2AC39CAB857}">
      <dsp:nvSpPr>
        <dsp:cNvPr id="0" name=""/>
        <dsp:cNvSpPr/>
      </dsp:nvSpPr>
      <dsp:spPr>
        <a:xfrm>
          <a:off x="323317" y="852463"/>
          <a:ext cx="1198100" cy="228167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90% Content single socket.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All the infrastructure validated.</a:t>
          </a:r>
        </a:p>
      </dsp:txBody>
      <dsp:txXfrm>
        <a:off x="475411" y="852463"/>
        <a:ext cx="1046006" cy="2281678"/>
      </dsp:txXfrm>
    </dsp:sp>
    <dsp:sp modelId="{A3CF67F7-9007-4C90-B155-91AA56C402E7}">
      <dsp:nvSpPr>
        <dsp:cNvPr id="0" name=""/>
        <dsp:cNvSpPr/>
      </dsp:nvSpPr>
      <dsp:spPr>
        <a:xfrm>
          <a:off x="323317" y="472184"/>
          <a:ext cx="1198100" cy="38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Power-On</a:t>
          </a:r>
        </a:p>
      </dsp:txBody>
      <dsp:txXfrm>
        <a:off x="323317" y="472184"/>
        <a:ext cx="1198100" cy="380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46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48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7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32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8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E35751-F391-41AA-9B05-1647E37D235B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1866E-6300-47C1-B36B-E4F93E357EE1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66AC4-1BB0-4DCC-B988-F338CCC87BB0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38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BCBB2-B699-44A9-B291-3CCD0D0E00F2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17A91-F49E-45DE-835E-543E5DCD8458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E01F40-8D2A-43E6-B578-00B92049883B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8347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52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24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024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1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9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7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90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43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31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31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7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306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</a:extLst>
          </p:cNvPr>
          <p:cNvSpPr/>
          <p:nvPr userDrawn="1"/>
        </p:nvSpPr>
        <p:spPr>
          <a:xfrm>
            <a:off x="286365" y="6510549"/>
            <a:ext cx="17011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483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FD1E25-960E-4A95-BD92-C14064FAF2F5}"/>
              </a:ext>
            </a:extLst>
          </p:cNvPr>
          <p:cNvSpPr txBox="1"/>
          <p:nvPr userDrawn="1"/>
        </p:nvSpPr>
        <p:spPr>
          <a:xfrm>
            <a:off x="150527" y="6400800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 dirty="0">
              <a:solidFill>
                <a:schemeClr val="tx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3612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r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6424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45D14E-B985-4687-A5BE-C1B01A9E394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lum bright="10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AA2717-3DB2-4334-8C69-2E8E37A97561}"/>
              </a:ext>
            </a:extLst>
          </p:cNvPr>
          <p:cNvSpPr txBox="1"/>
          <p:nvPr userDrawn="1"/>
        </p:nvSpPr>
        <p:spPr>
          <a:xfrm>
            <a:off x="150527" y="6433206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 dirty="0">
              <a:solidFill>
                <a:schemeClr val="tx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220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5" r:id="rId3"/>
    <p:sldLayoutId id="2147483654" r:id="rId4"/>
    <p:sldLayoutId id="2147483650" r:id="rId5"/>
    <p:sldLayoutId id="2147483658" r:id="rId6"/>
    <p:sldLayoutId id="2147483652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5" r:id="rId13"/>
    <p:sldLayoutId id="2147483667" r:id="rId14"/>
    <p:sldLayoutId id="2147483668" r:id="rId15"/>
    <p:sldLayoutId id="2147483671" r:id="rId16"/>
    <p:sldLayoutId id="214748367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HVM SBFT Intro</a:t>
            </a:r>
          </a:p>
        </p:txBody>
      </p:sp>
    </p:spTree>
    <p:extLst>
      <p:ext uri="{BB962C8B-B14F-4D97-AF65-F5344CB8AC3E}">
        <p14:creationId xmlns:p14="http://schemas.microsoft.com/office/powerpoint/2010/main" val="107222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515F43A-D868-4672-ACEB-6E387653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SBFT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A3786A-F1B7-4B52-AE7D-047DAB954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Structural Based Functional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148EF-B285-4600-A087-8DED8E7C6A3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Why Structural?</a:t>
            </a:r>
          </a:p>
          <a:p>
            <a:pPr lvl="1"/>
            <a:r>
              <a:rPr lang="en-US" dirty="0"/>
              <a:t>This is how we measure the effectiveness of the test.</a:t>
            </a:r>
          </a:p>
          <a:p>
            <a:r>
              <a:rPr lang="en-US" dirty="0"/>
              <a:t>Why Functional?</a:t>
            </a:r>
          </a:p>
          <a:p>
            <a:pPr lvl="1"/>
            <a:r>
              <a:rPr lang="en-US" dirty="0"/>
              <a:t>We use the functionalities of the CORE/SOC to make it “test” itself.</a:t>
            </a:r>
          </a:p>
          <a:p>
            <a:r>
              <a:rPr lang="en-US" dirty="0"/>
              <a:t>Array and Scan are not enough.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3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515F43A-D868-4672-ACEB-6E387653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HVM SBFT Stages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AE00BF2-939C-49AF-A077-9101EF2F32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1674523"/>
              </p:ext>
            </p:extLst>
          </p:nvPr>
        </p:nvGraphicFramePr>
        <p:xfrm>
          <a:off x="381000" y="1321524"/>
          <a:ext cx="542925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A3786A-F1B7-4B52-AE7D-047DAB954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1320803"/>
            <a:ext cx="5429865" cy="468668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We need to load the test into one of the caches (MLC/LLC), we do this via CPL.</a:t>
            </a:r>
          </a:p>
          <a:p>
            <a:pPr lvl="1"/>
            <a:r>
              <a:rPr lang="en-US" dirty="0"/>
              <a:t>We load in cache because we don’t have external memory on HVM.</a:t>
            </a:r>
          </a:p>
          <a:p>
            <a:r>
              <a:rPr lang="en-US" dirty="0"/>
              <a:t>We make the core execute the content and wait some time for it to finish.</a:t>
            </a:r>
          </a:p>
          <a:p>
            <a:pPr lvl="1"/>
            <a:r>
              <a:rPr lang="en-US" dirty="0"/>
              <a:t>The way we execute the content is the content “flavors” we have.</a:t>
            </a:r>
          </a:p>
          <a:p>
            <a:r>
              <a:rPr lang="en-US" sz="2800" dirty="0"/>
              <a:t>We check the results </a:t>
            </a:r>
            <a:r>
              <a:rPr lang="en-US" dirty="0"/>
              <a:t>in multiple ways to ensure it got the passing point.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845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515F43A-D868-4672-ACEB-6E387653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SBFT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148EF-B285-4600-A087-8DED8E7C6A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Is a closer type of test close to PPV/System.</a:t>
            </a:r>
          </a:p>
          <a:p>
            <a:pPr lvl="1"/>
            <a:r>
              <a:rPr lang="en-US" dirty="0"/>
              <a:t>Allows us to port or develop somehow alike content from different platforms to HVM.</a:t>
            </a:r>
          </a:p>
          <a:p>
            <a:pPr lvl="1"/>
            <a:r>
              <a:rPr lang="en-US" dirty="0"/>
              <a:t>Doesn’t rely on new DFT.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Is expensive, takes a lot of time to load and run.</a:t>
            </a:r>
          </a:p>
          <a:p>
            <a:pPr lvl="1"/>
            <a:r>
              <a:rPr lang="en-US" dirty="0"/>
              <a:t>Is complex, enabling and debugging are a challenge.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838C8AA-2509-42F9-8798-147AAA8CE9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4550" y="1891598"/>
            <a:ext cx="5429250" cy="4291383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97B021A-0717-4C18-AF79-5FB8142767D4}"/>
              </a:ext>
            </a:extLst>
          </p:cNvPr>
          <p:cNvSpPr txBox="1">
            <a:spLocks/>
          </p:cNvSpPr>
          <p:nvPr/>
        </p:nvSpPr>
        <p:spPr>
          <a:xfrm>
            <a:off x="5810864" y="1239983"/>
            <a:ext cx="5429865" cy="512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PPV/System looks:</a:t>
            </a:r>
          </a:p>
        </p:txBody>
      </p:sp>
    </p:spTree>
    <p:extLst>
      <p:ext uri="{BB962C8B-B14F-4D97-AF65-F5344CB8AC3E}">
        <p14:creationId xmlns:p14="http://schemas.microsoft.com/office/powerpoint/2010/main" val="23647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8379E9-C1D3-42D9-BA67-3092D7B1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HVM Teams &amp; Deliverables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BE2B5D-E0FD-46F4-95DC-52410D55B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6364" y="1203410"/>
            <a:ext cx="8460508" cy="4945844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5E9C341D-513F-44B4-8F0E-D26237122A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3537717"/>
                  </p:ext>
                </p:extLst>
              </p:nvPr>
            </p:nvGraphicFramePr>
            <p:xfrm>
              <a:off x="-1427018" y="2800350"/>
              <a:ext cx="3048000" cy="1714500"/>
            </p:xfrm>
            <a:graphic>
              <a:graphicData uri="http://schemas.microsoft.com/office/powerpoint/2016/slidezoom">
                <pslz:sldZm>
                  <pslz:sldZmObj sldId="355" cId="2173392012">
                    <pslz:zmPr id="{2E39B41A-E945-4688-8C3C-2F44B75B9E04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5E9C341D-513F-44B4-8F0E-D26237122A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27018" y="28003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339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D60E-8A43-485E-97D0-1E7E060A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“Flavors”</a:t>
            </a:r>
          </a:p>
        </p:txBody>
      </p:sp>
    </p:spTree>
    <p:extLst>
      <p:ext uri="{BB962C8B-B14F-4D97-AF65-F5344CB8AC3E}">
        <p14:creationId xmlns:p14="http://schemas.microsoft.com/office/powerpoint/2010/main" val="236521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MLC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3630102"/>
          </a:xfrm>
        </p:spPr>
        <p:txBody>
          <a:bodyPr/>
          <a:lstStyle/>
          <a:p>
            <a:r>
              <a:rPr lang="en-US" dirty="0"/>
              <a:t>Test loaded in MLC cache.</a:t>
            </a:r>
          </a:p>
          <a:p>
            <a:r>
              <a:rPr lang="en-US" dirty="0"/>
              <a:t>No traffic allowed outside core.</a:t>
            </a:r>
          </a:p>
          <a:p>
            <a:r>
              <a:rPr lang="en-US" dirty="0"/>
              <a:t>All cores runs the same code @ same time.</a:t>
            </a:r>
          </a:p>
          <a:p>
            <a:r>
              <a:rPr lang="en-US" dirty="0"/>
              <a:t>How to check it:</a:t>
            </a:r>
          </a:p>
          <a:p>
            <a:pPr lvl="1"/>
            <a:r>
              <a:rPr lang="en-US" dirty="0"/>
              <a:t>Sig-mode</a:t>
            </a:r>
          </a:p>
          <a:p>
            <a:pPr lvl="1"/>
            <a:r>
              <a:rPr lang="en-US" dirty="0" err="1"/>
              <a:t>Archstate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F3E117-B66C-46AF-A6E2-61C8196CC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Core Isolated Content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AA3CAF-F671-463C-A498-D8E4097C8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796" y="975794"/>
            <a:ext cx="3314700" cy="43815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3A72CE5-0808-4CD6-8321-E284DA54BE97}"/>
              </a:ext>
            </a:extLst>
          </p:cNvPr>
          <p:cNvSpPr/>
          <p:nvPr/>
        </p:nvSpPr>
        <p:spPr>
          <a:xfrm>
            <a:off x="8276317" y="3090344"/>
            <a:ext cx="76200" cy="152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5D991D-9F42-4504-B0B7-5B2B324BA648}"/>
              </a:ext>
            </a:extLst>
          </p:cNvPr>
          <p:cNvSpPr/>
          <p:nvPr/>
        </p:nvSpPr>
        <p:spPr>
          <a:xfrm>
            <a:off x="8279861" y="3558176"/>
            <a:ext cx="76200" cy="152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0A2F7E-3595-4B35-B163-7256C5696325}"/>
              </a:ext>
            </a:extLst>
          </p:cNvPr>
          <p:cNvSpPr/>
          <p:nvPr/>
        </p:nvSpPr>
        <p:spPr>
          <a:xfrm>
            <a:off x="8277203" y="4020693"/>
            <a:ext cx="76200" cy="152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88229F-6D80-4535-9CF2-5458FDBB1E39}"/>
              </a:ext>
            </a:extLst>
          </p:cNvPr>
          <p:cNvSpPr/>
          <p:nvPr/>
        </p:nvSpPr>
        <p:spPr>
          <a:xfrm>
            <a:off x="8279861" y="2617195"/>
            <a:ext cx="76200" cy="152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4B0E8B-8ACF-49E4-BE42-93E7B5165A9A}"/>
              </a:ext>
            </a:extLst>
          </p:cNvPr>
          <p:cNvCxnSpPr/>
          <p:nvPr/>
        </p:nvCxnSpPr>
        <p:spPr>
          <a:xfrm>
            <a:off x="8410996" y="2638460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0B8CC2-46E3-471C-B01E-C981AFD34382}"/>
              </a:ext>
            </a:extLst>
          </p:cNvPr>
          <p:cNvCxnSpPr/>
          <p:nvPr/>
        </p:nvCxnSpPr>
        <p:spPr>
          <a:xfrm flipH="1">
            <a:off x="8410996" y="2638460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321DA80-735A-47B5-88F0-D4DFCDED7DFB}"/>
              </a:ext>
            </a:extLst>
          </p:cNvPr>
          <p:cNvCxnSpPr/>
          <p:nvPr/>
        </p:nvCxnSpPr>
        <p:spPr>
          <a:xfrm>
            <a:off x="8410996" y="3090344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B1E002-44C8-4FFC-9B52-431A708DEF28}"/>
              </a:ext>
            </a:extLst>
          </p:cNvPr>
          <p:cNvCxnSpPr/>
          <p:nvPr/>
        </p:nvCxnSpPr>
        <p:spPr>
          <a:xfrm flipH="1">
            <a:off x="8410996" y="3090344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706E0F-8702-4369-9D0F-D16BBA71F96C}"/>
              </a:ext>
            </a:extLst>
          </p:cNvPr>
          <p:cNvCxnSpPr/>
          <p:nvPr/>
        </p:nvCxnSpPr>
        <p:spPr>
          <a:xfrm>
            <a:off x="8410996" y="3558176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19576B-48A8-493F-A170-190C1BE1B9D4}"/>
              </a:ext>
            </a:extLst>
          </p:cNvPr>
          <p:cNvCxnSpPr/>
          <p:nvPr/>
        </p:nvCxnSpPr>
        <p:spPr>
          <a:xfrm flipH="1">
            <a:off x="8410996" y="3558176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A4BC3E-39AF-438A-8829-F8BEDA45CEFD}"/>
              </a:ext>
            </a:extLst>
          </p:cNvPr>
          <p:cNvCxnSpPr/>
          <p:nvPr/>
        </p:nvCxnSpPr>
        <p:spPr>
          <a:xfrm>
            <a:off x="8410996" y="4020693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7A83A7-354B-41AF-AB73-8FDF886D7239}"/>
              </a:ext>
            </a:extLst>
          </p:cNvPr>
          <p:cNvCxnSpPr/>
          <p:nvPr/>
        </p:nvCxnSpPr>
        <p:spPr>
          <a:xfrm flipH="1">
            <a:off x="8410996" y="4020693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0CD3233-CECE-4C09-8193-BEB397998839}"/>
              </a:ext>
            </a:extLst>
          </p:cNvPr>
          <p:cNvSpPr/>
          <p:nvPr/>
        </p:nvSpPr>
        <p:spPr>
          <a:xfrm>
            <a:off x="7572796" y="2502895"/>
            <a:ext cx="838200" cy="3810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A90818-D3C6-482D-967E-1EB7ACDB8A0D}"/>
              </a:ext>
            </a:extLst>
          </p:cNvPr>
          <p:cNvSpPr/>
          <p:nvPr/>
        </p:nvSpPr>
        <p:spPr>
          <a:xfrm>
            <a:off x="7572796" y="2976044"/>
            <a:ext cx="838200" cy="3810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2365442-2251-4B95-8113-3EA22F06AA31}"/>
              </a:ext>
            </a:extLst>
          </p:cNvPr>
          <p:cNvSpPr/>
          <p:nvPr/>
        </p:nvSpPr>
        <p:spPr>
          <a:xfrm>
            <a:off x="7572796" y="3443876"/>
            <a:ext cx="838200" cy="3810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72D7D8-48E3-437B-BDB5-0BBDA572C4B6}"/>
              </a:ext>
            </a:extLst>
          </p:cNvPr>
          <p:cNvSpPr/>
          <p:nvPr/>
        </p:nvSpPr>
        <p:spPr>
          <a:xfrm>
            <a:off x="7572796" y="3906393"/>
            <a:ext cx="838200" cy="3810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3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SLC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36301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Test loaded in LLC cache.</a:t>
            </a:r>
          </a:p>
          <a:p>
            <a:r>
              <a:rPr lang="en-US" dirty="0"/>
              <a:t>No traffic allowed outside the tile.</a:t>
            </a:r>
          </a:p>
          <a:p>
            <a:pPr lvl="1"/>
            <a:r>
              <a:rPr lang="en-US" dirty="0"/>
              <a:t>Only communication between the core and the collocated CHA is allowed.</a:t>
            </a:r>
          </a:p>
          <a:p>
            <a:r>
              <a:rPr lang="en-US" dirty="0"/>
              <a:t>All cores runs the same code @ same time.</a:t>
            </a:r>
          </a:p>
          <a:p>
            <a:r>
              <a:rPr lang="en-US" dirty="0"/>
              <a:t>How to check it:</a:t>
            </a:r>
          </a:p>
          <a:p>
            <a:pPr lvl="1"/>
            <a:r>
              <a:rPr lang="en-US" dirty="0"/>
              <a:t>Sig-mode</a:t>
            </a:r>
          </a:p>
          <a:p>
            <a:pPr lvl="1"/>
            <a:r>
              <a:rPr lang="en-US" dirty="0" err="1"/>
              <a:t>Archstate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F3E117-B66C-46AF-A6E2-61C8196CC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“Tile” Isolated Content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BB4DC63-1339-460F-9419-E6BAB5DE4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342" y="1238250"/>
            <a:ext cx="3314700" cy="43815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BE0B054-67AC-4CA4-AE62-A32C0FC8A0F3}"/>
              </a:ext>
            </a:extLst>
          </p:cNvPr>
          <p:cNvSpPr/>
          <p:nvPr/>
        </p:nvSpPr>
        <p:spPr>
          <a:xfrm>
            <a:off x="9586192" y="2766219"/>
            <a:ext cx="838200" cy="4572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5BA3B7-5384-45F6-B6D8-6589BD7D3679}"/>
              </a:ext>
            </a:extLst>
          </p:cNvPr>
          <p:cNvSpPr/>
          <p:nvPr/>
        </p:nvSpPr>
        <p:spPr>
          <a:xfrm>
            <a:off x="9587078" y="3223419"/>
            <a:ext cx="838200" cy="450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086737-3903-4326-AF2B-C7F220071C77}"/>
              </a:ext>
            </a:extLst>
          </p:cNvPr>
          <p:cNvSpPr/>
          <p:nvPr/>
        </p:nvSpPr>
        <p:spPr>
          <a:xfrm>
            <a:off x="9586192" y="3756819"/>
            <a:ext cx="8382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9D50CD-8EF0-4BCD-84B3-45870F4D816E}"/>
              </a:ext>
            </a:extLst>
          </p:cNvPr>
          <p:cNvSpPr/>
          <p:nvPr/>
        </p:nvSpPr>
        <p:spPr>
          <a:xfrm>
            <a:off x="9587078" y="4214019"/>
            <a:ext cx="8382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B22996-07DB-4312-9580-E861F53283A6}"/>
              </a:ext>
            </a:extLst>
          </p:cNvPr>
          <p:cNvCxnSpPr/>
          <p:nvPr/>
        </p:nvCxnSpPr>
        <p:spPr>
          <a:xfrm>
            <a:off x="8976592" y="2939884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53CE57-25C2-4B80-9941-7ECDFA11446B}"/>
              </a:ext>
            </a:extLst>
          </p:cNvPr>
          <p:cNvCxnSpPr/>
          <p:nvPr/>
        </p:nvCxnSpPr>
        <p:spPr>
          <a:xfrm flipH="1">
            <a:off x="8976592" y="2939884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00BB34-E263-40BD-A738-248A4D8452F5}"/>
              </a:ext>
            </a:extLst>
          </p:cNvPr>
          <p:cNvCxnSpPr/>
          <p:nvPr/>
        </p:nvCxnSpPr>
        <p:spPr>
          <a:xfrm>
            <a:off x="8976592" y="3372275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F608BD1-4F71-44D8-BE5D-3BB5EE7C968D}"/>
              </a:ext>
            </a:extLst>
          </p:cNvPr>
          <p:cNvCxnSpPr/>
          <p:nvPr/>
        </p:nvCxnSpPr>
        <p:spPr>
          <a:xfrm flipH="1">
            <a:off x="8976592" y="3372275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FF62C4-700E-441D-9994-EFC7AB53E051}"/>
              </a:ext>
            </a:extLst>
          </p:cNvPr>
          <p:cNvCxnSpPr/>
          <p:nvPr/>
        </p:nvCxnSpPr>
        <p:spPr>
          <a:xfrm>
            <a:off x="8981908" y="3871119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ADDEC24-FBA3-4AE0-97BD-37C5AAD5C615}"/>
              </a:ext>
            </a:extLst>
          </p:cNvPr>
          <p:cNvCxnSpPr/>
          <p:nvPr/>
        </p:nvCxnSpPr>
        <p:spPr>
          <a:xfrm flipH="1">
            <a:off x="8976592" y="3871119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14C26B6-1BBC-4E96-A20E-B3351969E6D7}"/>
              </a:ext>
            </a:extLst>
          </p:cNvPr>
          <p:cNvCxnSpPr/>
          <p:nvPr/>
        </p:nvCxnSpPr>
        <p:spPr>
          <a:xfrm>
            <a:off x="8976592" y="4259207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E50A2C-9156-462F-A97A-10F7A70A0A2C}"/>
              </a:ext>
            </a:extLst>
          </p:cNvPr>
          <p:cNvCxnSpPr/>
          <p:nvPr/>
        </p:nvCxnSpPr>
        <p:spPr>
          <a:xfrm flipH="1">
            <a:off x="8976592" y="4259207"/>
            <a:ext cx="15240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66C3D40-B958-4896-A717-57180ECC7E7E}"/>
              </a:ext>
            </a:extLst>
          </p:cNvPr>
          <p:cNvSpPr/>
          <p:nvPr/>
        </p:nvSpPr>
        <p:spPr>
          <a:xfrm>
            <a:off x="7681192" y="2787484"/>
            <a:ext cx="2743200" cy="435935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564ABBB-EA6A-4CCC-A2C2-69B3A699B2E8}"/>
              </a:ext>
            </a:extLst>
          </p:cNvPr>
          <p:cNvSpPr/>
          <p:nvPr/>
        </p:nvSpPr>
        <p:spPr>
          <a:xfrm>
            <a:off x="7686508" y="3246456"/>
            <a:ext cx="2743200" cy="435935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5836DC4-34D7-42CA-8428-B606CFFD49F3}"/>
              </a:ext>
            </a:extLst>
          </p:cNvPr>
          <p:cNvSpPr/>
          <p:nvPr/>
        </p:nvSpPr>
        <p:spPr>
          <a:xfrm>
            <a:off x="7686508" y="3721376"/>
            <a:ext cx="2743200" cy="435935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4CD44BA-0791-4250-8277-C5ED277E259A}"/>
              </a:ext>
            </a:extLst>
          </p:cNvPr>
          <p:cNvSpPr/>
          <p:nvPr/>
        </p:nvSpPr>
        <p:spPr>
          <a:xfrm>
            <a:off x="7681192" y="4176804"/>
            <a:ext cx="2743200" cy="435935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8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773172"/>
            <a:ext cx="6324601" cy="44613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Test loaded in LLC cache.</a:t>
            </a:r>
          </a:p>
          <a:p>
            <a:pPr lvl="1"/>
            <a:r>
              <a:rPr lang="en-US" dirty="0"/>
              <a:t>Same as SLC to support UTC.</a:t>
            </a:r>
          </a:p>
          <a:p>
            <a:r>
              <a:rPr lang="en-US" dirty="0"/>
              <a:t>No traffic allowed outside the SOC.</a:t>
            </a:r>
          </a:p>
          <a:p>
            <a:pPr lvl="1"/>
            <a:r>
              <a:rPr lang="en-US" dirty="0"/>
              <a:t>We cannot go to the memories or PCIe with requests.</a:t>
            </a:r>
          </a:p>
          <a:p>
            <a:r>
              <a:rPr lang="en-US" dirty="0"/>
              <a:t>Closest to System/PPV we could be.</a:t>
            </a:r>
          </a:p>
          <a:p>
            <a:r>
              <a:rPr lang="en-US" dirty="0"/>
              <a:t>Usually, 1 core wakes up and wake the other cores.</a:t>
            </a:r>
          </a:p>
          <a:p>
            <a:r>
              <a:rPr lang="en-US" dirty="0"/>
              <a:t>How to check it:</a:t>
            </a:r>
          </a:p>
          <a:p>
            <a:pPr lvl="1"/>
            <a:r>
              <a:rPr lang="en-US" dirty="0" err="1"/>
              <a:t>Archstate</a:t>
            </a:r>
            <a:endParaRPr lang="en-US" dirty="0"/>
          </a:p>
          <a:p>
            <a:pPr lvl="1"/>
            <a:r>
              <a:rPr lang="en-US" dirty="0"/>
              <a:t>Self-checks.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F3E117-B66C-46AF-A6E2-61C8196CC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62854"/>
            <a:ext cx="5429864" cy="530454"/>
          </a:xfrm>
        </p:spPr>
        <p:txBody>
          <a:bodyPr/>
          <a:lstStyle/>
          <a:p>
            <a:r>
              <a:rPr lang="en-US" dirty="0"/>
              <a:t>SOC Isolated Content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101D65-FB8C-4ADF-8818-0AFB29AB0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760" y="1083100"/>
            <a:ext cx="3314700" cy="43815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D2F1286-57A2-48BB-AD1D-59CA73C017B4}"/>
              </a:ext>
            </a:extLst>
          </p:cNvPr>
          <p:cNvSpPr/>
          <p:nvPr/>
        </p:nvSpPr>
        <p:spPr>
          <a:xfrm>
            <a:off x="9641610" y="2611069"/>
            <a:ext cx="838200" cy="4572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480AEF-67F6-49A8-889D-7361CFE1C704}"/>
              </a:ext>
            </a:extLst>
          </p:cNvPr>
          <p:cNvSpPr/>
          <p:nvPr/>
        </p:nvSpPr>
        <p:spPr>
          <a:xfrm>
            <a:off x="9642496" y="3068269"/>
            <a:ext cx="838200" cy="450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20AC65-8004-4453-9EA5-9A25A4DADD7C}"/>
              </a:ext>
            </a:extLst>
          </p:cNvPr>
          <p:cNvSpPr/>
          <p:nvPr/>
        </p:nvSpPr>
        <p:spPr>
          <a:xfrm>
            <a:off x="9641610" y="3601669"/>
            <a:ext cx="8382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9A5E74-8921-4CEB-B7D7-16EDC4F91506}"/>
              </a:ext>
            </a:extLst>
          </p:cNvPr>
          <p:cNvSpPr/>
          <p:nvPr/>
        </p:nvSpPr>
        <p:spPr>
          <a:xfrm>
            <a:off x="9642496" y="4058869"/>
            <a:ext cx="8382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519720E-B1B5-42F1-BB50-F124A84F2677}"/>
              </a:ext>
            </a:extLst>
          </p:cNvPr>
          <p:cNvSpPr/>
          <p:nvPr/>
        </p:nvSpPr>
        <p:spPr>
          <a:xfrm>
            <a:off x="7412761" y="1083100"/>
            <a:ext cx="3314700" cy="43815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1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D60E-8A43-485E-97D0-1E7E060A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“Sub Flavors”</a:t>
            </a:r>
          </a:p>
        </p:txBody>
      </p:sp>
    </p:spTree>
    <p:extLst>
      <p:ext uri="{BB962C8B-B14F-4D97-AF65-F5344CB8AC3E}">
        <p14:creationId xmlns:p14="http://schemas.microsoft.com/office/powerpoint/2010/main" val="2149658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SLC/FC - Dragon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4754419" cy="46866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conditions as SLC or FC</a:t>
            </a:r>
          </a:p>
          <a:p>
            <a:r>
              <a:rPr lang="en-US" dirty="0"/>
              <a:t>Content is created for stress.</a:t>
            </a:r>
          </a:p>
          <a:p>
            <a:r>
              <a:rPr lang="en-US" dirty="0"/>
              <a:t>Not structurally measured.</a:t>
            </a:r>
          </a:p>
          <a:p>
            <a:pPr lvl="1"/>
            <a:r>
              <a:rPr lang="en-US" dirty="0"/>
              <a:t>No coverage data.</a:t>
            </a:r>
          </a:p>
          <a:p>
            <a:pPr lvl="1"/>
            <a:r>
              <a:rPr lang="en-US" dirty="0"/>
              <a:t>Effectiveness is based on DPM impact.</a:t>
            </a:r>
          </a:p>
          <a:p>
            <a:r>
              <a:rPr lang="en-US" dirty="0"/>
              <a:t>Even more expensive than SLC.</a:t>
            </a:r>
          </a:p>
          <a:p>
            <a:r>
              <a:rPr lang="en-US" dirty="0"/>
              <a:t>Multiple types of algorithms for best coverage on System.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0AFE98-1FB8-4D43-BA4F-9F5C2EAF38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52" y="2207492"/>
            <a:ext cx="6327749" cy="290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2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SLC – Lockstep Widget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09BB02-4249-4B98-A774-CECAB5DC8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639945"/>
            <a:ext cx="10972800" cy="438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3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SLC – Lockstep Content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4754419" cy="46866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content as SLC.</a:t>
            </a:r>
          </a:p>
          <a:p>
            <a:pPr lvl="1"/>
            <a:r>
              <a:rPr lang="en-US" dirty="0"/>
              <a:t>Different configuration before running.</a:t>
            </a:r>
          </a:p>
          <a:p>
            <a:r>
              <a:rPr lang="en-US" dirty="0"/>
              <a:t>Content is created to ensure 2 cores can be synchronized together.</a:t>
            </a:r>
          </a:p>
          <a:p>
            <a:r>
              <a:rPr lang="en-US" dirty="0"/>
              <a:t>Key items:</a:t>
            </a:r>
          </a:p>
          <a:p>
            <a:pPr lvl="1"/>
            <a:r>
              <a:rPr lang="en-US" dirty="0"/>
              <a:t>1 core request via IDI.</a:t>
            </a:r>
          </a:p>
          <a:p>
            <a:pPr lvl="1"/>
            <a:r>
              <a:rPr lang="en-US" dirty="0"/>
              <a:t>1 response duplicates to both cores.</a:t>
            </a:r>
          </a:p>
          <a:p>
            <a:pPr lvl="1"/>
            <a:r>
              <a:rPr lang="en-US" dirty="0"/>
              <a:t>Comparison checkers compare every request.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BBC9A-3417-49A1-B439-1E61056D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218" y="1295400"/>
            <a:ext cx="3352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8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SLC – Lockstep BIST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BC8AF4-2A34-46D8-A1D8-8D14CF61B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496292"/>
            <a:ext cx="4264892" cy="4686689"/>
          </a:xfrm>
        </p:spPr>
        <p:txBody>
          <a:bodyPr>
            <a:normAutofit/>
          </a:bodyPr>
          <a:lstStyle/>
          <a:p>
            <a:r>
              <a:rPr lang="en-US" dirty="0"/>
              <a:t>Not really Functional.</a:t>
            </a:r>
          </a:p>
          <a:p>
            <a:r>
              <a:rPr lang="en-US" dirty="0"/>
              <a:t>BIST = Built in-Self Test</a:t>
            </a:r>
          </a:p>
          <a:p>
            <a:r>
              <a:rPr lang="en-US" dirty="0"/>
              <a:t>We program LFSRs to “simulate” core traffic thru checkers.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AB8A01-E885-4909-84E9-574619AC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327" y="2181622"/>
            <a:ext cx="6583182" cy="283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7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2B31-6696-4B70-8D77-15532D8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- MOSBFT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151DF1-1938-47A5-98E0-F2D04807E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253515"/>
            <a:ext cx="10972800" cy="525462"/>
          </a:xfrm>
        </p:spPr>
        <p:txBody>
          <a:bodyPr/>
          <a:lstStyle/>
          <a:p>
            <a:r>
              <a:rPr lang="en-US" dirty="0"/>
              <a:t>Test intent is to generate traffic on the MESH/CCF area.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ECF38-C1B8-41E4-91F6-BE604959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78" y="1778977"/>
            <a:ext cx="7348370" cy="45550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EA9279-3D62-470E-85F6-1236CD28CD3D}"/>
              </a:ext>
            </a:extLst>
          </p:cNvPr>
          <p:cNvSpPr/>
          <p:nvPr/>
        </p:nvSpPr>
        <p:spPr>
          <a:xfrm>
            <a:off x="6975865" y="1797249"/>
            <a:ext cx="3754639" cy="1557585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MEMSS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CA84E-5762-4196-9289-9E44E9238A4E}"/>
              </a:ext>
            </a:extLst>
          </p:cNvPr>
          <p:cNvSpPr/>
          <p:nvPr/>
        </p:nvSpPr>
        <p:spPr>
          <a:xfrm>
            <a:off x="3142242" y="1797249"/>
            <a:ext cx="3458879" cy="1535827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I/O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9B406-3C6C-4F34-B055-B09311C1D7DF}"/>
              </a:ext>
            </a:extLst>
          </p:cNvPr>
          <p:cNvSpPr/>
          <p:nvPr/>
        </p:nvSpPr>
        <p:spPr>
          <a:xfrm>
            <a:off x="5780871" y="3333076"/>
            <a:ext cx="2614750" cy="2558004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CCF area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1C7338-F393-4B64-8F96-8AB55276412F}"/>
              </a:ext>
            </a:extLst>
          </p:cNvPr>
          <p:cNvSpPr/>
          <p:nvPr/>
        </p:nvSpPr>
        <p:spPr>
          <a:xfrm rot="20429680">
            <a:off x="2862454" y="3572820"/>
            <a:ext cx="3084946" cy="1856509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UNCORE Configuration is faster to enable.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CD6CDC6-BC05-4768-8968-A860AF801EB6}"/>
              </a:ext>
            </a:extLst>
          </p:cNvPr>
          <p:cNvSpPr/>
          <p:nvPr/>
        </p:nvSpPr>
        <p:spPr>
          <a:xfrm>
            <a:off x="5728885" y="3009093"/>
            <a:ext cx="879865" cy="647964"/>
          </a:xfrm>
          <a:prstGeom prst="mathMultiply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1B81CA3-202F-4919-9927-BF26322C3D12}"/>
              </a:ext>
            </a:extLst>
          </p:cNvPr>
          <p:cNvSpPr/>
          <p:nvPr/>
        </p:nvSpPr>
        <p:spPr>
          <a:xfrm>
            <a:off x="7236336" y="3020361"/>
            <a:ext cx="879865" cy="647964"/>
          </a:xfrm>
          <a:prstGeom prst="mathMultiply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52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2B31-6696-4B70-8D77-15532D8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- MPM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151DF1-1938-47A5-98E0-F2D04807E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253515"/>
            <a:ext cx="10972800" cy="525462"/>
          </a:xfrm>
        </p:spPr>
        <p:txBody>
          <a:bodyPr/>
          <a:lstStyle/>
          <a:p>
            <a:r>
              <a:rPr lang="en-US" dirty="0"/>
              <a:t>Test intent is to generate traffic from the cores to MC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ECF38-C1B8-41E4-91F6-BE604959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78" y="1778977"/>
            <a:ext cx="7348370" cy="45550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EA9279-3D62-470E-85F6-1236CD28CD3D}"/>
              </a:ext>
            </a:extLst>
          </p:cNvPr>
          <p:cNvSpPr/>
          <p:nvPr/>
        </p:nvSpPr>
        <p:spPr>
          <a:xfrm>
            <a:off x="6975865" y="1797249"/>
            <a:ext cx="3754639" cy="1557585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MEMSS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CA84E-5762-4196-9289-9E44E9238A4E}"/>
              </a:ext>
            </a:extLst>
          </p:cNvPr>
          <p:cNvSpPr/>
          <p:nvPr/>
        </p:nvSpPr>
        <p:spPr>
          <a:xfrm>
            <a:off x="3142242" y="1797249"/>
            <a:ext cx="3458879" cy="1535827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I/O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9B406-3C6C-4F34-B055-B09311C1D7DF}"/>
              </a:ext>
            </a:extLst>
          </p:cNvPr>
          <p:cNvSpPr/>
          <p:nvPr/>
        </p:nvSpPr>
        <p:spPr>
          <a:xfrm>
            <a:off x="5780871" y="3333076"/>
            <a:ext cx="2614750" cy="2558004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CCF area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1C7338-F393-4B64-8F96-8AB55276412F}"/>
              </a:ext>
            </a:extLst>
          </p:cNvPr>
          <p:cNvSpPr/>
          <p:nvPr/>
        </p:nvSpPr>
        <p:spPr>
          <a:xfrm rot="20429680">
            <a:off x="717820" y="2880756"/>
            <a:ext cx="4162537" cy="235152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UNCORE Configuration is complex.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Before the content executes the path between to the </a:t>
            </a:r>
            <a:r>
              <a:rPr lang="en-US" dirty="0" err="1">
                <a:solidFill>
                  <a:schemeClr val="tx1"/>
                </a:solidFill>
              </a:rPr>
              <a:t>MemSS</a:t>
            </a:r>
            <a:r>
              <a:rPr lang="en-US" dirty="0">
                <a:solidFill>
                  <a:schemeClr val="tx1"/>
                </a:solidFill>
              </a:rPr>
              <a:t> needs programing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Needs Memory Read Return feature Enabled.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This returns data in case a request appear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CD6CDC6-BC05-4768-8968-A860AF801EB6}"/>
              </a:ext>
            </a:extLst>
          </p:cNvPr>
          <p:cNvSpPr/>
          <p:nvPr/>
        </p:nvSpPr>
        <p:spPr>
          <a:xfrm>
            <a:off x="5728885" y="3009093"/>
            <a:ext cx="879865" cy="647964"/>
          </a:xfrm>
          <a:prstGeom prst="mathMultiply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56CAD999-3565-4008-B571-B63253419F8A}"/>
              </a:ext>
            </a:extLst>
          </p:cNvPr>
          <p:cNvCxnSpPr/>
          <p:nvPr/>
        </p:nvCxnSpPr>
        <p:spPr>
          <a:xfrm flipV="1">
            <a:off x="5509331" y="2453337"/>
            <a:ext cx="3265184" cy="2046916"/>
          </a:xfrm>
          <a:prstGeom prst="curvedConnector3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F8D31B5-7E4F-4676-95B2-358EE9F0749D}"/>
              </a:ext>
            </a:extLst>
          </p:cNvPr>
          <p:cNvCxnSpPr/>
          <p:nvPr/>
        </p:nvCxnSpPr>
        <p:spPr>
          <a:xfrm rot="10800000" flipV="1">
            <a:off x="5599576" y="2687160"/>
            <a:ext cx="3423422" cy="2059709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4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2B31-6696-4B70-8D77-15532D8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– NC (Non-POR for 7nm)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151DF1-1938-47A5-98E0-F2D04807E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253515"/>
            <a:ext cx="10972800" cy="525462"/>
          </a:xfrm>
        </p:spPr>
        <p:txBody>
          <a:bodyPr/>
          <a:lstStyle/>
          <a:p>
            <a:r>
              <a:rPr lang="en-US" dirty="0"/>
              <a:t>Test intent is to generate traffic from the cores to NC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ECF38-C1B8-41E4-91F6-BE604959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78" y="1778977"/>
            <a:ext cx="7348370" cy="45550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EA9279-3D62-470E-85F6-1236CD28CD3D}"/>
              </a:ext>
            </a:extLst>
          </p:cNvPr>
          <p:cNvSpPr/>
          <p:nvPr/>
        </p:nvSpPr>
        <p:spPr>
          <a:xfrm>
            <a:off x="6975865" y="1797249"/>
            <a:ext cx="3754639" cy="1557585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MEMSS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CA84E-5762-4196-9289-9E44E9238A4E}"/>
              </a:ext>
            </a:extLst>
          </p:cNvPr>
          <p:cNvSpPr/>
          <p:nvPr/>
        </p:nvSpPr>
        <p:spPr>
          <a:xfrm>
            <a:off x="3142242" y="1797249"/>
            <a:ext cx="3458879" cy="1535827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I/O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9B406-3C6C-4F34-B055-B09311C1D7DF}"/>
              </a:ext>
            </a:extLst>
          </p:cNvPr>
          <p:cNvSpPr/>
          <p:nvPr/>
        </p:nvSpPr>
        <p:spPr>
          <a:xfrm>
            <a:off x="5780871" y="3333076"/>
            <a:ext cx="2614750" cy="2558004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CCF area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31C7338-F393-4B64-8F96-8AB55276412F}"/>
              </a:ext>
            </a:extLst>
          </p:cNvPr>
          <p:cNvSpPr/>
          <p:nvPr/>
        </p:nvSpPr>
        <p:spPr>
          <a:xfrm rot="20429680">
            <a:off x="411657" y="3192610"/>
            <a:ext cx="4162537" cy="235152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UNCORE Configuration is complex.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Before the content executes the path between to the IO needs programing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Needs ATM feature Enabled.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This returns data in case a request appear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CD6CDC6-BC05-4768-8968-A860AF801EB6}"/>
              </a:ext>
            </a:extLst>
          </p:cNvPr>
          <p:cNvSpPr/>
          <p:nvPr/>
        </p:nvSpPr>
        <p:spPr>
          <a:xfrm>
            <a:off x="5728885" y="3009093"/>
            <a:ext cx="879865" cy="647964"/>
          </a:xfrm>
          <a:prstGeom prst="mathMultiply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56CAD999-3565-4008-B571-B63253419F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31430" y="2922352"/>
            <a:ext cx="2545793" cy="610012"/>
          </a:xfrm>
          <a:prstGeom prst="curved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F8D31B5-7E4F-4676-95B2-358EE9F074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50035" y="3297327"/>
            <a:ext cx="2705632" cy="193449"/>
          </a:xfrm>
          <a:prstGeom prst="curvedConnector3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21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2B31-6696-4B70-8D77-15532D8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- 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F892-D3D6-42F9-B3A8-633C7B5BAB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is?</a:t>
            </a:r>
          </a:p>
          <a:p>
            <a:pPr lvl="1"/>
            <a:r>
              <a:rPr lang="en-US" dirty="0"/>
              <a:t>Special states to reduce energy consumption.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Non-</a:t>
            </a:r>
            <a:r>
              <a:rPr lang="en-US" dirty="0" err="1"/>
              <a:t>deterministics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Complex content development.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Better coverage.</a:t>
            </a:r>
          </a:p>
          <a:p>
            <a:pPr lvl="1"/>
            <a:r>
              <a:rPr lang="en-US" dirty="0"/>
              <a:t>Reduces DPM.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86921-8A54-4533-A994-35B607C248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40662" y="1943248"/>
            <a:ext cx="4374371" cy="31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83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D60E-8A43-485E-97D0-1E7E060A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Checks</a:t>
            </a:r>
          </a:p>
        </p:txBody>
      </p:sp>
    </p:spTree>
    <p:extLst>
      <p:ext uri="{BB962C8B-B14F-4D97-AF65-F5344CB8AC3E}">
        <p14:creationId xmlns:p14="http://schemas.microsoft.com/office/powerpoint/2010/main" val="1505392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Arch-State - DR0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D73C20-C8AD-456D-A973-6F84CC358B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7442" y="4463474"/>
            <a:ext cx="4210050" cy="11144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F1BB-31F3-4CFA-8E4F-73D589E04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535" y="1931825"/>
            <a:ext cx="5429865" cy="21506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Most of the contents will perform these 2 instructions (mov and </a:t>
            </a:r>
            <a:r>
              <a:rPr lang="en-US" dirty="0" err="1"/>
              <a:t>hlt</a:t>
            </a:r>
            <a:r>
              <a:rPr lang="en-US" dirty="0"/>
              <a:t>) at the end of the code as a “passing” signature</a:t>
            </a:r>
          </a:p>
          <a:p>
            <a:r>
              <a:rPr lang="en-US" dirty="0" err="1"/>
              <a:t>Ucode</a:t>
            </a:r>
            <a:r>
              <a:rPr lang="en-US" dirty="0"/>
              <a:t> “</a:t>
            </a:r>
            <a:r>
              <a:rPr lang="en-US" dirty="0" err="1"/>
              <a:t>hlt</a:t>
            </a:r>
            <a:r>
              <a:rPr lang="en-US" dirty="0"/>
              <a:t>” instruction will copy the EBX value into one of the debug registers (DR0) under special SBFT conditions.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9CE2D4-7AD3-4035-BF7D-B4A5D745F8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92441"/>
              </p:ext>
            </p:extLst>
          </p:nvPr>
        </p:nvGraphicFramePr>
        <p:xfrm>
          <a:off x="4304145" y="59959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7190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A6174F-3605-4BB9-AE15-4E30D7EE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Self-Signature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1101D-40A2-42ED-A87B-803CCF778031}"/>
              </a:ext>
            </a:extLst>
          </p:cNvPr>
          <p:cNvSpPr txBox="1">
            <a:spLocks/>
          </p:cNvSpPr>
          <p:nvPr/>
        </p:nvSpPr>
        <p:spPr>
          <a:xfrm>
            <a:off x="511426" y="1220625"/>
            <a:ext cx="5429865" cy="47368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Coverage is a measure of all the gates the content toggle and observe.</a:t>
            </a:r>
          </a:p>
          <a:p>
            <a:pPr lvl="1"/>
            <a:r>
              <a:rPr lang="en-US" dirty="0"/>
              <a:t>Content could be toggling every single gate, if we cannot observe it we cannot consider it covered.</a:t>
            </a:r>
          </a:p>
          <a:p>
            <a:r>
              <a:rPr lang="en-US" dirty="0"/>
              <a:t>Signatures increases our observability points, hence, increase SBFT coverage.</a:t>
            </a:r>
          </a:p>
          <a:p>
            <a:r>
              <a:rPr lang="en-US" dirty="0"/>
              <a:t>In SBFT servers we don’t check signature, we compare each core signature against reference core.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No need to check what we are strobing.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New infra and DFT required.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36C4A6-E1D4-47B4-A720-C5FE701F3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354" y="1539475"/>
            <a:ext cx="4440382" cy="377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54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D60E-8A43-485E-97D0-1E7E060A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7949"/>
            <a:ext cx="10972800" cy="1199822"/>
          </a:xfrm>
        </p:spPr>
        <p:txBody>
          <a:bodyPr/>
          <a:lstStyle/>
          <a:p>
            <a:r>
              <a:rPr lang="en-US" dirty="0"/>
              <a:t>SBFT Challenges on Pre-silicon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8F8676-1A64-4A38-B950-A167C84E1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343297"/>
              </p:ext>
            </p:extLst>
          </p:nvPr>
        </p:nvGraphicFramePr>
        <p:xfrm>
          <a:off x="1956954" y="1824670"/>
          <a:ext cx="7820891" cy="408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080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D60E-8A43-485E-97D0-1E7E060A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7949"/>
            <a:ext cx="10972800" cy="1199822"/>
          </a:xfrm>
        </p:spPr>
        <p:txBody>
          <a:bodyPr/>
          <a:lstStyle/>
          <a:p>
            <a:r>
              <a:rPr lang="en-US" dirty="0"/>
              <a:t>SBFT Challenges </a:t>
            </a:r>
            <a:r>
              <a:rPr lang="en-US"/>
              <a:t>on Post-silicon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8F8676-1A64-4A38-B950-A167C84E1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101953"/>
              </p:ext>
            </p:extLst>
          </p:nvPr>
        </p:nvGraphicFramePr>
        <p:xfrm>
          <a:off x="2185554" y="2092524"/>
          <a:ext cx="7820891" cy="408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21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85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ntel2020-blue">
      <a:dk1>
        <a:srgbClr val="FFFFFF"/>
      </a:dk1>
      <a:lt1>
        <a:srgbClr val="525252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One">
      <a:majorFont>
        <a:latin typeface="IntelOne Display Light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5DEDD3-A516-4887-9699-C4AF5DDAEF87}"/>
</file>

<file path=customXml/itemProps2.xml><?xml version="1.0" encoding="utf-8"?>
<ds:datastoreItem xmlns:ds="http://schemas.openxmlformats.org/officeDocument/2006/customXml" ds:itemID="{D2951410-5974-4361-B0B5-2FB59B8FFC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6437DC-841E-4928-9997-E6E9A41E1BFE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4ad5718-e596-46ad-9d1f-fef20d21b21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1918</TotalTime>
  <Words>1023</Words>
  <Application>Microsoft Office PowerPoint</Application>
  <PresentationFormat>Widescreen</PresentationFormat>
  <Paragraphs>178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Wingdings</vt:lpstr>
      <vt:lpstr>Helvetica Neue Medium</vt:lpstr>
      <vt:lpstr>Intel Clear</vt:lpstr>
      <vt:lpstr>Arial</vt:lpstr>
      <vt:lpstr>IntelOne Display Regular</vt:lpstr>
      <vt:lpstr>IntelOne Display Light</vt:lpstr>
      <vt:lpstr>Office Theme</vt:lpstr>
      <vt:lpstr>HVM SBFT Intro</vt:lpstr>
      <vt:lpstr>What is SBFT</vt:lpstr>
      <vt:lpstr>HVM SBFT Stages</vt:lpstr>
      <vt:lpstr>Why do we need SBFT</vt:lpstr>
      <vt:lpstr>SBFT HVM Teams &amp; Deliverables</vt:lpstr>
      <vt:lpstr>SBFT “Flavors”</vt:lpstr>
      <vt:lpstr>MLC</vt:lpstr>
      <vt:lpstr>SLC</vt:lpstr>
      <vt:lpstr>FC</vt:lpstr>
      <vt:lpstr>SBFT “Sub Flavors”</vt:lpstr>
      <vt:lpstr>SLC/FC - Dragon</vt:lpstr>
      <vt:lpstr>SLC – Lockstep Widget</vt:lpstr>
      <vt:lpstr>SLC – Lockstep Content</vt:lpstr>
      <vt:lpstr>SLC – Lockstep BIST</vt:lpstr>
      <vt:lpstr>FC - MOSBFT</vt:lpstr>
      <vt:lpstr>FC - MPM</vt:lpstr>
      <vt:lpstr>FC – NC (Non-POR for 7nm)</vt:lpstr>
      <vt:lpstr>FC - PM</vt:lpstr>
      <vt:lpstr>SBFT Checks</vt:lpstr>
      <vt:lpstr>Arch-State - DR0</vt:lpstr>
      <vt:lpstr>Self-Signature</vt:lpstr>
      <vt:lpstr>SBFT Challenges on Pre-silicon</vt:lpstr>
      <vt:lpstr>SBFT Challenges on Post-silicon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lastModifiedBy>Cerdas Ramirez, Emanuel</cp:lastModifiedBy>
  <cp:revision>59</cp:revision>
  <dcterms:created xsi:type="dcterms:W3CDTF">2020-10-08T23:31:50Z</dcterms:created>
  <dcterms:modified xsi:type="dcterms:W3CDTF">2025-01-03T20:10:58Z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0x010100A80A9FE8E47E854D92A6F31317A3C608</vt:lpwstr>
  </property>
</Properties>
</file>