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741" r:id="rId3"/>
  </p:sldMasterIdLst>
  <p:notesMasterIdLst>
    <p:notesMasterId r:id="rId19"/>
  </p:notesMasterIdLst>
  <p:handoutMasterIdLst>
    <p:handoutMasterId r:id="rId20"/>
  </p:handoutMasterIdLst>
  <p:sldIdLst>
    <p:sldId id="2147470799" r:id="rId4"/>
    <p:sldId id="2147470800" r:id="rId5"/>
    <p:sldId id="2147470801" r:id="rId6"/>
    <p:sldId id="2147470802" r:id="rId7"/>
    <p:sldId id="2147470803" r:id="rId8"/>
    <p:sldId id="2147470792" r:id="rId9"/>
    <p:sldId id="2147470794" r:id="rId10"/>
    <p:sldId id="261" r:id="rId11"/>
    <p:sldId id="2147470805" r:id="rId12"/>
    <p:sldId id="266" r:id="rId13"/>
    <p:sldId id="2147470806" r:id="rId14"/>
    <p:sldId id="2147470807" r:id="rId15"/>
    <p:sldId id="2147470808" r:id="rId16"/>
    <p:sldId id="2147470809" r:id="rId17"/>
    <p:sldId id="214747079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31F07F-69AF-4D2C-B93B-E3AEE1924773}" v="85" dt="2024-05-13T21:55:31.0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79" autoAdjust="0"/>
    <p:restoredTop sz="94660"/>
  </p:normalViewPr>
  <p:slideViewPr>
    <p:cSldViewPr snapToGrid="0">
      <p:cViewPr varScale="1">
        <p:scale>
          <a:sx n="82" d="100"/>
          <a:sy n="82" d="100"/>
        </p:scale>
        <p:origin x="9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handoutMaster" Target="handoutMasters/handoutMaster1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28" Type="http://schemas.openxmlformats.org/officeDocument/2006/relationships/customXml" Target="../customXml/item2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Relationship Id="rId27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aiza Rodriguez, Carolina" userId="452c554e-af35-463e-8852-6367d45d5725" providerId="ADAL" clId="{B18FC8C6-0E5C-4340-909B-FE7104BE3E05}"/>
    <pc:docChg chg="undo redo custSel addSld delSld modSld sldOrd">
      <pc:chgData name="Loaiza Rodriguez, Carolina" userId="452c554e-af35-463e-8852-6367d45d5725" providerId="ADAL" clId="{B18FC8C6-0E5C-4340-909B-FE7104BE3E05}" dt="2024-04-26T21:50:30.043" v="902" actId="14100"/>
      <pc:docMkLst>
        <pc:docMk/>
      </pc:docMkLst>
      <pc:sldChg chg="modSp mod">
        <pc:chgData name="Loaiza Rodriguez, Carolina" userId="452c554e-af35-463e-8852-6367d45d5725" providerId="ADAL" clId="{B18FC8C6-0E5C-4340-909B-FE7104BE3E05}" dt="2024-04-12T16:36:30.267" v="1"/>
        <pc:sldMkLst>
          <pc:docMk/>
          <pc:sldMk cId="1026443625" sldId="256"/>
        </pc:sldMkLst>
        <pc:spChg chg="mod">
          <ac:chgData name="Loaiza Rodriguez, Carolina" userId="452c554e-af35-463e-8852-6367d45d5725" providerId="ADAL" clId="{B18FC8C6-0E5C-4340-909B-FE7104BE3E05}" dt="2024-04-12T16:36:30.267" v="1"/>
          <ac:spMkLst>
            <pc:docMk/>
            <pc:sldMk cId="1026443625" sldId="256"/>
            <ac:spMk id="3" creationId="{F243ABDB-3827-7550-B519-F860410E3608}"/>
          </ac:spMkLst>
        </pc:spChg>
      </pc:sldChg>
      <pc:sldChg chg="addSp delSp modSp mod">
        <pc:chgData name="Loaiza Rodriguez, Carolina" userId="452c554e-af35-463e-8852-6367d45d5725" providerId="ADAL" clId="{B18FC8C6-0E5C-4340-909B-FE7104BE3E05}" dt="2024-04-12T17:00:37.534" v="231" actId="1076"/>
        <pc:sldMkLst>
          <pc:docMk/>
          <pc:sldMk cId="2223347725" sldId="257"/>
        </pc:sldMkLst>
        <pc:spChg chg="add del">
          <ac:chgData name="Loaiza Rodriguez, Carolina" userId="452c554e-af35-463e-8852-6367d45d5725" providerId="ADAL" clId="{B18FC8C6-0E5C-4340-909B-FE7104BE3E05}" dt="2024-04-12T16:36:45.621" v="5" actId="478"/>
          <ac:spMkLst>
            <pc:docMk/>
            <pc:sldMk cId="2223347725" sldId="257"/>
            <ac:spMk id="2" creationId="{B9BC1A1C-C0B5-4134-85F0-F7580F396009}"/>
          </ac:spMkLst>
        </pc:spChg>
        <pc:spChg chg="mod">
          <ac:chgData name="Loaiza Rodriguez, Carolina" userId="452c554e-af35-463e-8852-6367d45d5725" providerId="ADAL" clId="{B18FC8C6-0E5C-4340-909B-FE7104BE3E05}" dt="2024-04-12T16:54:55.698" v="114" actId="27636"/>
          <ac:spMkLst>
            <pc:docMk/>
            <pc:sldMk cId="2223347725" sldId="257"/>
            <ac:spMk id="3" creationId="{F63BD7C6-9FB8-A30B-62B4-AD1ED62A03FE}"/>
          </ac:spMkLst>
        </pc:spChg>
        <pc:spChg chg="add del mod">
          <ac:chgData name="Loaiza Rodriguez, Carolina" userId="452c554e-af35-463e-8852-6367d45d5725" providerId="ADAL" clId="{B18FC8C6-0E5C-4340-909B-FE7104BE3E05}" dt="2024-04-12T16:36:45.621" v="5" actId="478"/>
          <ac:spMkLst>
            <pc:docMk/>
            <pc:sldMk cId="2223347725" sldId="257"/>
            <ac:spMk id="5" creationId="{4311BA14-3713-261A-4C47-5581AE540000}"/>
          </ac:spMkLst>
        </pc:spChg>
        <pc:spChg chg="add del mod">
          <ac:chgData name="Loaiza Rodriguez, Carolina" userId="452c554e-af35-463e-8852-6367d45d5725" providerId="ADAL" clId="{B18FC8C6-0E5C-4340-909B-FE7104BE3E05}" dt="2024-04-12T16:57:48.048" v="124"/>
          <ac:spMkLst>
            <pc:docMk/>
            <pc:sldMk cId="2223347725" sldId="257"/>
            <ac:spMk id="7" creationId="{9AA39A4C-0739-AAEF-67B2-03378269998F}"/>
          </ac:spMkLst>
        </pc:spChg>
        <pc:spChg chg="add mod">
          <ac:chgData name="Loaiza Rodriguez, Carolina" userId="452c554e-af35-463e-8852-6367d45d5725" providerId="ADAL" clId="{B18FC8C6-0E5C-4340-909B-FE7104BE3E05}" dt="2024-04-12T17:00:37.534" v="231" actId="1076"/>
          <ac:spMkLst>
            <pc:docMk/>
            <pc:sldMk cId="2223347725" sldId="257"/>
            <ac:spMk id="8" creationId="{4D87D3B9-55B7-BCFD-AE36-839376FBC931}"/>
          </ac:spMkLst>
        </pc:spChg>
        <pc:picChg chg="add mod">
          <ac:chgData name="Loaiza Rodriguez, Carolina" userId="452c554e-af35-463e-8852-6367d45d5725" providerId="ADAL" clId="{B18FC8C6-0E5C-4340-909B-FE7104BE3E05}" dt="2024-04-12T16:55:06.730" v="117" actId="1076"/>
          <ac:picMkLst>
            <pc:docMk/>
            <pc:sldMk cId="2223347725" sldId="257"/>
            <ac:picMk id="6" creationId="{D568FB0B-2477-B925-D9FF-E40E9E84E950}"/>
          </ac:picMkLst>
        </pc:picChg>
      </pc:sldChg>
      <pc:sldChg chg="delSp modSp mod ord">
        <pc:chgData name="Loaiza Rodriguez, Carolina" userId="452c554e-af35-463e-8852-6367d45d5725" providerId="ADAL" clId="{B18FC8C6-0E5C-4340-909B-FE7104BE3E05}" dt="2024-04-12T19:18:04.873" v="678" actId="20577"/>
        <pc:sldMkLst>
          <pc:docMk/>
          <pc:sldMk cId="4123945650" sldId="258"/>
        </pc:sldMkLst>
        <pc:spChg chg="del mod">
          <ac:chgData name="Loaiza Rodriguez, Carolina" userId="452c554e-af35-463e-8852-6367d45d5725" providerId="ADAL" clId="{B18FC8C6-0E5C-4340-909B-FE7104BE3E05}" dt="2024-04-12T17:18:39.531" v="285" actId="478"/>
          <ac:spMkLst>
            <pc:docMk/>
            <pc:sldMk cId="4123945650" sldId="258"/>
            <ac:spMk id="2" creationId="{045AADA9-0D1A-BC46-2B47-1A3B82038C36}"/>
          </ac:spMkLst>
        </pc:spChg>
        <pc:spChg chg="mod">
          <ac:chgData name="Loaiza Rodriguez, Carolina" userId="452c554e-af35-463e-8852-6367d45d5725" providerId="ADAL" clId="{B18FC8C6-0E5C-4340-909B-FE7104BE3E05}" dt="2024-04-12T19:18:04.873" v="678" actId="20577"/>
          <ac:spMkLst>
            <pc:docMk/>
            <pc:sldMk cId="4123945650" sldId="258"/>
            <ac:spMk id="3" creationId="{7B2ABBC4-2A03-85D5-5061-D8D021DDA0B3}"/>
          </ac:spMkLst>
        </pc:spChg>
      </pc:sldChg>
      <pc:sldChg chg="addSp delSp modSp mod">
        <pc:chgData name="Loaiza Rodriguez, Carolina" userId="452c554e-af35-463e-8852-6367d45d5725" providerId="ADAL" clId="{B18FC8C6-0E5C-4340-909B-FE7104BE3E05}" dt="2024-04-12T19:20:58.621" v="758" actId="1076"/>
        <pc:sldMkLst>
          <pc:docMk/>
          <pc:sldMk cId="2034753287" sldId="259"/>
        </pc:sldMkLst>
        <pc:spChg chg="mod">
          <ac:chgData name="Loaiza Rodriguez, Carolina" userId="452c554e-af35-463e-8852-6367d45d5725" providerId="ADAL" clId="{B18FC8C6-0E5C-4340-909B-FE7104BE3E05}" dt="2024-04-12T19:20:55.099" v="757" actId="1076"/>
          <ac:spMkLst>
            <pc:docMk/>
            <pc:sldMk cId="2034753287" sldId="259"/>
            <ac:spMk id="3" creationId="{4ECCD5B3-2D06-2481-1B0A-6433B5E2FAB1}"/>
          </ac:spMkLst>
        </pc:spChg>
        <pc:spChg chg="mod">
          <ac:chgData name="Loaiza Rodriguez, Carolina" userId="452c554e-af35-463e-8852-6367d45d5725" providerId="ADAL" clId="{B18FC8C6-0E5C-4340-909B-FE7104BE3E05}" dt="2024-04-12T19:20:03.546" v="723" actId="1076"/>
          <ac:spMkLst>
            <pc:docMk/>
            <pc:sldMk cId="2034753287" sldId="259"/>
            <ac:spMk id="5" creationId="{0CD84DFC-2B13-5FE5-F71B-25F98272164B}"/>
          </ac:spMkLst>
        </pc:spChg>
        <pc:spChg chg="mod">
          <ac:chgData name="Loaiza Rodriguez, Carolina" userId="452c554e-af35-463e-8852-6367d45d5725" providerId="ADAL" clId="{B18FC8C6-0E5C-4340-909B-FE7104BE3E05}" dt="2024-04-12T19:20:03.546" v="723" actId="1076"/>
          <ac:spMkLst>
            <pc:docMk/>
            <pc:sldMk cId="2034753287" sldId="259"/>
            <ac:spMk id="6" creationId="{92DEC06C-A1D3-8453-C18C-32349DABDCBA}"/>
          </ac:spMkLst>
        </pc:spChg>
        <pc:spChg chg="add mod">
          <ac:chgData name="Loaiza Rodriguez, Carolina" userId="452c554e-af35-463e-8852-6367d45d5725" providerId="ADAL" clId="{B18FC8C6-0E5C-4340-909B-FE7104BE3E05}" dt="2024-04-12T19:20:03.546" v="723" actId="1076"/>
          <ac:spMkLst>
            <pc:docMk/>
            <pc:sldMk cId="2034753287" sldId="259"/>
            <ac:spMk id="11" creationId="{5D5FC2A3-E5D3-0ECD-EB3A-59F5A0589BDA}"/>
          </ac:spMkLst>
        </pc:spChg>
        <pc:spChg chg="add mod">
          <ac:chgData name="Loaiza Rodriguez, Carolina" userId="452c554e-af35-463e-8852-6367d45d5725" providerId="ADAL" clId="{B18FC8C6-0E5C-4340-909B-FE7104BE3E05}" dt="2024-04-12T19:20:23.253" v="750" actId="20577"/>
          <ac:spMkLst>
            <pc:docMk/>
            <pc:sldMk cId="2034753287" sldId="259"/>
            <ac:spMk id="12" creationId="{6FE21089-98BE-525F-C6D0-12612D6BC003}"/>
          </ac:spMkLst>
        </pc:spChg>
        <pc:picChg chg="add del mod">
          <ac:chgData name="Loaiza Rodriguez, Carolina" userId="452c554e-af35-463e-8852-6367d45d5725" providerId="ADAL" clId="{B18FC8C6-0E5C-4340-909B-FE7104BE3E05}" dt="2024-04-12T17:37:45.722" v="388" actId="478"/>
          <ac:picMkLst>
            <pc:docMk/>
            <pc:sldMk cId="2034753287" sldId="259"/>
            <ac:picMk id="4" creationId="{31526E5D-ACD4-6D34-0E6F-8760B0687B88}"/>
          </ac:picMkLst>
        </pc:picChg>
        <pc:picChg chg="add mod">
          <ac:chgData name="Loaiza Rodriguez, Carolina" userId="452c554e-af35-463e-8852-6367d45d5725" providerId="ADAL" clId="{B18FC8C6-0E5C-4340-909B-FE7104BE3E05}" dt="2024-04-12T19:20:44.149" v="751" actId="1076"/>
          <ac:picMkLst>
            <pc:docMk/>
            <pc:sldMk cId="2034753287" sldId="259"/>
            <ac:picMk id="8" creationId="{B96A3F22-06D1-7585-5CBE-E0F016D155F1}"/>
          </ac:picMkLst>
        </pc:picChg>
        <pc:picChg chg="add mod modCrop">
          <ac:chgData name="Loaiza Rodriguez, Carolina" userId="452c554e-af35-463e-8852-6367d45d5725" providerId="ADAL" clId="{B18FC8C6-0E5C-4340-909B-FE7104BE3E05}" dt="2024-04-12T19:20:58.621" v="758" actId="1076"/>
          <ac:picMkLst>
            <pc:docMk/>
            <pc:sldMk cId="2034753287" sldId="259"/>
            <ac:picMk id="10" creationId="{87C59B99-5B50-7564-8721-C8B6A52B3BE0}"/>
          </ac:picMkLst>
        </pc:picChg>
      </pc:sldChg>
      <pc:sldChg chg="del ord">
        <pc:chgData name="Loaiza Rodriguez, Carolina" userId="452c554e-af35-463e-8852-6367d45d5725" providerId="ADAL" clId="{B18FC8C6-0E5C-4340-909B-FE7104BE3E05}" dt="2024-04-12T17:55:21.903" v="520" actId="2696"/>
        <pc:sldMkLst>
          <pc:docMk/>
          <pc:sldMk cId="2495767476" sldId="260"/>
        </pc:sldMkLst>
      </pc:sldChg>
      <pc:sldChg chg="delSp modSp mod">
        <pc:chgData name="Loaiza Rodriguez, Carolina" userId="452c554e-af35-463e-8852-6367d45d5725" providerId="ADAL" clId="{B18FC8C6-0E5C-4340-909B-FE7104BE3E05}" dt="2024-04-12T19:23:58.687" v="771" actId="20577"/>
        <pc:sldMkLst>
          <pc:docMk/>
          <pc:sldMk cId="3130329297" sldId="261"/>
        </pc:sldMkLst>
        <pc:spChg chg="mod">
          <ac:chgData name="Loaiza Rodriguez, Carolina" userId="452c554e-af35-463e-8852-6367d45d5725" providerId="ADAL" clId="{B18FC8C6-0E5C-4340-909B-FE7104BE3E05}" dt="2024-04-12T19:23:58.687" v="771" actId="20577"/>
          <ac:spMkLst>
            <pc:docMk/>
            <pc:sldMk cId="3130329297" sldId="261"/>
            <ac:spMk id="2" creationId="{A5A36847-D5A0-1224-CBF8-2E36CACB3714}"/>
          </ac:spMkLst>
        </pc:spChg>
        <pc:spChg chg="del">
          <ac:chgData name="Loaiza Rodriguez, Carolina" userId="452c554e-af35-463e-8852-6367d45d5725" providerId="ADAL" clId="{B18FC8C6-0E5C-4340-909B-FE7104BE3E05}" dt="2024-04-12T17:59:28.238" v="566" actId="478"/>
          <ac:spMkLst>
            <pc:docMk/>
            <pc:sldMk cId="3130329297" sldId="261"/>
            <ac:spMk id="5" creationId="{4CD22B89-8F21-D455-CBCA-30300AE63A45}"/>
          </ac:spMkLst>
        </pc:spChg>
        <pc:graphicFrameChg chg="mod modGraphic">
          <ac:chgData name="Loaiza Rodriguez, Carolina" userId="452c554e-af35-463e-8852-6367d45d5725" providerId="ADAL" clId="{B18FC8C6-0E5C-4340-909B-FE7104BE3E05}" dt="2024-04-12T19:23:39.914" v="767" actId="1076"/>
          <ac:graphicFrameMkLst>
            <pc:docMk/>
            <pc:sldMk cId="3130329297" sldId="261"/>
            <ac:graphicFrameMk id="4" creationId="{19E4F061-50D5-9075-21E1-BD532990CB1F}"/>
          </ac:graphicFrameMkLst>
        </pc:graphicFrameChg>
      </pc:sldChg>
      <pc:sldChg chg="addSp delSp modSp mod">
        <pc:chgData name="Loaiza Rodriguez, Carolina" userId="452c554e-af35-463e-8852-6367d45d5725" providerId="ADAL" clId="{B18FC8C6-0E5C-4340-909B-FE7104BE3E05}" dt="2024-04-12T19:29:21.327" v="831" actId="27636"/>
        <pc:sldMkLst>
          <pc:docMk/>
          <pc:sldMk cId="2682604897" sldId="262"/>
        </pc:sldMkLst>
        <pc:spChg chg="mod">
          <ac:chgData name="Loaiza Rodriguez, Carolina" userId="452c554e-af35-463e-8852-6367d45d5725" providerId="ADAL" clId="{B18FC8C6-0E5C-4340-909B-FE7104BE3E05}" dt="2024-04-12T19:23:52.353" v="768" actId="313"/>
          <ac:spMkLst>
            <pc:docMk/>
            <pc:sldMk cId="2682604897" sldId="262"/>
            <ac:spMk id="2" creationId="{F093FB01-37C4-7659-DF94-51C765D104C6}"/>
          </ac:spMkLst>
        </pc:spChg>
        <pc:spChg chg="mod">
          <ac:chgData name="Loaiza Rodriguez, Carolina" userId="452c554e-af35-463e-8852-6367d45d5725" providerId="ADAL" clId="{B18FC8C6-0E5C-4340-909B-FE7104BE3E05}" dt="2024-04-12T19:29:21.327" v="831" actId="27636"/>
          <ac:spMkLst>
            <pc:docMk/>
            <pc:sldMk cId="2682604897" sldId="262"/>
            <ac:spMk id="3" creationId="{1225A35A-0C07-1D12-DEEC-86A6F50490E5}"/>
          </ac:spMkLst>
        </pc:spChg>
        <pc:graphicFrameChg chg="add del mod modGraphic">
          <ac:chgData name="Loaiza Rodriguez, Carolina" userId="452c554e-af35-463e-8852-6367d45d5725" providerId="ADAL" clId="{B18FC8C6-0E5C-4340-909B-FE7104BE3E05}" dt="2024-04-12T19:12:40.613" v="621" actId="478"/>
          <ac:graphicFrameMkLst>
            <pc:docMk/>
            <pc:sldMk cId="2682604897" sldId="262"/>
            <ac:graphicFrameMk id="4" creationId="{D61FEFF1-47DD-F2F3-3C01-21F562906E1F}"/>
          </ac:graphicFrameMkLst>
        </pc:graphicFrameChg>
        <pc:graphicFrameChg chg="add del mod modGraphic">
          <ac:chgData name="Loaiza Rodriguez, Carolina" userId="452c554e-af35-463e-8852-6367d45d5725" providerId="ADAL" clId="{B18FC8C6-0E5C-4340-909B-FE7104BE3E05}" dt="2024-04-12T19:13:36.110" v="641" actId="478"/>
          <ac:graphicFrameMkLst>
            <pc:docMk/>
            <pc:sldMk cId="2682604897" sldId="262"/>
            <ac:graphicFrameMk id="5" creationId="{99C62827-B980-3682-92A1-EE060A6145C3}"/>
          </ac:graphicFrameMkLst>
        </pc:graphicFrameChg>
      </pc:sldChg>
      <pc:sldChg chg="addSp delSp modSp del ord">
        <pc:chgData name="Loaiza Rodriguez, Carolina" userId="452c554e-af35-463e-8852-6367d45d5725" providerId="ADAL" clId="{B18FC8C6-0E5C-4340-909B-FE7104BE3E05}" dt="2024-04-12T19:14:09.042" v="647" actId="2696"/>
        <pc:sldMkLst>
          <pc:docMk/>
          <pc:sldMk cId="992168192" sldId="263"/>
        </pc:sldMkLst>
        <pc:spChg chg="add mod">
          <ac:chgData name="Loaiza Rodriguez, Carolina" userId="452c554e-af35-463e-8852-6367d45d5725" providerId="ADAL" clId="{B18FC8C6-0E5C-4340-909B-FE7104BE3E05}" dt="2024-04-12T19:13:46.845" v="642" actId="478"/>
          <ac:spMkLst>
            <pc:docMk/>
            <pc:sldMk cId="992168192" sldId="263"/>
            <ac:spMk id="3" creationId="{D273D1FD-E5C7-4B0F-DFDC-889F07B23626}"/>
          </ac:spMkLst>
        </pc:spChg>
        <pc:spChg chg="del">
          <ac:chgData name="Loaiza Rodriguez, Carolina" userId="452c554e-af35-463e-8852-6367d45d5725" providerId="ADAL" clId="{B18FC8C6-0E5C-4340-909B-FE7104BE3E05}" dt="2024-04-12T19:13:46.845" v="642" actId="478"/>
          <ac:spMkLst>
            <pc:docMk/>
            <pc:sldMk cId="992168192" sldId="263"/>
            <ac:spMk id="4" creationId="{FA23F9DB-07DB-64A1-1854-BF53B3A2CC09}"/>
          </ac:spMkLst>
        </pc:spChg>
      </pc:sldChg>
      <pc:sldChg chg="addSp delSp modSp mod">
        <pc:chgData name="Loaiza Rodriguez, Carolina" userId="452c554e-af35-463e-8852-6367d45d5725" providerId="ADAL" clId="{B18FC8C6-0E5C-4340-909B-FE7104BE3E05}" dt="2024-04-26T21:29:35.378" v="882" actId="478"/>
        <pc:sldMkLst>
          <pc:docMk/>
          <pc:sldMk cId="1168519297" sldId="264"/>
        </pc:sldMkLst>
        <pc:spChg chg="add del mod">
          <ac:chgData name="Loaiza Rodriguez, Carolina" userId="452c554e-af35-463e-8852-6367d45d5725" providerId="ADAL" clId="{B18FC8C6-0E5C-4340-909B-FE7104BE3E05}" dt="2024-04-26T21:29:35.378" v="882" actId="478"/>
          <ac:spMkLst>
            <pc:docMk/>
            <pc:sldMk cId="1168519297" sldId="264"/>
            <ac:spMk id="2" creationId="{227443B4-CA31-56E6-443A-4B44F18BE04B}"/>
          </ac:spMkLst>
        </pc:spChg>
        <pc:spChg chg="del mod">
          <ac:chgData name="Loaiza Rodriguez, Carolina" userId="452c554e-af35-463e-8852-6367d45d5725" providerId="ADAL" clId="{B18FC8C6-0E5C-4340-909B-FE7104BE3E05}" dt="2024-04-26T20:58:02.484" v="832" actId="22"/>
          <ac:spMkLst>
            <pc:docMk/>
            <pc:sldMk cId="1168519297" sldId="264"/>
            <ac:spMk id="3" creationId="{0D0D38E6-6948-D42A-E2C4-D3D9008A2181}"/>
          </ac:spMkLst>
        </pc:spChg>
        <pc:spChg chg="add del mod">
          <ac:chgData name="Loaiza Rodriguez, Carolina" userId="452c554e-af35-463e-8852-6367d45d5725" providerId="ADAL" clId="{B18FC8C6-0E5C-4340-909B-FE7104BE3E05}" dt="2024-04-26T21:29:18.503" v="876" actId="478"/>
          <ac:spMkLst>
            <pc:docMk/>
            <pc:sldMk cId="1168519297" sldId="264"/>
            <ac:spMk id="12" creationId="{EA87B296-02FF-EA19-7BF2-ACFAA3D5B820}"/>
          </ac:spMkLst>
        </pc:spChg>
        <pc:picChg chg="add del mod ord">
          <ac:chgData name="Loaiza Rodriguez, Carolina" userId="452c554e-af35-463e-8852-6367d45d5725" providerId="ADAL" clId="{B18FC8C6-0E5C-4340-909B-FE7104BE3E05}" dt="2024-04-26T21:29:11.873" v="875" actId="478"/>
          <ac:picMkLst>
            <pc:docMk/>
            <pc:sldMk cId="1168519297" sldId="264"/>
            <ac:picMk id="5" creationId="{EE6B1A74-D79A-B91F-698C-87B2423D74B5}"/>
          </ac:picMkLst>
        </pc:picChg>
        <pc:picChg chg="add mod modCrop">
          <ac:chgData name="Loaiza Rodriguez, Carolina" userId="452c554e-af35-463e-8852-6367d45d5725" providerId="ADAL" clId="{B18FC8C6-0E5C-4340-909B-FE7104BE3E05}" dt="2024-04-26T21:02:25.467" v="848" actId="14100"/>
          <ac:picMkLst>
            <pc:docMk/>
            <pc:sldMk cId="1168519297" sldId="264"/>
            <ac:picMk id="7" creationId="{481F7163-29C2-FE1C-B689-8F657D6DF59A}"/>
          </ac:picMkLst>
        </pc:picChg>
        <pc:picChg chg="add mod">
          <ac:chgData name="Loaiza Rodriguez, Carolina" userId="452c554e-af35-463e-8852-6367d45d5725" providerId="ADAL" clId="{B18FC8C6-0E5C-4340-909B-FE7104BE3E05}" dt="2024-04-26T21:02:07.562" v="844" actId="1076"/>
          <ac:picMkLst>
            <pc:docMk/>
            <pc:sldMk cId="1168519297" sldId="264"/>
            <ac:picMk id="8" creationId="{D92410D9-F1D8-157E-063A-085E95D35F42}"/>
          </ac:picMkLst>
        </pc:picChg>
        <pc:picChg chg="add mod">
          <ac:chgData name="Loaiza Rodriguez, Carolina" userId="452c554e-af35-463e-8852-6367d45d5725" providerId="ADAL" clId="{B18FC8C6-0E5C-4340-909B-FE7104BE3E05}" dt="2024-04-26T21:29:30.530" v="879" actId="1076"/>
          <ac:picMkLst>
            <pc:docMk/>
            <pc:sldMk cId="1168519297" sldId="264"/>
            <ac:picMk id="10" creationId="{46D7D192-5973-8240-A8B4-102F886F6EF1}"/>
          </ac:picMkLst>
        </pc:picChg>
      </pc:sldChg>
      <pc:sldChg chg="modSp del mod ord">
        <pc:chgData name="Loaiza Rodriguez, Carolina" userId="452c554e-af35-463e-8852-6367d45d5725" providerId="ADAL" clId="{B18FC8C6-0E5C-4340-909B-FE7104BE3E05}" dt="2024-04-12T19:14:47.226" v="651" actId="2696"/>
        <pc:sldMkLst>
          <pc:docMk/>
          <pc:sldMk cId="3322525090" sldId="265"/>
        </pc:sldMkLst>
        <pc:spChg chg="mod">
          <ac:chgData name="Loaiza Rodriguez, Carolina" userId="452c554e-af35-463e-8852-6367d45d5725" providerId="ADAL" clId="{B18FC8C6-0E5C-4340-909B-FE7104BE3E05}" dt="2024-04-12T19:14:42.243" v="650" actId="6549"/>
          <ac:spMkLst>
            <pc:docMk/>
            <pc:sldMk cId="3322525090" sldId="265"/>
            <ac:spMk id="4" creationId="{3C2C022A-7AD8-B3C1-DB09-DD6F9F7A714D}"/>
          </ac:spMkLst>
        </pc:spChg>
      </pc:sldChg>
      <pc:sldChg chg="delSp modSp mod ord">
        <pc:chgData name="Loaiza Rodriguez, Carolina" userId="452c554e-af35-463e-8852-6367d45d5725" providerId="ADAL" clId="{B18FC8C6-0E5C-4340-909B-FE7104BE3E05}" dt="2024-04-12T19:15:47.465" v="659"/>
        <pc:sldMkLst>
          <pc:docMk/>
          <pc:sldMk cId="2740701570" sldId="266"/>
        </pc:sldMkLst>
        <pc:spChg chg="mod">
          <ac:chgData name="Loaiza Rodriguez, Carolina" userId="452c554e-af35-463e-8852-6367d45d5725" providerId="ADAL" clId="{B18FC8C6-0E5C-4340-909B-FE7104BE3E05}" dt="2024-04-12T19:15:01.982" v="653"/>
          <ac:spMkLst>
            <pc:docMk/>
            <pc:sldMk cId="2740701570" sldId="266"/>
            <ac:spMk id="2" creationId="{6DCBBB38-8EB9-3533-86C8-6CAF907751D4}"/>
          </ac:spMkLst>
        </pc:spChg>
        <pc:spChg chg="del mod">
          <ac:chgData name="Loaiza Rodriguez, Carolina" userId="452c554e-af35-463e-8852-6367d45d5725" providerId="ADAL" clId="{B18FC8C6-0E5C-4340-909B-FE7104BE3E05}" dt="2024-04-12T19:15:03.336" v="654" actId="478"/>
          <ac:spMkLst>
            <pc:docMk/>
            <pc:sldMk cId="2740701570" sldId="266"/>
            <ac:spMk id="5" creationId="{B5D47CFF-2976-BD52-B5E6-2BFB47F670AF}"/>
          </ac:spMkLst>
        </pc:spChg>
        <pc:graphicFrameChg chg="mod">
          <ac:chgData name="Loaiza Rodriguez, Carolina" userId="452c554e-af35-463e-8852-6367d45d5725" providerId="ADAL" clId="{B18FC8C6-0E5C-4340-909B-FE7104BE3E05}" dt="2024-04-12T19:15:35.073" v="657"/>
          <ac:graphicFrameMkLst>
            <pc:docMk/>
            <pc:sldMk cId="2740701570" sldId="266"/>
            <ac:graphicFrameMk id="4" creationId="{F0ACF2D7-74EA-B653-412D-1AAFB5EC17A2}"/>
          </ac:graphicFrameMkLst>
        </pc:graphicFrameChg>
      </pc:sldChg>
      <pc:sldChg chg="del">
        <pc:chgData name="Loaiza Rodriguez, Carolina" userId="452c554e-af35-463e-8852-6367d45d5725" providerId="ADAL" clId="{B18FC8C6-0E5C-4340-909B-FE7104BE3E05}" dt="2024-04-12T19:16:25.101" v="660" actId="2696"/>
        <pc:sldMkLst>
          <pc:docMk/>
          <pc:sldMk cId="1881614317" sldId="267"/>
        </pc:sldMkLst>
      </pc:sldChg>
      <pc:sldChg chg="delSp modSp mod ord">
        <pc:chgData name="Loaiza Rodriguez, Carolina" userId="452c554e-af35-463e-8852-6367d45d5725" providerId="ADAL" clId="{B18FC8C6-0E5C-4340-909B-FE7104BE3E05}" dt="2024-04-12T19:21:58.558" v="762" actId="478"/>
        <pc:sldMkLst>
          <pc:docMk/>
          <pc:sldMk cId="3858131763" sldId="268"/>
        </pc:sldMkLst>
        <pc:spChg chg="del">
          <ac:chgData name="Loaiza Rodriguez, Carolina" userId="452c554e-af35-463e-8852-6367d45d5725" providerId="ADAL" clId="{B18FC8C6-0E5C-4340-909B-FE7104BE3E05}" dt="2024-04-12T19:21:58.558" v="762" actId="478"/>
          <ac:spMkLst>
            <pc:docMk/>
            <pc:sldMk cId="3858131763" sldId="268"/>
            <ac:spMk id="2" creationId="{0DC4C790-382A-372B-7493-2078CB2799D3}"/>
          </ac:spMkLst>
        </pc:spChg>
        <pc:spChg chg="mod">
          <ac:chgData name="Loaiza Rodriguez, Carolina" userId="452c554e-af35-463e-8852-6367d45d5725" providerId="ADAL" clId="{B18FC8C6-0E5C-4340-909B-FE7104BE3E05}" dt="2024-04-12T19:21:56.224" v="761" actId="1076"/>
          <ac:spMkLst>
            <pc:docMk/>
            <pc:sldMk cId="3858131763" sldId="268"/>
            <ac:spMk id="3" creationId="{5F03C59B-A6AB-164B-531A-8551D6B9E87D}"/>
          </ac:spMkLst>
        </pc:spChg>
      </pc:sldChg>
      <pc:sldChg chg="addSp delSp modSp new mod ord">
        <pc:chgData name="Loaiza Rodriguez, Carolina" userId="452c554e-af35-463e-8852-6367d45d5725" providerId="ADAL" clId="{B18FC8C6-0E5C-4340-909B-FE7104BE3E05}" dt="2024-04-26T21:18:53.026" v="855" actId="21"/>
        <pc:sldMkLst>
          <pc:docMk/>
          <pc:sldMk cId="2825155287" sldId="2147470792"/>
        </pc:sldMkLst>
        <pc:spChg chg="del">
          <ac:chgData name="Loaiza Rodriguez, Carolina" userId="452c554e-af35-463e-8852-6367d45d5725" providerId="ADAL" clId="{B18FC8C6-0E5C-4340-909B-FE7104BE3E05}" dt="2024-04-12T17:18:46.967" v="286" actId="478"/>
          <ac:spMkLst>
            <pc:docMk/>
            <pc:sldMk cId="2825155287" sldId="2147470792"/>
            <ac:spMk id="2" creationId="{DC389C9B-C83A-81F7-DC66-185B66110272}"/>
          </ac:spMkLst>
        </pc:spChg>
        <pc:spChg chg="del mod">
          <ac:chgData name="Loaiza Rodriguez, Carolina" userId="452c554e-af35-463e-8852-6367d45d5725" providerId="ADAL" clId="{B18FC8C6-0E5C-4340-909B-FE7104BE3E05}" dt="2024-04-12T17:44:18.934" v="448" actId="22"/>
          <ac:spMkLst>
            <pc:docMk/>
            <pc:sldMk cId="2825155287" sldId="2147470792"/>
            <ac:spMk id="3" creationId="{1456A380-4877-24DE-EAE1-F69EEAF7D5BA}"/>
          </ac:spMkLst>
        </pc:spChg>
        <pc:spChg chg="add del">
          <ac:chgData name="Loaiza Rodriguez, Carolina" userId="452c554e-af35-463e-8852-6367d45d5725" providerId="ADAL" clId="{B18FC8C6-0E5C-4340-909B-FE7104BE3E05}" dt="2024-04-12T16:43:56.736" v="65" actId="22"/>
          <ac:spMkLst>
            <pc:docMk/>
            <pc:sldMk cId="2825155287" sldId="2147470792"/>
            <ac:spMk id="5" creationId="{BD94AFD9-4AE6-FAFE-703A-29843B51D437}"/>
          </ac:spMkLst>
        </pc:spChg>
        <pc:spChg chg="add mod">
          <ac:chgData name="Loaiza Rodriguez, Carolina" userId="452c554e-af35-463e-8852-6367d45d5725" providerId="ADAL" clId="{B18FC8C6-0E5C-4340-909B-FE7104BE3E05}" dt="2024-04-12T17:53:00.477" v="518" actId="122"/>
          <ac:spMkLst>
            <pc:docMk/>
            <pc:sldMk cId="2825155287" sldId="2147470792"/>
            <ac:spMk id="9" creationId="{EE4AE023-731F-C736-86B4-934EB73F93EA}"/>
          </ac:spMkLst>
        </pc:spChg>
        <pc:spChg chg="add del mod">
          <ac:chgData name="Loaiza Rodriguez, Carolina" userId="452c554e-af35-463e-8852-6367d45d5725" providerId="ADAL" clId="{B18FC8C6-0E5C-4340-909B-FE7104BE3E05}" dt="2024-04-12T17:50:54.988" v="504" actId="478"/>
          <ac:spMkLst>
            <pc:docMk/>
            <pc:sldMk cId="2825155287" sldId="2147470792"/>
            <ac:spMk id="13" creationId="{DDE26ECF-400C-2CAA-6ADE-0F2600FCB85E}"/>
          </ac:spMkLst>
        </pc:spChg>
        <pc:graphicFrameChg chg="add mod modGraphic">
          <ac:chgData name="Loaiza Rodriguez, Carolina" userId="452c554e-af35-463e-8852-6367d45d5725" providerId="ADAL" clId="{B18FC8C6-0E5C-4340-909B-FE7104BE3E05}" dt="2024-04-12T17:52:43.571" v="515" actId="1076"/>
          <ac:graphicFrameMkLst>
            <pc:docMk/>
            <pc:sldMk cId="2825155287" sldId="2147470792"/>
            <ac:graphicFrameMk id="8" creationId="{6C4FC22B-04B0-0245-1F5F-AA4C108AB274}"/>
          </ac:graphicFrameMkLst>
        </pc:graphicFrameChg>
        <pc:picChg chg="add del mod">
          <ac:chgData name="Loaiza Rodriguez, Carolina" userId="452c554e-af35-463e-8852-6367d45d5725" providerId="ADAL" clId="{B18FC8C6-0E5C-4340-909B-FE7104BE3E05}" dt="2024-04-26T21:18:53.026" v="855" actId="21"/>
          <ac:picMkLst>
            <pc:docMk/>
            <pc:sldMk cId="2825155287" sldId="2147470792"/>
            <ac:picMk id="3" creationId="{204E5AA2-6812-0D50-7B11-0EC0CDC50CFE}"/>
          </ac:picMkLst>
        </pc:picChg>
        <pc:picChg chg="add del mod ord">
          <ac:chgData name="Loaiza Rodriguez, Carolina" userId="452c554e-af35-463e-8852-6367d45d5725" providerId="ADAL" clId="{B18FC8C6-0E5C-4340-909B-FE7104BE3E05}" dt="2024-04-12T17:50:46.719" v="502" actId="478"/>
          <ac:picMkLst>
            <pc:docMk/>
            <pc:sldMk cId="2825155287" sldId="2147470792"/>
            <ac:picMk id="7" creationId="{7FCD9AF7-A7A8-6895-B3A5-EF9B002C031D}"/>
          </ac:picMkLst>
        </pc:picChg>
        <pc:picChg chg="add mod">
          <ac:chgData name="Loaiza Rodriguez, Carolina" userId="452c554e-af35-463e-8852-6367d45d5725" providerId="ADAL" clId="{B18FC8C6-0E5C-4340-909B-FE7104BE3E05}" dt="2024-04-12T17:54:05.869" v="519" actId="1076"/>
          <ac:picMkLst>
            <pc:docMk/>
            <pc:sldMk cId="2825155287" sldId="2147470792"/>
            <ac:picMk id="11" creationId="{328F8045-F5C9-3AE2-A339-43B223879111}"/>
          </ac:picMkLst>
        </pc:picChg>
      </pc:sldChg>
      <pc:sldChg chg="addSp delSp modSp new del mod">
        <pc:chgData name="Loaiza Rodriguez, Carolina" userId="452c554e-af35-463e-8852-6367d45d5725" providerId="ADAL" clId="{B18FC8C6-0E5C-4340-909B-FE7104BE3E05}" dt="2024-04-12T17:00:51.385" v="232" actId="2696"/>
        <pc:sldMkLst>
          <pc:docMk/>
          <pc:sldMk cId="91495619" sldId="2147470793"/>
        </pc:sldMkLst>
        <pc:spChg chg="mod">
          <ac:chgData name="Loaiza Rodriguez, Carolina" userId="452c554e-af35-463e-8852-6367d45d5725" providerId="ADAL" clId="{B18FC8C6-0E5C-4340-909B-FE7104BE3E05}" dt="2024-04-12T16:59:31.584" v="221" actId="5793"/>
          <ac:spMkLst>
            <pc:docMk/>
            <pc:sldMk cId="91495619" sldId="2147470793"/>
            <ac:spMk id="3" creationId="{0507042E-9671-6BD3-A397-8684BEAB6873}"/>
          </ac:spMkLst>
        </pc:spChg>
        <pc:picChg chg="add del mod">
          <ac:chgData name="Loaiza Rodriguez, Carolina" userId="452c554e-af35-463e-8852-6367d45d5725" providerId="ADAL" clId="{B18FC8C6-0E5C-4340-909B-FE7104BE3E05}" dt="2024-04-12T16:55:30.506" v="118" actId="478"/>
          <ac:picMkLst>
            <pc:docMk/>
            <pc:sldMk cId="91495619" sldId="2147470793"/>
            <ac:picMk id="5" creationId="{8F3BD04B-59FB-7FA5-B49D-24F90DE5B8F1}"/>
          </ac:picMkLst>
        </pc:picChg>
      </pc:sldChg>
      <pc:sldChg chg="addSp delSp modSp new mod">
        <pc:chgData name="Loaiza Rodriguez, Carolina" userId="452c554e-af35-463e-8852-6367d45d5725" providerId="ADAL" clId="{B18FC8C6-0E5C-4340-909B-FE7104BE3E05}" dt="2024-04-26T21:03:13.304" v="851" actId="22"/>
        <pc:sldMkLst>
          <pc:docMk/>
          <pc:sldMk cId="1525944110" sldId="2147470793"/>
        </pc:sldMkLst>
        <pc:spChg chg="del">
          <ac:chgData name="Loaiza Rodriguez, Carolina" userId="452c554e-af35-463e-8852-6367d45d5725" providerId="ADAL" clId="{B18FC8C6-0E5C-4340-909B-FE7104BE3E05}" dt="2024-04-26T21:03:13.304" v="851" actId="22"/>
          <ac:spMkLst>
            <pc:docMk/>
            <pc:sldMk cId="1525944110" sldId="2147470793"/>
            <ac:spMk id="3" creationId="{1E9D7EB5-411E-4EB8-1E9E-E9C1471B0002}"/>
          </ac:spMkLst>
        </pc:spChg>
        <pc:picChg chg="add mod ord">
          <ac:chgData name="Loaiza Rodriguez, Carolina" userId="452c554e-af35-463e-8852-6367d45d5725" providerId="ADAL" clId="{B18FC8C6-0E5C-4340-909B-FE7104BE3E05}" dt="2024-04-26T21:03:13.304" v="851" actId="22"/>
          <ac:picMkLst>
            <pc:docMk/>
            <pc:sldMk cId="1525944110" sldId="2147470793"/>
            <ac:picMk id="5" creationId="{6E0097D5-F2CC-8D53-0E1C-47E4E3703B06}"/>
          </ac:picMkLst>
        </pc:picChg>
      </pc:sldChg>
      <pc:sldChg chg="addSp delSp modSp new mod">
        <pc:chgData name="Loaiza Rodriguez, Carolina" userId="452c554e-af35-463e-8852-6367d45d5725" providerId="ADAL" clId="{B18FC8C6-0E5C-4340-909B-FE7104BE3E05}" dt="2024-04-26T21:23:31.125" v="872" actId="1076"/>
        <pc:sldMkLst>
          <pc:docMk/>
          <pc:sldMk cId="3612122284" sldId="2147470794"/>
        </pc:sldMkLst>
        <pc:spChg chg="del">
          <ac:chgData name="Loaiza Rodriguez, Carolina" userId="452c554e-af35-463e-8852-6367d45d5725" providerId="ADAL" clId="{B18FC8C6-0E5C-4340-909B-FE7104BE3E05}" dt="2024-04-26T21:22:52.463" v="867" actId="478"/>
          <ac:spMkLst>
            <pc:docMk/>
            <pc:sldMk cId="3612122284" sldId="2147470794"/>
            <ac:spMk id="2" creationId="{7332BE73-5BF5-3E21-6229-FCCA8218AB57}"/>
          </ac:spMkLst>
        </pc:spChg>
        <pc:spChg chg="del">
          <ac:chgData name="Loaiza Rodriguez, Carolina" userId="452c554e-af35-463e-8852-6367d45d5725" providerId="ADAL" clId="{B18FC8C6-0E5C-4340-909B-FE7104BE3E05}" dt="2024-04-26T21:18:59.767" v="857"/>
          <ac:spMkLst>
            <pc:docMk/>
            <pc:sldMk cId="3612122284" sldId="2147470794"/>
            <ac:spMk id="3" creationId="{0E3930B4-A2CD-ABC5-0009-3E99EE60BD95}"/>
          </ac:spMkLst>
        </pc:spChg>
        <pc:picChg chg="add mod">
          <ac:chgData name="Loaiza Rodriguez, Carolina" userId="452c554e-af35-463e-8852-6367d45d5725" providerId="ADAL" clId="{B18FC8C6-0E5C-4340-909B-FE7104BE3E05}" dt="2024-04-26T21:23:25.792" v="871" actId="1076"/>
          <ac:picMkLst>
            <pc:docMk/>
            <pc:sldMk cId="3612122284" sldId="2147470794"/>
            <ac:picMk id="4" creationId="{204E5AA2-6812-0D50-7B11-0EC0CDC50CFE}"/>
          </ac:picMkLst>
        </pc:picChg>
        <pc:picChg chg="add mod">
          <ac:chgData name="Loaiza Rodriguez, Carolina" userId="452c554e-af35-463e-8852-6367d45d5725" providerId="ADAL" clId="{B18FC8C6-0E5C-4340-909B-FE7104BE3E05}" dt="2024-04-26T21:23:31.125" v="872" actId="1076"/>
          <ac:picMkLst>
            <pc:docMk/>
            <pc:sldMk cId="3612122284" sldId="2147470794"/>
            <ac:picMk id="6" creationId="{795B5FB8-5A69-6934-9DB6-49CF0D61C5AA}"/>
          </ac:picMkLst>
        </pc:picChg>
      </pc:sldChg>
      <pc:sldChg chg="addSp delSp modSp new mod">
        <pc:chgData name="Loaiza Rodriguez, Carolina" userId="452c554e-af35-463e-8852-6367d45d5725" providerId="ADAL" clId="{B18FC8C6-0E5C-4340-909B-FE7104BE3E05}" dt="2024-04-26T21:50:30.043" v="902" actId="14100"/>
        <pc:sldMkLst>
          <pc:docMk/>
          <pc:sldMk cId="206989075" sldId="2147470795"/>
        </pc:sldMkLst>
        <pc:spChg chg="del">
          <ac:chgData name="Loaiza Rodriguez, Carolina" userId="452c554e-af35-463e-8852-6367d45d5725" providerId="ADAL" clId="{B18FC8C6-0E5C-4340-909B-FE7104BE3E05}" dt="2024-04-26T21:37:03.019" v="884" actId="22"/>
          <ac:spMkLst>
            <pc:docMk/>
            <pc:sldMk cId="206989075" sldId="2147470795"/>
            <ac:spMk id="3" creationId="{F1DDE9CA-02F1-0019-F615-2EE2DA9ADEC3}"/>
          </ac:spMkLst>
        </pc:spChg>
        <pc:spChg chg="add del mod">
          <ac:chgData name="Loaiza Rodriguez, Carolina" userId="452c554e-af35-463e-8852-6367d45d5725" providerId="ADAL" clId="{B18FC8C6-0E5C-4340-909B-FE7104BE3E05}" dt="2024-04-26T21:50:17.877" v="898" actId="22"/>
          <ac:spMkLst>
            <pc:docMk/>
            <pc:sldMk cId="206989075" sldId="2147470795"/>
            <ac:spMk id="14" creationId="{4BEB9FE7-E280-E878-E3F6-46319304CA99}"/>
          </ac:spMkLst>
        </pc:spChg>
        <pc:graphicFrameChg chg="add mod">
          <ac:chgData name="Loaiza Rodriguez, Carolina" userId="452c554e-af35-463e-8852-6367d45d5725" providerId="ADAL" clId="{B18FC8C6-0E5C-4340-909B-FE7104BE3E05}" dt="2024-04-26T21:40:42.771" v="886"/>
          <ac:graphicFrameMkLst>
            <pc:docMk/>
            <pc:sldMk cId="206989075" sldId="2147470795"/>
            <ac:graphicFrameMk id="6" creationId="{B2D79621-BCC8-0F61-E0FA-D4F3D340D36E}"/>
          </ac:graphicFrameMkLst>
        </pc:graphicFrameChg>
        <pc:picChg chg="add del mod ord">
          <ac:chgData name="Loaiza Rodriguez, Carolina" userId="452c554e-af35-463e-8852-6367d45d5725" providerId="ADAL" clId="{B18FC8C6-0E5C-4340-909B-FE7104BE3E05}" dt="2024-04-26T21:50:15.958" v="897" actId="478"/>
          <ac:picMkLst>
            <pc:docMk/>
            <pc:sldMk cId="206989075" sldId="2147470795"/>
            <ac:picMk id="5" creationId="{59328ED6-5DBF-CCBE-E3A4-5AD67E9DECA0}"/>
          </ac:picMkLst>
        </pc:picChg>
        <pc:picChg chg="add del mod">
          <ac:chgData name="Loaiza Rodriguez, Carolina" userId="452c554e-af35-463e-8852-6367d45d5725" providerId="ADAL" clId="{B18FC8C6-0E5C-4340-909B-FE7104BE3E05}" dt="2024-04-26T21:47:17.722" v="894" actId="478"/>
          <ac:picMkLst>
            <pc:docMk/>
            <pc:sldMk cId="206989075" sldId="2147470795"/>
            <ac:picMk id="8" creationId="{40FC1E6B-17A6-6D85-141A-BDF9A68A5049}"/>
          </ac:picMkLst>
        </pc:picChg>
        <pc:picChg chg="add del">
          <ac:chgData name="Loaiza Rodriguez, Carolina" userId="452c554e-af35-463e-8852-6367d45d5725" providerId="ADAL" clId="{B18FC8C6-0E5C-4340-909B-FE7104BE3E05}" dt="2024-04-26T21:47:13.687" v="893" actId="478"/>
          <ac:picMkLst>
            <pc:docMk/>
            <pc:sldMk cId="206989075" sldId="2147470795"/>
            <ac:picMk id="10" creationId="{11FCE085-AA7A-DA95-955F-5949599D1DBB}"/>
          </ac:picMkLst>
        </pc:picChg>
        <pc:picChg chg="add mod">
          <ac:chgData name="Loaiza Rodriguez, Carolina" userId="452c554e-af35-463e-8852-6367d45d5725" providerId="ADAL" clId="{B18FC8C6-0E5C-4340-909B-FE7104BE3E05}" dt="2024-04-26T21:50:24.919" v="901" actId="14100"/>
          <ac:picMkLst>
            <pc:docMk/>
            <pc:sldMk cId="206989075" sldId="2147470795"/>
            <ac:picMk id="12" creationId="{B1A7772A-FABB-5F86-73B2-9591F167A41D}"/>
          </ac:picMkLst>
        </pc:picChg>
        <pc:picChg chg="add mod ord">
          <ac:chgData name="Loaiza Rodriguez, Carolina" userId="452c554e-af35-463e-8852-6367d45d5725" providerId="ADAL" clId="{B18FC8C6-0E5C-4340-909B-FE7104BE3E05}" dt="2024-04-26T21:50:30.043" v="902" actId="14100"/>
          <ac:picMkLst>
            <pc:docMk/>
            <pc:sldMk cId="206989075" sldId="2147470795"/>
            <ac:picMk id="16" creationId="{D4FC0DC9-7A4F-B767-E79D-DA6DF6F32A7D}"/>
          </ac:picMkLst>
        </pc:picChg>
      </pc:sldChg>
    </pc:docChg>
  </pc:docChgLst>
  <pc:docChgLst>
    <pc:chgData name="Loaiza Rodriguez, Carolina" userId="452c554e-af35-463e-8852-6367d45d5725" providerId="ADAL" clId="{4E7B2123-1BA5-4ED7-AC22-B5E0154C7416}"/>
    <pc:docChg chg="undo custSel modSld">
      <pc:chgData name="Loaiza Rodriguez, Carolina" userId="452c554e-af35-463e-8852-6367d45d5725" providerId="ADAL" clId="{4E7B2123-1BA5-4ED7-AC22-B5E0154C7416}" dt="2024-02-06T19:46:19.629" v="44" actId="478"/>
      <pc:docMkLst>
        <pc:docMk/>
      </pc:docMkLst>
      <pc:sldChg chg="modSp mod">
        <pc:chgData name="Loaiza Rodriguez, Carolina" userId="452c554e-af35-463e-8852-6367d45d5725" providerId="ADAL" clId="{4E7B2123-1BA5-4ED7-AC22-B5E0154C7416}" dt="2024-02-06T19:45:04.346" v="38" actId="20577"/>
        <pc:sldMkLst>
          <pc:docMk/>
          <pc:sldMk cId="2223347725" sldId="257"/>
        </pc:sldMkLst>
        <pc:spChg chg="mod">
          <ac:chgData name="Loaiza Rodriguez, Carolina" userId="452c554e-af35-463e-8852-6367d45d5725" providerId="ADAL" clId="{4E7B2123-1BA5-4ED7-AC22-B5E0154C7416}" dt="2024-02-06T16:46:37.575" v="9" actId="20577"/>
          <ac:spMkLst>
            <pc:docMk/>
            <pc:sldMk cId="2223347725" sldId="257"/>
            <ac:spMk id="2" creationId="{B9BC1A1C-C0B5-4134-85F0-F7580F396009}"/>
          </ac:spMkLst>
        </pc:spChg>
        <pc:spChg chg="mod">
          <ac:chgData name="Loaiza Rodriguez, Carolina" userId="452c554e-af35-463e-8852-6367d45d5725" providerId="ADAL" clId="{4E7B2123-1BA5-4ED7-AC22-B5E0154C7416}" dt="2024-02-06T19:45:04.346" v="38" actId="20577"/>
          <ac:spMkLst>
            <pc:docMk/>
            <pc:sldMk cId="2223347725" sldId="257"/>
            <ac:spMk id="3" creationId="{F63BD7C6-9FB8-A30B-62B4-AD1ED62A03FE}"/>
          </ac:spMkLst>
        </pc:spChg>
      </pc:sldChg>
      <pc:sldChg chg="delSp modSp mod">
        <pc:chgData name="Loaiza Rodriguez, Carolina" userId="452c554e-af35-463e-8852-6367d45d5725" providerId="ADAL" clId="{4E7B2123-1BA5-4ED7-AC22-B5E0154C7416}" dt="2024-02-06T19:46:19.629" v="44" actId="478"/>
        <pc:sldMkLst>
          <pc:docMk/>
          <pc:sldMk cId="2034753287" sldId="259"/>
        </pc:sldMkLst>
        <pc:spChg chg="del">
          <ac:chgData name="Loaiza Rodriguez, Carolina" userId="452c554e-af35-463e-8852-6367d45d5725" providerId="ADAL" clId="{4E7B2123-1BA5-4ED7-AC22-B5E0154C7416}" dt="2024-02-06T19:46:19.629" v="44" actId="478"/>
          <ac:spMkLst>
            <pc:docMk/>
            <pc:sldMk cId="2034753287" sldId="259"/>
            <ac:spMk id="2" creationId="{9589BD0A-AB0A-9FFE-6E76-67CDF06E3CB8}"/>
          </ac:spMkLst>
        </pc:spChg>
        <pc:spChg chg="mod">
          <ac:chgData name="Loaiza Rodriguez, Carolina" userId="452c554e-af35-463e-8852-6367d45d5725" providerId="ADAL" clId="{4E7B2123-1BA5-4ED7-AC22-B5E0154C7416}" dt="2024-02-06T19:45:54.799" v="39"/>
          <ac:spMkLst>
            <pc:docMk/>
            <pc:sldMk cId="2034753287" sldId="259"/>
            <ac:spMk id="3" creationId="{4ECCD5B3-2D06-2481-1B0A-6433B5E2FAB1}"/>
          </ac:spMkLst>
        </pc:spChg>
        <pc:spChg chg="del mod">
          <ac:chgData name="Loaiza Rodriguez, Carolina" userId="452c554e-af35-463e-8852-6367d45d5725" providerId="ADAL" clId="{4E7B2123-1BA5-4ED7-AC22-B5E0154C7416}" dt="2024-02-06T19:46:10.284" v="43" actId="478"/>
          <ac:spMkLst>
            <pc:docMk/>
            <pc:sldMk cId="2034753287" sldId="259"/>
            <ac:spMk id="4" creationId="{1E604669-8CB3-256E-0ABF-F9986C7F16D7}"/>
          </ac:spMkLst>
        </pc:spChg>
      </pc:sldChg>
    </pc:docChg>
  </pc:docChgLst>
  <pc:docChgLst>
    <pc:chgData name="Loaiza Rodriguez, Carolina" userId="452c554e-af35-463e-8852-6367d45d5725" providerId="ADAL" clId="{5D31F07F-69AF-4D2C-B93B-E3AEE1924773}"/>
    <pc:docChg chg="undo custSel addSld delSld modSld sldOrd addMainMaster delMainMaster modMainMaster">
      <pc:chgData name="Loaiza Rodriguez, Carolina" userId="452c554e-af35-463e-8852-6367d45d5725" providerId="ADAL" clId="{5D31F07F-69AF-4D2C-B93B-E3AEE1924773}" dt="2024-05-14T19:36:23.161" v="540" actId="20577"/>
      <pc:docMkLst>
        <pc:docMk/>
      </pc:docMkLst>
      <pc:sldChg chg="del">
        <pc:chgData name="Loaiza Rodriguez, Carolina" userId="452c554e-af35-463e-8852-6367d45d5725" providerId="ADAL" clId="{5D31F07F-69AF-4D2C-B93B-E3AEE1924773}" dt="2024-05-13T20:31:33.631" v="264" actId="47"/>
        <pc:sldMkLst>
          <pc:docMk/>
          <pc:sldMk cId="1026443625" sldId="256"/>
        </pc:sldMkLst>
      </pc:sldChg>
      <pc:sldChg chg="addSp delSp modSp del mod">
        <pc:chgData name="Loaiza Rodriguez, Carolina" userId="452c554e-af35-463e-8852-6367d45d5725" providerId="ADAL" clId="{5D31F07F-69AF-4D2C-B93B-E3AEE1924773}" dt="2024-05-13T20:35:37.197" v="301" actId="2696"/>
        <pc:sldMkLst>
          <pc:docMk/>
          <pc:sldMk cId="2223347725" sldId="257"/>
        </pc:sldMkLst>
        <pc:spChg chg="del mod">
          <ac:chgData name="Loaiza Rodriguez, Carolina" userId="452c554e-af35-463e-8852-6367d45d5725" providerId="ADAL" clId="{5D31F07F-69AF-4D2C-B93B-E3AEE1924773}" dt="2024-05-13T20:32:55.095" v="272"/>
          <ac:spMkLst>
            <pc:docMk/>
            <pc:sldMk cId="2223347725" sldId="257"/>
            <ac:spMk id="2" creationId="{B9BC1A1C-C0B5-4134-85F0-F7580F396009}"/>
          </ac:spMkLst>
        </pc:spChg>
        <pc:spChg chg="add mod">
          <ac:chgData name="Loaiza Rodriguez, Carolina" userId="452c554e-af35-463e-8852-6367d45d5725" providerId="ADAL" clId="{5D31F07F-69AF-4D2C-B93B-E3AEE1924773}" dt="2024-05-13T20:32:55.095" v="272"/>
          <ac:spMkLst>
            <pc:docMk/>
            <pc:sldMk cId="2223347725" sldId="257"/>
            <ac:spMk id="4" creationId="{A324FC14-6D69-4828-AECA-3AEF77FCE00F}"/>
          </ac:spMkLst>
        </pc:spChg>
      </pc:sldChg>
      <pc:sldChg chg="addSp delSp modSp del mod">
        <pc:chgData name="Loaiza Rodriguez, Carolina" userId="452c554e-af35-463e-8852-6367d45d5725" providerId="ADAL" clId="{5D31F07F-69AF-4D2C-B93B-E3AEE1924773}" dt="2024-05-13T20:40:23.997" v="319" actId="47"/>
        <pc:sldMkLst>
          <pc:docMk/>
          <pc:sldMk cId="4123945650" sldId="258"/>
        </pc:sldMkLst>
        <pc:spChg chg="del mod">
          <ac:chgData name="Loaiza Rodriguez, Carolina" userId="452c554e-af35-463e-8852-6367d45d5725" providerId="ADAL" clId="{5D31F07F-69AF-4D2C-B93B-E3AEE1924773}" dt="2024-05-13T20:39:11.267" v="306" actId="21"/>
          <ac:spMkLst>
            <pc:docMk/>
            <pc:sldMk cId="4123945650" sldId="258"/>
            <ac:spMk id="3" creationId="{7B2ABBC4-2A03-85D5-5061-D8D021DDA0B3}"/>
          </ac:spMkLst>
        </pc:spChg>
        <pc:spChg chg="add mod">
          <ac:chgData name="Loaiza Rodriguez, Carolina" userId="452c554e-af35-463e-8852-6367d45d5725" providerId="ADAL" clId="{5D31F07F-69AF-4D2C-B93B-E3AEE1924773}" dt="2024-05-13T20:39:11.267" v="306" actId="21"/>
          <ac:spMkLst>
            <pc:docMk/>
            <pc:sldMk cId="4123945650" sldId="258"/>
            <ac:spMk id="4" creationId="{267BA794-A864-A283-A7DE-A42DC833DD51}"/>
          </ac:spMkLst>
        </pc:spChg>
      </pc:sldChg>
      <pc:sldChg chg="del">
        <pc:chgData name="Loaiza Rodriguez, Carolina" userId="452c554e-af35-463e-8852-6367d45d5725" providerId="ADAL" clId="{5D31F07F-69AF-4D2C-B93B-E3AEE1924773}" dt="2024-05-13T20:40:26.125" v="320" actId="47"/>
        <pc:sldMkLst>
          <pc:docMk/>
          <pc:sldMk cId="2034753287" sldId="259"/>
        </pc:sldMkLst>
      </pc:sldChg>
      <pc:sldChg chg="modSp add del mod ord modTransition">
        <pc:chgData name="Loaiza Rodriguez, Carolina" userId="452c554e-af35-463e-8852-6367d45d5725" providerId="ADAL" clId="{5D31F07F-69AF-4D2C-B93B-E3AEE1924773}" dt="2024-05-13T20:50:42.417" v="445"/>
        <pc:sldMkLst>
          <pc:docMk/>
          <pc:sldMk cId="3130329297" sldId="261"/>
        </pc:sldMkLst>
        <pc:spChg chg="mod">
          <ac:chgData name="Loaiza Rodriguez, Carolina" userId="452c554e-af35-463e-8852-6367d45d5725" providerId="ADAL" clId="{5D31F07F-69AF-4D2C-B93B-E3AEE1924773}" dt="2024-05-13T20:45:20.991" v="391"/>
          <ac:spMkLst>
            <pc:docMk/>
            <pc:sldMk cId="3130329297" sldId="261"/>
            <ac:spMk id="2" creationId="{A5A36847-D5A0-1224-CBF8-2E36CACB3714}"/>
          </ac:spMkLst>
        </pc:spChg>
        <pc:graphicFrameChg chg="modGraphic">
          <ac:chgData name="Loaiza Rodriguez, Carolina" userId="452c554e-af35-463e-8852-6367d45d5725" providerId="ADAL" clId="{5D31F07F-69AF-4D2C-B93B-E3AEE1924773}" dt="2024-05-13T20:01:33.288" v="99" actId="20577"/>
          <ac:graphicFrameMkLst>
            <pc:docMk/>
            <pc:sldMk cId="3130329297" sldId="261"/>
            <ac:graphicFrameMk id="4" creationId="{19E4F061-50D5-9075-21E1-BD532990CB1F}"/>
          </ac:graphicFrameMkLst>
        </pc:graphicFrameChg>
      </pc:sldChg>
      <pc:sldChg chg="addSp delSp modSp add del mod">
        <pc:chgData name="Loaiza Rodriguez, Carolina" userId="452c554e-af35-463e-8852-6367d45d5725" providerId="ADAL" clId="{5D31F07F-69AF-4D2C-B93B-E3AEE1924773}" dt="2024-05-13T20:47:28.159" v="421" actId="47"/>
        <pc:sldMkLst>
          <pc:docMk/>
          <pc:sldMk cId="2682604897" sldId="262"/>
        </pc:sldMkLst>
        <pc:spChg chg="mod">
          <ac:chgData name="Loaiza Rodriguez, Carolina" userId="452c554e-af35-463e-8852-6367d45d5725" providerId="ADAL" clId="{5D31F07F-69AF-4D2C-B93B-E3AEE1924773}" dt="2024-05-13T20:45:20.991" v="391"/>
          <ac:spMkLst>
            <pc:docMk/>
            <pc:sldMk cId="2682604897" sldId="262"/>
            <ac:spMk id="2" creationId="{F093FB01-37C4-7659-DF94-51C765D104C6}"/>
          </ac:spMkLst>
        </pc:spChg>
        <pc:spChg chg="mod">
          <ac:chgData name="Loaiza Rodriguez, Carolina" userId="452c554e-af35-463e-8852-6367d45d5725" providerId="ADAL" clId="{5D31F07F-69AF-4D2C-B93B-E3AEE1924773}" dt="2024-05-13T20:45:11.485" v="387"/>
          <ac:spMkLst>
            <pc:docMk/>
            <pc:sldMk cId="2682604897" sldId="262"/>
            <ac:spMk id="3" creationId="{1225A35A-0C07-1D12-DEEC-86A6F50490E5}"/>
          </ac:spMkLst>
        </pc:spChg>
        <pc:graphicFrameChg chg="add mod">
          <ac:chgData name="Loaiza Rodriguez, Carolina" userId="452c554e-af35-463e-8852-6367d45d5725" providerId="ADAL" clId="{5D31F07F-69AF-4D2C-B93B-E3AEE1924773}" dt="2024-05-13T19:53:46.273" v="10"/>
          <ac:graphicFrameMkLst>
            <pc:docMk/>
            <pc:sldMk cId="2682604897" sldId="262"/>
            <ac:graphicFrameMk id="4" creationId="{E97FD42F-EBAF-42B1-3F96-346391B8DE46}"/>
          </ac:graphicFrameMkLst>
        </pc:graphicFrameChg>
        <pc:graphicFrameChg chg="add mod">
          <ac:chgData name="Loaiza Rodriguez, Carolina" userId="452c554e-af35-463e-8852-6367d45d5725" providerId="ADAL" clId="{5D31F07F-69AF-4D2C-B93B-E3AEE1924773}" dt="2024-05-13T19:53:52.313" v="13"/>
          <ac:graphicFrameMkLst>
            <pc:docMk/>
            <pc:sldMk cId="2682604897" sldId="262"/>
            <ac:graphicFrameMk id="5" creationId="{1A84EFAF-84DB-AA5A-4715-CA80F45F067F}"/>
          </ac:graphicFrameMkLst>
        </pc:graphicFrameChg>
        <pc:graphicFrameChg chg="add del mod">
          <ac:chgData name="Loaiza Rodriguez, Carolina" userId="452c554e-af35-463e-8852-6367d45d5725" providerId="ADAL" clId="{5D31F07F-69AF-4D2C-B93B-E3AEE1924773}" dt="2024-05-13T20:00:13.188" v="81" actId="478"/>
          <ac:graphicFrameMkLst>
            <pc:docMk/>
            <pc:sldMk cId="2682604897" sldId="262"/>
            <ac:graphicFrameMk id="6" creationId="{1A82E0B9-6EED-F5B0-4B89-82163EDF5811}"/>
          </ac:graphicFrameMkLst>
        </pc:graphicFrameChg>
        <pc:graphicFrameChg chg="add del mod">
          <ac:chgData name="Loaiza Rodriguez, Carolina" userId="452c554e-af35-463e-8852-6367d45d5725" providerId="ADAL" clId="{5D31F07F-69AF-4D2C-B93B-E3AEE1924773}" dt="2024-05-13T20:00:15.672" v="82" actId="478"/>
          <ac:graphicFrameMkLst>
            <pc:docMk/>
            <pc:sldMk cId="2682604897" sldId="262"/>
            <ac:graphicFrameMk id="7" creationId="{49D473BF-F76D-CBAC-3A2D-537D3A82CAFD}"/>
          </ac:graphicFrameMkLst>
        </pc:graphicFrameChg>
      </pc:sldChg>
      <pc:sldChg chg="modSp add del mod">
        <pc:chgData name="Loaiza Rodriguez, Carolina" userId="452c554e-af35-463e-8852-6367d45d5725" providerId="ADAL" clId="{5D31F07F-69AF-4D2C-B93B-E3AEE1924773}" dt="2024-05-13T20:48:28.612" v="429" actId="47"/>
        <pc:sldMkLst>
          <pc:docMk/>
          <pc:sldMk cId="1168519297" sldId="264"/>
        </pc:sldMkLst>
        <pc:spChg chg="mod">
          <ac:chgData name="Loaiza Rodriguez, Carolina" userId="452c554e-af35-463e-8852-6367d45d5725" providerId="ADAL" clId="{5D31F07F-69AF-4D2C-B93B-E3AEE1924773}" dt="2024-05-13T19:59:46.906" v="80" actId="20577"/>
          <ac:spMkLst>
            <pc:docMk/>
            <pc:sldMk cId="1168519297" sldId="264"/>
            <ac:spMk id="2" creationId="{227443B4-CA31-56E6-443A-4B44F18BE04B}"/>
          </ac:spMkLst>
        </pc:spChg>
      </pc:sldChg>
      <pc:sldChg chg="modSp add del ord modTransition">
        <pc:chgData name="Loaiza Rodriguez, Carolina" userId="452c554e-af35-463e-8852-6367d45d5725" providerId="ADAL" clId="{5D31F07F-69AF-4D2C-B93B-E3AEE1924773}" dt="2024-05-13T20:50:42.417" v="445"/>
        <pc:sldMkLst>
          <pc:docMk/>
          <pc:sldMk cId="2740701570" sldId="266"/>
        </pc:sldMkLst>
        <pc:spChg chg="mod">
          <ac:chgData name="Loaiza Rodriguez, Carolina" userId="452c554e-af35-463e-8852-6367d45d5725" providerId="ADAL" clId="{5D31F07F-69AF-4D2C-B93B-E3AEE1924773}" dt="2024-05-13T20:45:20.991" v="391"/>
          <ac:spMkLst>
            <pc:docMk/>
            <pc:sldMk cId="2740701570" sldId="266"/>
            <ac:spMk id="2" creationId="{6DCBBB38-8EB9-3533-86C8-6CAF907751D4}"/>
          </ac:spMkLst>
        </pc:spChg>
      </pc:sldChg>
      <pc:sldChg chg="del ord">
        <pc:chgData name="Loaiza Rodriguez, Carolina" userId="452c554e-af35-463e-8852-6367d45d5725" providerId="ADAL" clId="{5D31F07F-69AF-4D2C-B93B-E3AEE1924773}" dt="2024-05-13T20:42:43.173" v="340" actId="47"/>
        <pc:sldMkLst>
          <pc:docMk/>
          <pc:sldMk cId="3858131763" sldId="268"/>
        </pc:sldMkLst>
      </pc:sldChg>
      <pc:sldChg chg="modSp add del">
        <pc:chgData name="Loaiza Rodriguez, Carolina" userId="452c554e-af35-463e-8852-6367d45d5725" providerId="ADAL" clId="{5D31F07F-69AF-4D2C-B93B-E3AEE1924773}" dt="2024-05-13T20:50:14.628" v="444" actId="47"/>
        <pc:sldMkLst>
          <pc:docMk/>
          <pc:sldMk cId="3734415154" sldId="270"/>
        </pc:sldMkLst>
        <pc:spChg chg="mod">
          <ac:chgData name="Loaiza Rodriguez, Carolina" userId="452c554e-af35-463e-8852-6367d45d5725" providerId="ADAL" clId="{5D31F07F-69AF-4D2C-B93B-E3AEE1924773}" dt="2024-05-13T20:45:20.829" v="389"/>
          <ac:spMkLst>
            <pc:docMk/>
            <pc:sldMk cId="3734415154" sldId="270"/>
            <ac:spMk id="2" creationId="{E9D1EB0E-F2A8-E440-BE17-D808F0AC00C7}"/>
          </ac:spMkLst>
        </pc:spChg>
        <pc:spChg chg="mod">
          <ac:chgData name="Loaiza Rodriguez, Carolina" userId="452c554e-af35-463e-8852-6367d45d5725" providerId="ADAL" clId="{5D31F07F-69AF-4D2C-B93B-E3AEE1924773}" dt="2024-05-13T20:45:20.829" v="389"/>
          <ac:spMkLst>
            <pc:docMk/>
            <pc:sldMk cId="3734415154" sldId="270"/>
            <ac:spMk id="3" creationId="{D2165D85-3302-415E-871F-83071D5CA6FA}"/>
          </ac:spMkLst>
        </pc:spChg>
        <pc:picChg chg="mod">
          <ac:chgData name="Loaiza Rodriguez, Carolina" userId="452c554e-af35-463e-8852-6367d45d5725" providerId="ADAL" clId="{5D31F07F-69AF-4D2C-B93B-E3AEE1924773}" dt="2024-05-13T20:45:20.829" v="389"/>
          <ac:picMkLst>
            <pc:docMk/>
            <pc:sldMk cId="3734415154" sldId="270"/>
            <ac:picMk id="5" creationId="{110BCEA8-2F61-4B2F-810E-79809EFD2B36}"/>
          </ac:picMkLst>
        </pc:picChg>
      </pc:sldChg>
      <pc:sldChg chg="modSp add del">
        <pc:chgData name="Loaiza Rodriguez, Carolina" userId="452c554e-af35-463e-8852-6367d45d5725" providerId="ADAL" clId="{5D31F07F-69AF-4D2C-B93B-E3AEE1924773}" dt="2024-05-13T20:50:10.208" v="442" actId="47"/>
        <pc:sldMkLst>
          <pc:docMk/>
          <pc:sldMk cId="3856083857" sldId="275"/>
        </pc:sldMkLst>
        <pc:spChg chg="mod">
          <ac:chgData name="Loaiza Rodriguez, Carolina" userId="452c554e-af35-463e-8852-6367d45d5725" providerId="ADAL" clId="{5D31F07F-69AF-4D2C-B93B-E3AEE1924773}" dt="2024-05-13T20:45:20.829" v="389"/>
          <ac:spMkLst>
            <pc:docMk/>
            <pc:sldMk cId="3856083857" sldId="275"/>
            <ac:spMk id="2" creationId="{F26875E7-81B4-0245-B12D-8BC88623F1D4}"/>
          </ac:spMkLst>
        </pc:spChg>
        <pc:spChg chg="mod">
          <ac:chgData name="Loaiza Rodriguez, Carolina" userId="452c554e-af35-463e-8852-6367d45d5725" providerId="ADAL" clId="{5D31F07F-69AF-4D2C-B93B-E3AEE1924773}" dt="2024-05-13T20:45:20.829" v="389"/>
          <ac:spMkLst>
            <pc:docMk/>
            <pc:sldMk cId="3856083857" sldId="275"/>
            <ac:spMk id="4" creationId="{49CFA30F-40D4-4CFB-A571-0180515CF48D}"/>
          </ac:spMkLst>
        </pc:spChg>
        <pc:spChg chg="mod">
          <ac:chgData name="Loaiza Rodriguez, Carolina" userId="452c554e-af35-463e-8852-6367d45d5725" providerId="ADAL" clId="{5D31F07F-69AF-4D2C-B93B-E3AEE1924773}" dt="2024-05-13T20:45:20.829" v="389"/>
          <ac:spMkLst>
            <pc:docMk/>
            <pc:sldMk cId="3856083857" sldId="275"/>
            <ac:spMk id="7" creationId="{B0F41568-89B4-4166-8BC4-506E5671D93C}"/>
          </ac:spMkLst>
        </pc:spChg>
        <pc:spChg chg="mod">
          <ac:chgData name="Loaiza Rodriguez, Carolina" userId="452c554e-af35-463e-8852-6367d45d5725" providerId="ADAL" clId="{5D31F07F-69AF-4D2C-B93B-E3AEE1924773}" dt="2024-05-13T20:45:20.829" v="389"/>
          <ac:spMkLst>
            <pc:docMk/>
            <pc:sldMk cId="3856083857" sldId="275"/>
            <ac:spMk id="12" creationId="{9691E512-174F-4CE4-876B-6EC2FB295500}"/>
          </ac:spMkLst>
        </pc:spChg>
      </pc:sldChg>
      <pc:sldChg chg="del">
        <pc:chgData name="Loaiza Rodriguez, Carolina" userId="452c554e-af35-463e-8852-6367d45d5725" providerId="ADAL" clId="{5D31F07F-69AF-4D2C-B93B-E3AEE1924773}" dt="2024-05-13T20:33:51.974" v="283" actId="47"/>
        <pc:sldMkLst>
          <pc:docMk/>
          <pc:sldMk cId="326920052" sldId="292"/>
        </pc:sldMkLst>
      </pc:sldChg>
      <pc:sldChg chg="modSp add del">
        <pc:chgData name="Loaiza Rodriguez, Carolina" userId="452c554e-af35-463e-8852-6367d45d5725" providerId="ADAL" clId="{5D31F07F-69AF-4D2C-B93B-E3AEE1924773}" dt="2024-05-13T20:50:13.055" v="443" actId="47"/>
        <pc:sldMkLst>
          <pc:docMk/>
          <pc:sldMk cId="1758287981" sldId="328"/>
        </pc:sldMkLst>
        <pc:spChg chg="mod">
          <ac:chgData name="Loaiza Rodriguez, Carolina" userId="452c554e-af35-463e-8852-6367d45d5725" providerId="ADAL" clId="{5D31F07F-69AF-4D2C-B93B-E3AEE1924773}" dt="2024-05-13T20:45:20.829" v="389"/>
          <ac:spMkLst>
            <pc:docMk/>
            <pc:sldMk cId="1758287981" sldId="328"/>
            <ac:spMk id="2" creationId="{5055CC22-DC2C-4C24-BE25-246FD2AA9618}"/>
          </ac:spMkLst>
        </pc:spChg>
        <pc:spChg chg="mod">
          <ac:chgData name="Loaiza Rodriguez, Carolina" userId="452c554e-af35-463e-8852-6367d45d5725" providerId="ADAL" clId="{5D31F07F-69AF-4D2C-B93B-E3AEE1924773}" dt="2024-05-13T20:45:20.829" v="389"/>
          <ac:spMkLst>
            <pc:docMk/>
            <pc:sldMk cId="1758287981" sldId="328"/>
            <ac:spMk id="3" creationId="{7F9BC731-8302-F649-AC03-AE0529A26FE7}"/>
          </ac:spMkLst>
        </pc:spChg>
      </pc:sldChg>
      <pc:sldChg chg="del">
        <pc:chgData name="Loaiza Rodriguez, Carolina" userId="452c554e-af35-463e-8852-6367d45d5725" providerId="ADAL" clId="{5D31F07F-69AF-4D2C-B93B-E3AEE1924773}" dt="2024-05-13T20:33:28.990" v="275" actId="47"/>
        <pc:sldMkLst>
          <pc:docMk/>
          <pc:sldMk cId="2958593569" sldId="2147373606"/>
        </pc:sldMkLst>
      </pc:sldChg>
      <pc:sldChg chg="del">
        <pc:chgData name="Loaiza Rodriguez, Carolina" userId="452c554e-af35-463e-8852-6367d45d5725" providerId="ADAL" clId="{5D31F07F-69AF-4D2C-B93B-E3AEE1924773}" dt="2024-05-13T20:33:25.058" v="274" actId="47"/>
        <pc:sldMkLst>
          <pc:docMk/>
          <pc:sldMk cId="2705056317" sldId="2147470721"/>
        </pc:sldMkLst>
      </pc:sldChg>
      <pc:sldChg chg="del">
        <pc:chgData name="Loaiza Rodriguez, Carolina" userId="452c554e-af35-463e-8852-6367d45d5725" providerId="ADAL" clId="{5D31F07F-69AF-4D2C-B93B-E3AEE1924773}" dt="2024-05-13T20:24:58.316" v="243" actId="47"/>
        <pc:sldMkLst>
          <pc:docMk/>
          <pc:sldMk cId="773936649" sldId="2147470786"/>
        </pc:sldMkLst>
      </pc:sldChg>
      <pc:sldChg chg="del">
        <pc:chgData name="Loaiza Rodriguez, Carolina" userId="452c554e-af35-463e-8852-6367d45d5725" providerId="ADAL" clId="{5D31F07F-69AF-4D2C-B93B-E3AEE1924773}" dt="2024-05-13T20:33:30.817" v="276" actId="47"/>
        <pc:sldMkLst>
          <pc:docMk/>
          <pc:sldMk cId="1890246259" sldId="2147470787"/>
        </pc:sldMkLst>
      </pc:sldChg>
      <pc:sldChg chg="del">
        <pc:chgData name="Loaiza Rodriguez, Carolina" userId="452c554e-af35-463e-8852-6367d45d5725" providerId="ADAL" clId="{5D31F07F-69AF-4D2C-B93B-E3AEE1924773}" dt="2024-05-13T20:33:37.004" v="277" actId="47"/>
        <pc:sldMkLst>
          <pc:docMk/>
          <pc:sldMk cId="2601413832" sldId="2147470789"/>
        </pc:sldMkLst>
      </pc:sldChg>
      <pc:sldChg chg="del">
        <pc:chgData name="Loaiza Rodriguez, Carolina" userId="452c554e-af35-463e-8852-6367d45d5725" providerId="ADAL" clId="{5D31F07F-69AF-4D2C-B93B-E3AEE1924773}" dt="2024-05-13T20:33:42.458" v="279" actId="47"/>
        <pc:sldMkLst>
          <pc:docMk/>
          <pc:sldMk cId="3721864086" sldId="2147470790"/>
        </pc:sldMkLst>
      </pc:sldChg>
      <pc:sldChg chg="add del modTransition">
        <pc:chgData name="Loaiza Rodriguez, Carolina" userId="452c554e-af35-463e-8852-6367d45d5725" providerId="ADAL" clId="{5D31F07F-69AF-4D2C-B93B-E3AEE1924773}" dt="2024-05-13T20:50:42.417" v="445"/>
        <pc:sldMkLst>
          <pc:docMk/>
          <pc:sldMk cId="1855428113" sldId="2147470791"/>
        </pc:sldMkLst>
      </pc:sldChg>
      <pc:sldChg chg="addSp modSp add del mod ord modTransition">
        <pc:chgData name="Loaiza Rodriguez, Carolina" userId="452c554e-af35-463e-8852-6367d45d5725" providerId="ADAL" clId="{5D31F07F-69AF-4D2C-B93B-E3AEE1924773}" dt="2024-05-13T20:50:42.417" v="445"/>
        <pc:sldMkLst>
          <pc:docMk/>
          <pc:sldMk cId="2825155287" sldId="2147470792"/>
        </pc:sldMkLst>
        <pc:spChg chg="mod">
          <ac:chgData name="Loaiza Rodriguez, Carolina" userId="452c554e-af35-463e-8852-6367d45d5725" providerId="ADAL" clId="{5D31F07F-69AF-4D2C-B93B-E3AEE1924773}" dt="2024-05-13T20:45:20.991" v="391"/>
          <ac:spMkLst>
            <pc:docMk/>
            <pc:sldMk cId="2825155287" sldId="2147470792"/>
            <ac:spMk id="9" creationId="{EE4AE023-731F-C736-86B4-934EB73F93EA}"/>
          </ac:spMkLst>
        </pc:spChg>
        <pc:graphicFrameChg chg="mod">
          <ac:chgData name="Loaiza Rodriguez, Carolina" userId="452c554e-af35-463e-8852-6367d45d5725" providerId="ADAL" clId="{5D31F07F-69AF-4D2C-B93B-E3AEE1924773}" dt="2024-05-13T20:45:11.485" v="387"/>
          <ac:graphicFrameMkLst>
            <pc:docMk/>
            <pc:sldMk cId="2825155287" sldId="2147470792"/>
            <ac:graphicFrameMk id="8" creationId="{6C4FC22B-04B0-0245-1F5F-AA4C108AB274}"/>
          </ac:graphicFrameMkLst>
        </pc:graphicFrameChg>
        <pc:picChg chg="add mod">
          <ac:chgData name="Loaiza Rodriguez, Carolina" userId="452c554e-af35-463e-8852-6367d45d5725" providerId="ADAL" clId="{5D31F07F-69AF-4D2C-B93B-E3AEE1924773}" dt="2024-05-13T20:45:06.618" v="383" actId="571"/>
          <ac:picMkLst>
            <pc:docMk/>
            <pc:sldMk cId="2825155287" sldId="2147470792"/>
            <ac:picMk id="2" creationId="{4C5762C5-6656-12EE-673B-34EBB134D00F}"/>
          </ac:picMkLst>
        </pc:picChg>
        <pc:picChg chg="mod">
          <ac:chgData name="Loaiza Rodriguez, Carolina" userId="452c554e-af35-463e-8852-6367d45d5725" providerId="ADAL" clId="{5D31F07F-69AF-4D2C-B93B-E3AEE1924773}" dt="2024-05-10T18:11:40.497" v="7" actId="1076"/>
          <ac:picMkLst>
            <pc:docMk/>
            <pc:sldMk cId="2825155287" sldId="2147470792"/>
            <ac:picMk id="11" creationId="{328F8045-F5C9-3AE2-A339-43B223879111}"/>
          </ac:picMkLst>
        </pc:picChg>
      </pc:sldChg>
      <pc:sldChg chg="modSp del mod">
        <pc:chgData name="Loaiza Rodriguez, Carolina" userId="452c554e-af35-463e-8852-6367d45d5725" providerId="ADAL" clId="{5D31F07F-69AF-4D2C-B93B-E3AEE1924773}" dt="2024-05-13T20:02:45.943" v="100" actId="47"/>
        <pc:sldMkLst>
          <pc:docMk/>
          <pc:sldMk cId="1525944110" sldId="2147470793"/>
        </pc:sldMkLst>
        <pc:spChg chg="mod">
          <ac:chgData name="Loaiza Rodriguez, Carolina" userId="452c554e-af35-463e-8852-6367d45d5725" providerId="ADAL" clId="{5D31F07F-69AF-4D2C-B93B-E3AEE1924773}" dt="2024-05-13T19:59:43.041" v="78" actId="20577"/>
          <ac:spMkLst>
            <pc:docMk/>
            <pc:sldMk cId="1525944110" sldId="2147470793"/>
            <ac:spMk id="2" creationId="{E9B03519-9C94-EEF4-9377-012F43EAA33B}"/>
          </ac:spMkLst>
        </pc:spChg>
      </pc:sldChg>
      <pc:sldChg chg="modSp add del ord modTransition">
        <pc:chgData name="Loaiza Rodriguez, Carolina" userId="452c554e-af35-463e-8852-6367d45d5725" providerId="ADAL" clId="{5D31F07F-69AF-4D2C-B93B-E3AEE1924773}" dt="2024-05-13T20:50:42.417" v="445"/>
        <pc:sldMkLst>
          <pc:docMk/>
          <pc:sldMk cId="3612122284" sldId="2147470794"/>
        </pc:sldMkLst>
        <pc:picChg chg="mod">
          <ac:chgData name="Loaiza Rodriguez, Carolina" userId="452c554e-af35-463e-8852-6367d45d5725" providerId="ADAL" clId="{5D31F07F-69AF-4D2C-B93B-E3AEE1924773}" dt="2024-05-13T20:45:20.991" v="391"/>
          <ac:picMkLst>
            <pc:docMk/>
            <pc:sldMk cId="3612122284" sldId="2147470794"/>
            <ac:picMk id="4" creationId="{204E5AA2-6812-0D50-7B11-0EC0CDC50CFE}"/>
          </ac:picMkLst>
        </pc:picChg>
      </pc:sldChg>
      <pc:sldChg chg="addSp modSp add del mod">
        <pc:chgData name="Loaiza Rodriguez, Carolina" userId="452c554e-af35-463e-8852-6367d45d5725" providerId="ADAL" clId="{5D31F07F-69AF-4D2C-B93B-E3AEE1924773}" dt="2024-05-13T20:49:08.332" v="435" actId="47"/>
        <pc:sldMkLst>
          <pc:docMk/>
          <pc:sldMk cId="206989075" sldId="2147470795"/>
        </pc:sldMkLst>
        <pc:spChg chg="mod">
          <ac:chgData name="Loaiza Rodriguez, Carolina" userId="452c554e-af35-463e-8852-6367d45d5725" providerId="ADAL" clId="{5D31F07F-69AF-4D2C-B93B-E3AEE1924773}" dt="2024-05-13T20:45:20.991" v="391"/>
          <ac:spMkLst>
            <pc:docMk/>
            <pc:sldMk cId="206989075" sldId="2147470795"/>
            <ac:spMk id="2" creationId="{95CEC894-CDB1-D62F-C3B6-F403318D83D6}"/>
          </ac:spMkLst>
        </pc:spChg>
        <pc:spChg chg="add mod">
          <ac:chgData name="Loaiza Rodriguez, Carolina" userId="452c554e-af35-463e-8852-6367d45d5725" providerId="ADAL" clId="{5D31F07F-69AF-4D2C-B93B-E3AEE1924773}" dt="2024-05-13T20:04:04.676" v="105" actId="34135"/>
          <ac:spMkLst>
            <pc:docMk/>
            <pc:sldMk cId="206989075" sldId="2147470795"/>
            <ac:spMk id="3" creationId="{B458FD96-9D38-82F5-B36A-79417589CD45}"/>
          </ac:spMkLst>
        </pc:spChg>
        <pc:picChg chg="mod">
          <ac:chgData name="Loaiza Rodriguez, Carolina" userId="452c554e-af35-463e-8852-6367d45d5725" providerId="ADAL" clId="{5D31F07F-69AF-4D2C-B93B-E3AEE1924773}" dt="2024-05-13T20:04:04.676" v="105" actId="34135"/>
          <ac:picMkLst>
            <pc:docMk/>
            <pc:sldMk cId="206989075" sldId="2147470795"/>
            <ac:picMk id="12" creationId="{B1A7772A-FABB-5F86-73B2-9591F167A41D}"/>
          </ac:picMkLst>
        </pc:picChg>
      </pc:sldChg>
      <pc:sldChg chg="modSp new add del">
        <pc:chgData name="Loaiza Rodriguez, Carolina" userId="452c554e-af35-463e-8852-6367d45d5725" providerId="ADAL" clId="{5D31F07F-69AF-4D2C-B93B-E3AEE1924773}" dt="2024-05-13T20:50:07.213" v="441" actId="47"/>
        <pc:sldMkLst>
          <pc:docMk/>
          <pc:sldMk cId="3740294093" sldId="2147470796"/>
        </pc:sldMkLst>
        <pc:spChg chg="mod">
          <ac:chgData name="Loaiza Rodriguez, Carolina" userId="452c554e-af35-463e-8852-6367d45d5725" providerId="ADAL" clId="{5D31F07F-69AF-4D2C-B93B-E3AEE1924773}" dt="2024-05-13T20:45:08.549" v="385"/>
          <ac:spMkLst>
            <pc:docMk/>
            <pc:sldMk cId="3740294093" sldId="2147470796"/>
            <ac:spMk id="2" creationId="{2460E436-0302-4F18-6D64-CC545E01079D}"/>
          </ac:spMkLst>
        </pc:spChg>
      </pc:sldChg>
      <pc:sldChg chg="addSp delSp modSp new add del mod">
        <pc:chgData name="Loaiza Rodriguez, Carolina" userId="452c554e-af35-463e-8852-6367d45d5725" providerId="ADAL" clId="{5D31F07F-69AF-4D2C-B93B-E3AEE1924773}" dt="2024-05-13T20:49:57.971" v="440" actId="47"/>
        <pc:sldMkLst>
          <pc:docMk/>
          <pc:sldMk cId="1797902193" sldId="2147470797"/>
        </pc:sldMkLst>
        <pc:spChg chg="mod">
          <ac:chgData name="Loaiza Rodriguez, Carolina" userId="452c554e-af35-463e-8852-6367d45d5725" providerId="ADAL" clId="{5D31F07F-69AF-4D2C-B93B-E3AEE1924773}" dt="2024-05-13T20:45:20.991" v="391"/>
          <ac:spMkLst>
            <pc:docMk/>
            <pc:sldMk cId="1797902193" sldId="2147470797"/>
            <ac:spMk id="2" creationId="{41F70985-2B3C-4BF3-51A0-ED8FD0E3744C}"/>
          </ac:spMkLst>
        </pc:spChg>
        <pc:spChg chg="del">
          <ac:chgData name="Loaiza Rodriguez, Carolina" userId="452c554e-af35-463e-8852-6367d45d5725" providerId="ADAL" clId="{5D31F07F-69AF-4D2C-B93B-E3AEE1924773}" dt="2024-05-13T20:15:21.658" v="110"/>
          <ac:spMkLst>
            <pc:docMk/>
            <pc:sldMk cId="1797902193" sldId="2147470797"/>
            <ac:spMk id="3" creationId="{5C3F482C-C985-5E09-3E98-D5856E9C7D91}"/>
          </ac:spMkLst>
        </pc:spChg>
        <pc:spChg chg="add mod">
          <ac:chgData name="Loaiza Rodriguez, Carolina" userId="452c554e-af35-463e-8852-6367d45d5725" providerId="ADAL" clId="{5D31F07F-69AF-4D2C-B93B-E3AEE1924773}" dt="2024-05-13T20:17:54.795" v="167" actId="1076"/>
          <ac:spMkLst>
            <pc:docMk/>
            <pc:sldMk cId="1797902193" sldId="2147470797"/>
            <ac:spMk id="5" creationId="{0E6C4EB1-DBD9-7D59-005C-5C997F126FE8}"/>
          </ac:spMkLst>
        </pc:spChg>
        <pc:spChg chg="add del mod">
          <ac:chgData name="Loaiza Rodriguez, Carolina" userId="452c554e-af35-463e-8852-6367d45d5725" providerId="ADAL" clId="{5D31F07F-69AF-4D2C-B93B-E3AEE1924773}" dt="2024-05-13T20:17:36.029" v="165" actId="478"/>
          <ac:spMkLst>
            <pc:docMk/>
            <pc:sldMk cId="1797902193" sldId="2147470797"/>
            <ac:spMk id="7" creationId="{D2F84BB1-AA23-115F-D76B-F564C849764A}"/>
          </ac:spMkLst>
        </pc:spChg>
        <pc:spChg chg="add del mod">
          <ac:chgData name="Loaiza Rodriguez, Carolina" userId="452c554e-af35-463e-8852-6367d45d5725" providerId="ADAL" clId="{5D31F07F-69AF-4D2C-B93B-E3AEE1924773}" dt="2024-05-13T20:17:48.922" v="166" actId="478"/>
          <ac:spMkLst>
            <pc:docMk/>
            <pc:sldMk cId="1797902193" sldId="2147470797"/>
            <ac:spMk id="10" creationId="{6D058339-9FEA-CAB0-7DBC-DFF6FEEA6682}"/>
          </ac:spMkLst>
        </pc:spChg>
        <pc:spChg chg="add mod">
          <ac:chgData name="Loaiza Rodriguez, Carolina" userId="452c554e-af35-463e-8852-6367d45d5725" providerId="ADAL" clId="{5D31F07F-69AF-4D2C-B93B-E3AEE1924773}" dt="2024-05-13T20:19:13.795" v="203" actId="6549"/>
          <ac:spMkLst>
            <pc:docMk/>
            <pc:sldMk cId="1797902193" sldId="2147470797"/>
            <ac:spMk id="11" creationId="{F56DD984-D97B-99BF-3493-2975C0048DD9}"/>
          </ac:spMkLst>
        </pc:spChg>
        <pc:graphicFrameChg chg="add del mod modGraphic">
          <ac:chgData name="Loaiza Rodriguez, Carolina" userId="452c554e-af35-463e-8852-6367d45d5725" providerId="ADAL" clId="{5D31F07F-69AF-4D2C-B93B-E3AEE1924773}" dt="2024-05-13T20:17:19.959" v="145" actId="21"/>
          <ac:graphicFrameMkLst>
            <pc:docMk/>
            <pc:sldMk cId="1797902193" sldId="2147470797"/>
            <ac:graphicFrameMk id="4" creationId="{3BDDBFB4-7103-AD29-C199-04D1E3DA5C64}"/>
          </ac:graphicFrameMkLst>
        </pc:graphicFrameChg>
        <pc:graphicFrameChg chg="add mod modGraphic">
          <ac:chgData name="Loaiza Rodriguez, Carolina" userId="452c554e-af35-463e-8852-6367d45d5725" providerId="ADAL" clId="{5D31F07F-69AF-4D2C-B93B-E3AEE1924773}" dt="2024-05-13T20:22:06.645" v="222" actId="20577"/>
          <ac:graphicFrameMkLst>
            <pc:docMk/>
            <pc:sldMk cId="1797902193" sldId="2147470797"/>
            <ac:graphicFrameMk id="8" creationId="{3BDDBFB4-7103-AD29-C199-04D1E3DA5C64}"/>
          </ac:graphicFrameMkLst>
        </pc:graphicFrameChg>
        <pc:graphicFrameChg chg="add mod">
          <ac:chgData name="Loaiza Rodriguez, Carolina" userId="452c554e-af35-463e-8852-6367d45d5725" providerId="ADAL" clId="{5D31F07F-69AF-4D2C-B93B-E3AEE1924773}" dt="2024-05-13T20:19:16.067" v="204"/>
          <ac:graphicFrameMkLst>
            <pc:docMk/>
            <pc:sldMk cId="1797902193" sldId="2147470797"/>
            <ac:graphicFrameMk id="12" creationId="{F7BEF5DA-70F6-2362-1459-A95753178045}"/>
          </ac:graphicFrameMkLst>
        </pc:graphicFrameChg>
        <pc:graphicFrameChg chg="add mod modGraphic">
          <ac:chgData name="Loaiza Rodriguez, Carolina" userId="452c554e-af35-463e-8852-6367d45d5725" providerId="ADAL" clId="{5D31F07F-69AF-4D2C-B93B-E3AEE1924773}" dt="2024-05-13T20:24:50.363" v="242" actId="13926"/>
          <ac:graphicFrameMkLst>
            <pc:docMk/>
            <pc:sldMk cId="1797902193" sldId="2147470797"/>
            <ac:graphicFrameMk id="13" creationId="{AA2377A9-1B0A-F89D-D5C5-4111076606E8}"/>
          </ac:graphicFrameMkLst>
        </pc:graphicFrameChg>
      </pc:sldChg>
      <pc:sldChg chg="add del">
        <pc:chgData name="Loaiza Rodriguez, Carolina" userId="452c554e-af35-463e-8852-6367d45d5725" providerId="ADAL" clId="{5D31F07F-69AF-4D2C-B93B-E3AEE1924773}" dt="2024-05-13T20:33:41.688" v="278" actId="47"/>
        <pc:sldMkLst>
          <pc:docMk/>
          <pc:sldMk cId="2029752568" sldId="2147470798"/>
        </pc:sldMkLst>
      </pc:sldChg>
      <pc:sldChg chg="addSp delSp modSp add del mod ord modTransition">
        <pc:chgData name="Loaiza Rodriguez, Carolina" userId="452c554e-af35-463e-8852-6367d45d5725" providerId="ADAL" clId="{5D31F07F-69AF-4D2C-B93B-E3AEE1924773}" dt="2024-05-14T19:36:23.161" v="540" actId="20577"/>
        <pc:sldMkLst>
          <pc:docMk/>
          <pc:sldMk cId="2450859969" sldId="2147470799"/>
        </pc:sldMkLst>
        <pc:spChg chg="del">
          <ac:chgData name="Loaiza Rodriguez, Carolina" userId="452c554e-af35-463e-8852-6367d45d5725" providerId="ADAL" clId="{5D31F07F-69AF-4D2C-B93B-E3AEE1924773}" dt="2024-05-13T20:29:25.674" v="255" actId="478"/>
          <ac:spMkLst>
            <pc:docMk/>
            <pc:sldMk cId="2450859969" sldId="2147470799"/>
            <ac:spMk id="2" creationId="{2460E436-0302-4F18-6D64-CC545E01079D}"/>
          </ac:spMkLst>
        </pc:spChg>
        <pc:spChg chg="add mod">
          <ac:chgData name="Loaiza Rodriguez, Carolina" userId="452c554e-af35-463e-8852-6367d45d5725" providerId="ADAL" clId="{5D31F07F-69AF-4D2C-B93B-E3AEE1924773}" dt="2024-05-14T19:36:23.161" v="540" actId="20577"/>
          <ac:spMkLst>
            <pc:docMk/>
            <pc:sldMk cId="2450859969" sldId="2147470799"/>
            <ac:spMk id="3" creationId="{7892A1BD-54BB-4D0F-CC82-142007CED42B}"/>
          </ac:spMkLst>
        </pc:spChg>
        <pc:spChg chg="add mod">
          <ac:chgData name="Loaiza Rodriguez, Carolina" userId="452c554e-af35-463e-8852-6367d45d5725" providerId="ADAL" clId="{5D31F07F-69AF-4D2C-B93B-E3AEE1924773}" dt="2024-05-13T20:29:47.841" v="259" actId="21"/>
          <ac:spMkLst>
            <pc:docMk/>
            <pc:sldMk cId="2450859969" sldId="2147470799"/>
            <ac:spMk id="4" creationId="{056BE925-8E44-164E-9FAB-99A8AD3A115E}"/>
          </ac:spMkLst>
        </pc:spChg>
      </pc:sldChg>
      <pc:sldChg chg="addSp delSp modSp add del mod ord modTransition">
        <pc:chgData name="Loaiza Rodriguez, Carolina" userId="452c554e-af35-463e-8852-6367d45d5725" providerId="ADAL" clId="{5D31F07F-69AF-4D2C-B93B-E3AEE1924773}" dt="2024-05-13T21:55:50.120" v="534" actId="1076"/>
        <pc:sldMkLst>
          <pc:docMk/>
          <pc:sldMk cId="592190570" sldId="2147470800"/>
        </pc:sldMkLst>
        <pc:spChg chg="del mod">
          <ac:chgData name="Loaiza Rodriguez, Carolina" userId="452c554e-af35-463e-8852-6367d45d5725" providerId="ADAL" clId="{5D31F07F-69AF-4D2C-B93B-E3AEE1924773}" dt="2024-05-13T20:35:09.057" v="297" actId="478"/>
          <ac:spMkLst>
            <pc:docMk/>
            <pc:sldMk cId="592190570" sldId="2147470800"/>
            <ac:spMk id="2" creationId="{5055CC22-DC2C-4C24-BE25-246FD2AA9618}"/>
          </ac:spMkLst>
        </pc:spChg>
        <pc:spChg chg="mod">
          <ac:chgData name="Loaiza Rodriguez, Carolina" userId="452c554e-af35-463e-8852-6367d45d5725" providerId="ADAL" clId="{5D31F07F-69AF-4D2C-B93B-E3AEE1924773}" dt="2024-05-13T20:45:20.829" v="389"/>
          <ac:spMkLst>
            <pc:docMk/>
            <pc:sldMk cId="592190570" sldId="2147470800"/>
            <ac:spMk id="3" creationId="{7F9BC731-8302-F649-AC03-AE0529A26FE7}"/>
          </ac:spMkLst>
        </pc:spChg>
        <pc:spChg chg="add mod">
          <ac:chgData name="Loaiza Rodriguez, Carolina" userId="452c554e-af35-463e-8852-6367d45d5725" providerId="ADAL" clId="{5D31F07F-69AF-4D2C-B93B-E3AEE1924773}" dt="2024-05-13T20:35:03.372" v="295"/>
          <ac:spMkLst>
            <pc:docMk/>
            <pc:sldMk cId="592190570" sldId="2147470800"/>
            <ac:spMk id="4" creationId="{05B117EA-BF37-C39B-A417-329FD2755C0E}"/>
          </ac:spMkLst>
        </pc:spChg>
        <pc:spChg chg="add del mod">
          <ac:chgData name="Loaiza Rodriguez, Carolina" userId="452c554e-af35-463e-8852-6367d45d5725" providerId="ADAL" clId="{5D31F07F-69AF-4D2C-B93B-E3AEE1924773}" dt="2024-05-13T20:35:12.339" v="298" actId="478"/>
          <ac:spMkLst>
            <pc:docMk/>
            <pc:sldMk cId="592190570" sldId="2147470800"/>
            <ac:spMk id="6" creationId="{069538F9-126C-EC15-F4B1-5F5DDA12AB0D}"/>
          </ac:spMkLst>
        </pc:spChg>
        <pc:spChg chg="add mod">
          <ac:chgData name="Loaiza Rodriguez, Carolina" userId="452c554e-af35-463e-8852-6367d45d5725" providerId="ADAL" clId="{5D31F07F-69AF-4D2C-B93B-E3AEE1924773}" dt="2024-05-13T20:35:27.555" v="300"/>
          <ac:spMkLst>
            <pc:docMk/>
            <pc:sldMk cId="592190570" sldId="2147470800"/>
            <ac:spMk id="8" creationId="{6CF7C153-A472-12C2-2F89-2F78D4F7492D}"/>
          </ac:spMkLst>
        </pc:spChg>
        <pc:picChg chg="add mod">
          <ac:chgData name="Loaiza Rodriguez, Carolina" userId="452c554e-af35-463e-8852-6367d45d5725" providerId="ADAL" clId="{5D31F07F-69AF-4D2C-B93B-E3AEE1924773}" dt="2024-05-13T21:55:50.120" v="534" actId="1076"/>
          <ac:picMkLst>
            <pc:docMk/>
            <pc:sldMk cId="592190570" sldId="2147470800"/>
            <ac:picMk id="7" creationId="{D402E548-54CD-9DA7-AB2A-3E8733496EF4}"/>
          </ac:picMkLst>
        </pc:picChg>
      </pc:sldChg>
      <pc:sldChg chg="add del">
        <pc:chgData name="Loaiza Rodriguez, Carolina" userId="452c554e-af35-463e-8852-6367d45d5725" providerId="ADAL" clId="{5D31F07F-69AF-4D2C-B93B-E3AEE1924773}" dt="2024-05-13T20:34:29.065" v="287"/>
        <pc:sldMkLst>
          <pc:docMk/>
          <pc:sldMk cId="937006889" sldId="2147470800"/>
        </pc:sldMkLst>
      </pc:sldChg>
      <pc:sldChg chg="add del">
        <pc:chgData name="Loaiza Rodriguez, Carolina" userId="452c554e-af35-463e-8852-6367d45d5725" providerId="ADAL" clId="{5D31F07F-69AF-4D2C-B93B-E3AEE1924773}" dt="2024-05-13T20:33:44.205" v="280" actId="47"/>
        <pc:sldMkLst>
          <pc:docMk/>
          <pc:sldMk cId="1021065126" sldId="2147470800"/>
        </pc:sldMkLst>
      </pc:sldChg>
      <pc:sldChg chg="add del">
        <pc:chgData name="Loaiza Rodriguez, Carolina" userId="452c554e-af35-463e-8852-6367d45d5725" providerId="ADAL" clId="{5D31F07F-69AF-4D2C-B93B-E3AEE1924773}" dt="2024-05-13T20:34:19.300" v="285"/>
        <pc:sldMkLst>
          <pc:docMk/>
          <pc:sldMk cId="1245784878" sldId="2147470800"/>
        </pc:sldMkLst>
      </pc:sldChg>
      <pc:sldChg chg="add del">
        <pc:chgData name="Loaiza Rodriguez, Carolina" userId="452c554e-af35-463e-8852-6367d45d5725" providerId="ADAL" clId="{5D31F07F-69AF-4D2C-B93B-E3AEE1924773}" dt="2024-05-13T20:33:45.205" v="281" actId="47"/>
        <pc:sldMkLst>
          <pc:docMk/>
          <pc:sldMk cId="1760193301" sldId="2147470801"/>
        </pc:sldMkLst>
      </pc:sldChg>
      <pc:sldChg chg="addSp delSp modSp add del mod modTransition">
        <pc:chgData name="Loaiza Rodriguez, Carolina" userId="452c554e-af35-463e-8852-6367d45d5725" providerId="ADAL" clId="{5D31F07F-69AF-4D2C-B93B-E3AEE1924773}" dt="2024-05-13T20:50:42.417" v="445"/>
        <pc:sldMkLst>
          <pc:docMk/>
          <pc:sldMk cId="2145645393" sldId="2147470801"/>
        </pc:sldMkLst>
        <pc:spChg chg="del">
          <ac:chgData name="Loaiza Rodriguez, Carolina" userId="452c554e-af35-463e-8852-6367d45d5725" providerId="ADAL" clId="{5D31F07F-69AF-4D2C-B93B-E3AEE1924773}" dt="2024-05-13T20:39:15.796" v="307" actId="478"/>
          <ac:spMkLst>
            <pc:docMk/>
            <pc:sldMk cId="2145645393" sldId="2147470801"/>
            <ac:spMk id="2" creationId="{5055CC22-DC2C-4C24-BE25-246FD2AA9618}"/>
          </ac:spMkLst>
        </pc:spChg>
        <pc:spChg chg="mod">
          <ac:chgData name="Loaiza Rodriguez, Carolina" userId="452c554e-af35-463e-8852-6367d45d5725" providerId="ADAL" clId="{5D31F07F-69AF-4D2C-B93B-E3AEE1924773}" dt="2024-05-13T20:45:20.829" v="389"/>
          <ac:spMkLst>
            <pc:docMk/>
            <pc:sldMk cId="2145645393" sldId="2147470801"/>
            <ac:spMk id="3" creationId="{7F9BC731-8302-F649-AC03-AE0529A26FE7}"/>
          </ac:spMkLst>
        </pc:spChg>
        <pc:spChg chg="add del mod">
          <ac:chgData name="Loaiza Rodriguez, Carolina" userId="452c554e-af35-463e-8852-6367d45d5725" providerId="ADAL" clId="{5D31F07F-69AF-4D2C-B93B-E3AEE1924773}" dt="2024-05-13T20:39:19.743" v="309" actId="478"/>
          <ac:spMkLst>
            <pc:docMk/>
            <pc:sldMk cId="2145645393" sldId="2147470801"/>
            <ac:spMk id="5" creationId="{88D90524-8C5F-B5C7-BD72-F8EFFEE2E39B}"/>
          </ac:spMkLst>
        </pc:spChg>
        <pc:spChg chg="add mod">
          <ac:chgData name="Loaiza Rodriguez, Carolina" userId="452c554e-af35-463e-8852-6367d45d5725" providerId="ADAL" clId="{5D31F07F-69AF-4D2C-B93B-E3AEE1924773}" dt="2024-05-13T20:39:34.982" v="314" actId="1076"/>
          <ac:spMkLst>
            <pc:docMk/>
            <pc:sldMk cId="2145645393" sldId="2147470801"/>
            <ac:spMk id="6" creationId="{7B2ABBC4-2A03-85D5-5061-D8D021DDA0B3}"/>
          </ac:spMkLst>
        </pc:spChg>
      </pc:sldChg>
      <pc:sldChg chg="addSp delSp modSp add del mod modTransition">
        <pc:chgData name="Loaiza Rodriguez, Carolina" userId="452c554e-af35-463e-8852-6367d45d5725" providerId="ADAL" clId="{5D31F07F-69AF-4D2C-B93B-E3AEE1924773}" dt="2024-05-13T20:50:42.417" v="445"/>
        <pc:sldMkLst>
          <pc:docMk/>
          <pc:sldMk cId="641997498" sldId="2147470802"/>
        </pc:sldMkLst>
        <pc:spChg chg="del">
          <ac:chgData name="Loaiza Rodriguez, Carolina" userId="452c554e-af35-463e-8852-6367d45d5725" providerId="ADAL" clId="{5D31F07F-69AF-4D2C-B93B-E3AEE1924773}" dt="2024-05-13T20:39:53.101" v="315" actId="478"/>
          <ac:spMkLst>
            <pc:docMk/>
            <pc:sldMk cId="641997498" sldId="2147470802"/>
            <ac:spMk id="2" creationId="{5055CC22-DC2C-4C24-BE25-246FD2AA9618}"/>
          </ac:spMkLst>
        </pc:spChg>
        <pc:spChg chg="mod">
          <ac:chgData name="Loaiza Rodriguez, Carolina" userId="452c554e-af35-463e-8852-6367d45d5725" providerId="ADAL" clId="{5D31F07F-69AF-4D2C-B93B-E3AEE1924773}" dt="2024-05-13T20:45:20.829" v="389"/>
          <ac:spMkLst>
            <pc:docMk/>
            <pc:sldMk cId="641997498" sldId="2147470802"/>
            <ac:spMk id="3" creationId="{7F9BC731-8302-F649-AC03-AE0529A26FE7}"/>
          </ac:spMkLst>
        </pc:spChg>
        <pc:spChg chg="add del mod">
          <ac:chgData name="Loaiza Rodriguez, Carolina" userId="452c554e-af35-463e-8852-6367d45d5725" providerId="ADAL" clId="{5D31F07F-69AF-4D2C-B93B-E3AEE1924773}" dt="2024-05-13T20:39:55.126" v="316" actId="478"/>
          <ac:spMkLst>
            <pc:docMk/>
            <pc:sldMk cId="641997498" sldId="2147470802"/>
            <ac:spMk id="5" creationId="{D73B9EB3-04FF-E3BF-153C-D2B7F4394F96}"/>
          </ac:spMkLst>
        </pc:spChg>
        <pc:spChg chg="add mod">
          <ac:chgData name="Loaiza Rodriguez, Carolina" userId="452c554e-af35-463e-8852-6367d45d5725" providerId="ADAL" clId="{5D31F07F-69AF-4D2C-B93B-E3AEE1924773}" dt="2024-05-13T20:39:55.868" v="317"/>
          <ac:spMkLst>
            <pc:docMk/>
            <pc:sldMk cId="641997498" sldId="2147470802"/>
            <ac:spMk id="6" creationId="{591CECFE-A292-9867-61E6-88C1E111D4E8}"/>
          </ac:spMkLst>
        </pc:spChg>
        <pc:spChg chg="add mod">
          <ac:chgData name="Loaiza Rodriguez, Carolina" userId="452c554e-af35-463e-8852-6367d45d5725" providerId="ADAL" clId="{5D31F07F-69AF-4D2C-B93B-E3AEE1924773}" dt="2024-05-13T20:39:55.868" v="317"/>
          <ac:spMkLst>
            <pc:docMk/>
            <pc:sldMk cId="641997498" sldId="2147470802"/>
            <ac:spMk id="7" creationId="{C761571C-B962-E64C-4145-2869B5D49686}"/>
          </ac:spMkLst>
        </pc:spChg>
        <pc:spChg chg="add del mod">
          <ac:chgData name="Loaiza Rodriguez, Carolina" userId="452c554e-af35-463e-8852-6367d45d5725" providerId="ADAL" clId="{5D31F07F-69AF-4D2C-B93B-E3AEE1924773}" dt="2024-05-13T20:40:02.407" v="318" actId="478"/>
          <ac:spMkLst>
            <pc:docMk/>
            <pc:sldMk cId="641997498" sldId="2147470802"/>
            <ac:spMk id="8" creationId="{57EA0033-D147-9901-DE24-85150288BCB4}"/>
          </ac:spMkLst>
        </pc:spChg>
        <pc:spChg chg="add mod">
          <ac:chgData name="Loaiza Rodriguez, Carolina" userId="452c554e-af35-463e-8852-6367d45d5725" providerId="ADAL" clId="{5D31F07F-69AF-4D2C-B93B-E3AEE1924773}" dt="2024-05-13T20:39:55.868" v="317"/>
          <ac:spMkLst>
            <pc:docMk/>
            <pc:sldMk cId="641997498" sldId="2147470802"/>
            <ac:spMk id="11" creationId="{DFD26DDA-3752-B0B3-E1ED-3EA501DB5CB5}"/>
          </ac:spMkLst>
        </pc:spChg>
        <pc:spChg chg="add mod">
          <ac:chgData name="Loaiza Rodriguez, Carolina" userId="452c554e-af35-463e-8852-6367d45d5725" providerId="ADAL" clId="{5D31F07F-69AF-4D2C-B93B-E3AEE1924773}" dt="2024-05-13T20:39:55.868" v="317"/>
          <ac:spMkLst>
            <pc:docMk/>
            <pc:sldMk cId="641997498" sldId="2147470802"/>
            <ac:spMk id="12" creationId="{43BF7A5C-6D93-1AB7-6983-FCBD141F1E7A}"/>
          </ac:spMkLst>
        </pc:spChg>
        <pc:picChg chg="add mod">
          <ac:chgData name="Loaiza Rodriguez, Carolina" userId="452c554e-af35-463e-8852-6367d45d5725" providerId="ADAL" clId="{5D31F07F-69AF-4D2C-B93B-E3AEE1924773}" dt="2024-05-13T20:39:55.868" v="317"/>
          <ac:picMkLst>
            <pc:docMk/>
            <pc:sldMk cId="641997498" sldId="2147470802"/>
            <ac:picMk id="9" creationId="{DBFE7860-6317-5548-6123-E9F410D33AFA}"/>
          </ac:picMkLst>
        </pc:picChg>
        <pc:picChg chg="add mod">
          <ac:chgData name="Loaiza Rodriguez, Carolina" userId="452c554e-af35-463e-8852-6367d45d5725" providerId="ADAL" clId="{5D31F07F-69AF-4D2C-B93B-E3AEE1924773}" dt="2024-05-13T20:39:55.868" v="317"/>
          <ac:picMkLst>
            <pc:docMk/>
            <pc:sldMk cId="641997498" sldId="2147470802"/>
            <ac:picMk id="10" creationId="{DF1C79C8-3B51-A448-329C-BA6DD798B432}"/>
          </ac:picMkLst>
        </pc:picChg>
      </pc:sldChg>
      <pc:sldChg chg="add del">
        <pc:chgData name="Loaiza Rodriguez, Carolina" userId="452c554e-af35-463e-8852-6367d45d5725" providerId="ADAL" clId="{5D31F07F-69AF-4D2C-B93B-E3AEE1924773}" dt="2024-05-13T20:33:45.987" v="282" actId="47"/>
        <pc:sldMkLst>
          <pc:docMk/>
          <pc:sldMk cId="2896005626" sldId="2147470802"/>
        </pc:sldMkLst>
      </pc:sldChg>
      <pc:sldChg chg="addSp delSp modSp add del mod ord modTransition">
        <pc:chgData name="Loaiza Rodriguez, Carolina" userId="452c554e-af35-463e-8852-6367d45d5725" providerId="ADAL" clId="{5D31F07F-69AF-4D2C-B93B-E3AEE1924773}" dt="2024-05-13T21:53:11.337" v="526" actId="1076"/>
        <pc:sldMkLst>
          <pc:docMk/>
          <pc:sldMk cId="835278222" sldId="2147470803"/>
        </pc:sldMkLst>
        <pc:spChg chg="del">
          <ac:chgData name="Loaiza Rodriguez, Carolina" userId="452c554e-af35-463e-8852-6367d45d5725" providerId="ADAL" clId="{5D31F07F-69AF-4D2C-B93B-E3AEE1924773}" dt="2024-05-13T20:42:11.809" v="331" actId="478"/>
          <ac:spMkLst>
            <pc:docMk/>
            <pc:sldMk cId="835278222" sldId="2147470803"/>
            <ac:spMk id="2" creationId="{5055CC22-DC2C-4C24-BE25-246FD2AA9618}"/>
          </ac:spMkLst>
        </pc:spChg>
        <pc:spChg chg="mod">
          <ac:chgData name="Loaiza Rodriguez, Carolina" userId="452c554e-af35-463e-8852-6367d45d5725" providerId="ADAL" clId="{5D31F07F-69AF-4D2C-B93B-E3AEE1924773}" dt="2024-05-13T20:45:20.829" v="389"/>
          <ac:spMkLst>
            <pc:docMk/>
            <pc:sldMk cId="835278222" sldId="2147470803"/>
            <ac:spMk id="3" creationId="{7F9BC731-8302-F649-AC03-AE0529A26FE7}"/>
          </ac:spMkLst>
        </pc:spChg>
        <pc:spChg chg="add del mod">
          <ac:chgData name="Loaiza Rodriguez, Carolina" userId="452c554e-af35-463e-8852-6367d45d5725" providerId="ADAL" clId="{5D31F07F-69AF-4D2C-B93B-E3AEE1924773}" dt="2024-05-13T20:42:14.367" v="332" actId="478"/>
          <ac:spMkLst>
            <pc:docMk/>
            <pc:sldMk cId="835278222" sldId="2147470803"/>
            <ac:spMk id="5" creationId="{7ED2E05F-2D5C-98D2-821D-8841C1E4562D}"/>
          </ac:spMkLst>
        </pc:spChg>
        <pc:spChg chg="add mod">
          <ac:chgData name="Loaiza Rodriguez, Carolina" userId="452c554e-af35-463e-8852-6367d45d5725" providerId="ADAL" clId="{5D31F07F-69AF-4D2C-B93B-E3AEE1924773}" dt="2024-05-13T21:53:11.337" v="526" actId="1076"/>
          <ac:spMkLst>
            <pc:docMk/>
            <pc:sldMk cId="835278222" sldId="2147470803"/>
            <ac:spMk id="6" creationId="{8064CD30-43A2-FE97-926A-E6CB4D014682}"/>
          </ac:spMkLst>
        </pc:spChg>
        <pc:spChg chg="add del">
          <ac:chgData name="Loaiza Rodriguez, Carolina" userId="452c554e-af35-463e-8852-6367d45d5725" providerId="ADAL" clId="{5D31F07F-69AF-4D2C-B93B-E3AEE1924773}" dt="2024-05-13T21:52:25.288" v="520" actId="22"/>
          <ac:spMkLst>
            <pc:docMk/>
            <pc:sldMk cId="835278222" sldId="2147470803"/>
            <ac:spMk id="8" creationId="{808E022E-42AF-A2CB-2657-3FFDFF598396}"/>
          </ac:spMkLst>
        </pc:spChg>
      </pc:sldChg>
      <pc:sldChg chg="addSp delSp modSp add del mod">
        <pc:chgData name="Loaiza Rodriguez, Carolina" userId="452c554e-af35-463e-8852-6367d45d5725" providerId="ADAL" clId="{5D31F07F-69AF-4D2C-B93B-E3AEE1924773}" dt="2024-05-13T20:32:58.780" v="273" actId="2696"/>
        <pc:sldMkLst>
          <pc:docMk/>
          <pc:sldMk cId="1092176808" sldId="2147470803"/>
        </pc:sldMkLst>
        <pc:spChg chg="del mod">
          <ac:chgData name="Loaiza Rodriguez, Carolina" userId="452c554e-af35-463e-8852-6367d45d5725" providerId="ADAL" clId="{5D31F07F-69AF-4D2C-B93B-E3AEE1924773}" dt="2024-05-13T20:32:52" v="271" actId="21"/>
          <ac:spMkLst>
            <pc:docMk/>
            <pc:sldMk cId="1092176808" sldId="2147470803"/>
            <ac:spMk id="2" creationId="{A324FC14-6D69-4828-AECA-3AEF77FCE00F}"/>
          </ac:spMkLst>
        </pc:spChg>
        <pc:spChg chg="add mod">
          <ac:chgData name="Loaiza Rodriguez, Carolina" userId="452c554e-af35-463e-8852-6367d45d5725" providerId="ADAL" clId="{5D31F07F-69AF-4D2C-B93B-E3AEE1924773}" dt="2024-05-13T20:32:52" v="271" actId="21"/>
          <ac:spMkLst>
            <pc:docMk/>
            <pc:sldMk cId="1092176808" sldId="2147470803"/>
            <ac:spMk id="7" creationId="{13726891-48AE-9D22-5514-2B49777D97BE}"/>
          </ac:spMkLst>
        </pc:spChg>
        <pc:graphicFrameChg chg="del">
          <ac:chgData name="Loaiza Rodriguez, Carolina" userId="452c554e-af35-463e-8852-6367d45d5725" providerId="ADAL" clId="{5D31F07F-69AF-4D2C-B93B-E3AEE1924773}" dt="2024-05-13T20:32:03.210" v="266" actId="478"/>
          <ac:graphicFrameMkLst>
            <pc:docMk/>
            <pc:sldMk cId="1092176808" sldId="2147470803"/>
            <ac:graphicFrameMk id="3" creationId="{00E1415D-EC4E-4E70-830B-77720A2B67DE}"/>
          </ac:graphicFrameMkLst>
        </pc:graphicFrameChg>
        <pc:graphicFrameChg chg="del">
          <ac:chgData name="Loaiza Rodriguez, Carolina" userId="452c554e-af35-463e-8852-6367d45d5725" providerId="ADAL" clId="{5D31F07F-69AF-4D2C-B93B-E3AEE1924773}" dt="2024-05-13T20:32:06.354" v="267" actId="478"/>
          <ac:graphicFrameMkLst>
            <pc:docMk/>
            <pc:sldMk cId="1092176808" sldId="2147470803"/>
            <ac:graphicFrameMk id="5" creationId="{57B56956-C58C-4128-8C72-A1C55E4D864B}"/>
          </ac:graphicFrameMkLst>
        </pc:graphicFrameChg>
      </pc:sldChg>
      <pc:sldChg chg="addSp delSp modSp add del mod setBg">
        <pc:chgData name="Loaiza Rodriguez, Carolina" userId="452c554e-af35-463e-8852-6367d45d5725" providerId="ADAL" clId="{5D31F07F-69AF-4D2C-B93B-E3AEE1924773}" dt="2024-05-13T20:45:32.987" v="395" actId="47"/>
        <pc:sldMkLst>
          <pc:docMk/>
          <pc:sldMk cId="1955155840" sldId="2147470804"/>
        </pc:sldMkLst>
        <pc:spChg chg="del">
          <ac:chgData name="Loaiza Rodriguez, Carolina" userId="452c554e-af35-463e-8852-6367d45d5725" providerId="ADAL" clId="{5D31F07F-69AF-4D2C-B93B-E3AEE1924773}" dt="2024-05-13T20:42:56.763" v="342" actId="478"/>
          <ac:spMkLst>
            <pc:docMk/>
            <pc:sldMk cId="1955155840" sldId="2147470804"/>
            <ac:spMk id="2" creationId="{5055CC22-DC2C-4C24-BE25-246FD2AA9618}"/>
          </ac:spMkLst>
        </pc:spChg>
        <pc:spChg chg="mod">
          <ac:chgData name="Loaiza Rodriguez, Carolina" userId="452c554e-af35-463e-8852-6367d45d5725" providerId="ADAL" clId="{5D31F07F-69AF-4D2C-B93B-E3AEE1924773}" dt="2024-05-13T20:45:20.829" v="389"/>
          <ac:spMkLst>
            <pc:docMk/>
            <pc:sldMk cId="1955155840" sldId="2147470804"/>
            <ac:spMk id="3" creationId="{7F9BC731-8302-F649-AC03-AE0529A26FE7}"/>
          </ac:spMkLst>
        </pc:spChg>
        <pc:spChg chg="add del mod">
          <ac:chgData name="Loaiza Rodriguez, Carolina" userId="452c554e-af35-463e-8852-6367d45d5725" providerId="ADAL" clId="{5D31F07F-69AF-4D2C-B93B-E3AEE1924773}" dt="2024-05-13T20:42:58.870" v="343" actId="478"/>
          <ac:spMkLst>
            <pc:docMk/>
            <pc:sldMk cId="1955155840" sldId="2147470804"/>
            <ac:spMk id="5" creationId="{3748E274-31CD-4222-6804-60B13E3A0684}"/>
          </ac:spMkLst>
        </pc:spChg>
        <pc:spChg chg="add mod">
          <ac:chgData name="Loaiza Rodriguez, Carolina" userId="452c554e-af35-463e-8852-6367d45d5725" providerId="ADAL" clId="{5D31F07F-69AF-4D2C-B93B-E3AEE1924773}" dt="2024-05-13T20:44:46.898" v="371" actId="26606"/>
          <ac:spMkLst>
            <pc:docMk/>
            <pc:sldMk cId="1955155840" sldId="2147470804"/>
            <ac:spMk id="7" creationId="{B857360B-85AA-CAB5-E29D-3263026CF1C3}"/>
          </ac:spMkLst>
        </pc:spChg>
        <pc:spChg chg="add del">
          <ac:chgData name="Loaiza Rodriguez, Carolina" userId="452c554e-af35-463e-8852-6367d45d5725" providerId="ADAL" clId="{5D31F07F-69AF-4D2C-B93B-E3AEE1924773}" dt="2024-05-13T20:44:41.167" v="366" actId="26606"/>
          <ac:spMkLst>
            <pc:docMk/>
            <pc:sldMk cId="1955155840" sldId="2147470804"/>
            <ac:spMk id="13" creationId="{53B021B3-DE93-4AB7-8A18-CF5F1CED88B8}"/>
          </ac:spMkLst>
        </pc:spChg>
        <pc:spChg chg="add del">
          <ac:chgData name="Loaiza Rodriguez, Carolina" userId="452c554e-af35-463e-8852-6367d45d5725" providerId="ADAL" clId="{5D31F07F-69AF-4D2C-B93B-E3AEE1924773}" dt="2024-05-13T20:44:41.167" v="366" actId="26606"/>
          <ac:spMkLst>
            <pc:docMk/>
            <pc:sldMk cId="1955155840" sldId="2147470804"/>
            <ac:spMk id="15" creationId="{52D502E5-F6B4-4D58-B4AE-FC466FF15EE8}"/>
          </ac:spMkLst>
        </pc:spChg>
        <pc:spChg chg="add del">
          <ac:chgData name="Loaiza Rodriguez, Carolina" userId="452c554e-af35-463e-8852-6367d45d5725" providerId="ADAL" clId="{5D31F07F-69AF-4D2C-B93B-E3AEE1924773}" dt="2024-05-13T20:44:41.167" v="366" actId="26606"/>
          <ac:spMkLst>
            <pc:docMk/>
            <pc:sldMk cId="1955155840" sldId="2147470804"/>
            <ac:spMk id="17" creationId="{9DECDBF4-02B6-4BB4-B65B-B8107AD6A9E8}"/>
          </ac:spMkLst>
        </pc:spChg>
        <pc:spChg chg="add del">
          <ac:chgData name="Loaiza Rodriguez, Carolina" userId="452c554e-af35-463e-8852-6367d45d5725" providerId="ADAL" clId="{5D31F07F-69AF-4D2C-B93B-E3AEE1924773}" dt="2024-05-13T20:44:43.159" v="368" actId="26606"/>
          <ac:spMkLst>
            <pc:docMk/>
            <pc:sldMk cId="1955155840" sldId="2147470804"/>
            <ac:spMk id="19" creationId="{063BBA22-50EA-4C4D-BE05-F1CE4E63AA56}"/>
          </ac:spMkLst>
        </pc:spChg>
        <pc:spChg chg="add del">
          <ac:chgData name="Loaiza Rodriguez, Carolina" userId="452c554e-af35-463e-8852-6367d45d5725" providerId="ADAL" clId="{5D31F07F-69AF-4D2C-B93B-E3AEE1924773}" dt="2024-05-13T20:44:43.159" v="368" actId="26606"/>
          <ac:spMkLst>
            <pc:docMk/>
            <pc:sldMk cId="1955155840" sldId="2147470804"/>
            <ac:spMk id="20" creationId="{BACC6370-2D7E-4714-9D71-7542949D7D5D}"/>
          </ac:spMkLst>
        </pc:spChg>
        <pc:spChg chg="add del">
          <ac:chgData name="Loaiza Rodriguez, Carolina" userId="452c554e-af35-463e-8852-6367d45d5725" providerId="ADAL" clId="{5D31F07F-69AF-4D2C-B93B-E3AEE1924773}" dt="2024-05-13T20:44:43.159" v="368" actId="26606"/>
          <ac:spMkLst>
            <pc:docMk/>
            <pc:sldMk cId="1955155840" sldId="2147470804"/>
            <ac:spMk id="21" creationId="{F68B3F68-107C-434F-AA38-110D5EA91B85}"/>
          </ac:spMkLst>
        </pc:spChg>
        <pc:spChg chg="add del">
          <ac:chgData name="Loaiza Rodriguez, Carolina" userId="452c554e-af35-463e-8852-6367d45d5725" providerId="ADAL" clId="{5D31F07F-69AF-4D2C-B93B-E3AEE1924773}" dt="2024-05-13T20:44:43.159" v="368" actId="26606"/>
          <ac:spMkLst>
            <pc:docMk/>
            <pc:sldMk cId="1955155840" sldId="2147470804"/>
            <ac:spMk id="22" creationId="{AAD0DBB9-1A4B-4391-81D4-CB19F9AB918A}"/>
          </ac:spMkLst>
        </pc:spChg>
        <pc:spChg chg="add del">
          <ac:chgData name="Loaiza Rodriguez, Carolina" userId="452c554e-af35-463e-8852-6367d45d5725" providerId="ADAL" clId="{5D31F07F-69AF-4D2C-B93B-E3AEE1924773}" dt="2024-05-13T20:44:46.898" v="371" actId="26606"/>
          <ac:spMkLst>
            <pc:docMk/>
            <pc:sldMk cId="1955155840" sldId="2147470804"/>
            <ac:spMk id="24" creationId="{7301F447-EEF7-48F5-AF73-7566EE7F64AD}"/>
          </ac:spMkLst>
        </pc:spChg>
        <pc:spChg chg="add del">
          <ac:chgData name="Loaiza Rodriguez, Carolina" userId="452c554e-af35-463e-8852-6367d45d5725" providerId="ADAL" clId="{5D31F07F-69AF-4D2C-B93B-E3AEE1924773}" dt="2024-05-13T20:44:46.898" v="371" actId="26606"/>
          <ac:spMkLst>
            <pc:docMk/>
            <pc:sldMk cId="1955155840" sldId="2147470804"/>
            <ac:spMk id="25" creationId="{F7117410-A2A4-4085-9ADC-46744551DBDE}"/>
          </ac:spMkLst>
        </pc:spChg>
        <pc:spChg chg="add del">
          <ac:chgData name="Loaiza Rodriguez, Carolina" userId="452c554e-af35-463e-8852-6367d45d5725" providerId="ADAL" clId="{5D31F07F-69AF-4D2C-B93B-E3AEE1924773}" dt="2024-05-13T20:44:46.898" v="371" actId="26606"/>
          <ac:spMkLst>
            <pc:docMk/>
            <pc:sldMk cId="1955155840" sldId="2147470804"/>
            <ac:spMk id="26" creationId="{99F74EB5-E547-4FB4-95F5-BCC788F3C4A0}"/>
          </ac:spMkLst>
        </pc:spChg>
        <pc:graphicFrameChg chg="add mod">
          <ac:chgData name="Loaiza Rodriguez, Carolina" userId="452c554e-af35-463e-8852-6367d45d5725" providerId="ADAL" clId="{5D31F07F-69AF-4D2C-B93B-E3AEE1924773}" dt="2024-05-13T20:45:01.438" v="381"/>
          <ac:graphicFrameMkLst>
            <pc:docMk/>
            <pc:sldMk cId="1955155840" sldId="2147470804"/>
            <ac:graphicFrameMk id="6" creationId="{CF57D503-F506-6797-1839-BCDEE9A03C81}"/>
          </ac:graphicFrameMkLst>
        </pc:graphicFrameChg>
        <pc:picChg chg="add mod">
          <ac:chgData name="Loaiza Rodriguez, Carolina" userId="452c554e-af35-463e-8852-6367d45d5725" providerId="ADAL" clId="{5D31F07F-69AF-4D2C-B93B-E3AEE1924773}" dt="2024-05-13T20:44:46.898" v="371" actId="26606"/>
          <ac:picMkLst>
            <pc:docMk/>
            <pc:sldMk cId="1955155840" sldId="2147470804"/>
            <ac:picMk id="8" creationId="{37B874E7-F438-7CB6-CE29-44877A358DD2}"/>
          </ac:picMkLst>
        </pc:picChg>
      </pc:sldChg>
      <pc:sldChg chg="addSp delSp modSp add del mod modTransition">
        <pc:chgData name="Loaiza Rodriguez, Carolina" userId="452c554e-af35-463e-8852-6367d45d5725" providerId="ADAL" clId="{5D31F07F-69AF-4D2C-B93B-E3AEE1924773}" dt="2024-05-13T20:50:42.417" v="445"/>
        <pc:sldMkLst>
          <pc:docMk/>
          <pc:sldMk cId="896965866" sldId="2147470805"/>
        </pc:sldMkLst>
        <pc:spChg chg="del mod">
          <ac:chgData name="Loaiza Rodriguez, Carolina" userId="452c554e-af35-463e-8852-6367d45d5725" providerId="ADAL" clId="{5D31F07F-69AF-4D2C-B93B-E3AEE1924773}" dt="2024-05-13T20:45:59.839" v="400" actId="478"/>
          <ac:spMkLst>
            <pc:docMk/>
            <pc:sldMk cId="896965866" sldId="2147470805"/>
            <ac:spMk id="2" creationId="{5055CC22-DC2C-4C24-BE25-246FD2AA9618}"/>
          </ac:spMkLst>
        </pc:spChg>
        <pc:spChg chg="mod">
          <ac:chgData name="Loaiza Rodriguez, Carolina" userId="452c554e-af35-463e-8852-6367d45d5725" providerId="ADAL" clId="{5D31F07F-69AF-4D2C-B93B-E3AEE1924773}" dt="2024-05-13T20:45:20.829" v="389"/>
          <ac:spMkLst>
            <pc:docMk/>
            <pc:sldMk cId="896965866" sldId="2147470805"/>
            <ac:spMk id="3" creationId="{7F9BC731-8302-F649-AC03-AE0529A26FE7}"/>
          </ac:spMkLst>
        </pc:spChg>
        <pc:spChg chg="add del mod">
          <ac:chgData name="Loaiza Rodriguez, Carolina" userId="452c554e-af35-463e-8852-6367d45d5725" providerId="ADAL" clId="{5D31F07F-69AF-4D2C-B93B-E3AEE1924773}" dt="2024-05-13T20:46:03.759" v="401" actId="478"/>
          <ac:spMkLst>
            <pc:docMk/>
            <pc:sldMk cId="896965866" sldId="2147470805"/>
            <ac:spMk id="5" creationId="{35FA184D-E5C2-43CB-DC34-BEA85FD43810}"/>
          </ac:spMkLst>
        </pc:spChg>
        <pc:spChg chg="add mod">
          <ac:chgData name="Loaiza Rodriguez, Carolina" userId="452c554e-af35-463e-8852-6367d45d5725" providerId="ADAL" clId="{5D31F07F-69AF-4D2C-B93B-E3AEE1924773}" dt="2024-05-13T20:46:26.828" v="406"/>
          <ac:spMkLst>
            <pc:docMk/>
            <pc:sldMk cId="896965866" sldId="2147470805"/>
            <ac:spMk id="8" creationId="{A3C41DED-F942-84A4-51A0-3BAF992D97F3}"/>
          </ac:spMkLst>
        </pc:spChg>
        <pc:spChg chg="add del mod">
          <ac:chgData name="Loaiza Rodriguez, Carolina" userId="452c554e-af35-463e-8852-6367d45d5725" providerId="ADAL" clId="{5D31F07F-69AF-4D2C-B93B-E3AEE1924773}" dt="2024-05-13T20:46:43.829" v="412" actId="22"/>
          <ac:spMkLst>
            <pc:docMk/>
            <pc:sldMk cId="896965866" sldId="2147470805"/>
            <ac:spMk id="11" creationId="{0F947C8F-A3C0-22F0-0E54-CDB5DE71C67C}"/>
          </ac:spMkLst>
        </pc:spChg>
        <pc:spChg chg="add mod">
          <ac:chgData name="Loaiza Rodriguez, Carolina" userId="452c554e-af35-463e-8852-6367d45d5725" providerId="ADAL" clId="{5D31F07F-69AF-4D2C-B93B-E3AEE1924773}" dt="2024-05-13T20:47:14.841" v="420" actId="120"/>
          <ac:spMkLst>
            <pc:docMk/>
            <pc:sldMk cId="896965866" sldId="2147470805"/>
            <ac:spMk id="12" creationId="{C6E1110D-3794-0CA5-0853-B13E97D365E0}"/>
          </ac:spMkLst>
        </pc:spChg>
        <pc:spChg chg="add mod">
          <ac:chgData name="Loaiza Rodriguez, Carolina" userId="452c554e-af35-463e-8852-6367d45d5725" providerId="ADAL" clId="{5D31F07F-69AF-4D2C-B93B-E3AEE1924773}" dt="2024-05-13T20:47:07.670" v="419"/>
          <ac:spMkLst>
            <pc:docMk/>
            <pc:sldMk cId="896965866" sldId="2147470805"/>
            <ac:spMk id="13" creationId="{CC2EE287-C492-85BF-E0CB-B1EFADD53957}"/>
          </ac:spMkLst>
        </pc:spChg>
        <pc:graphicFrameChg chg="add mod">
          <ac:chgData name="Loaiza Rodriguez, Carolina" userId="452c554e-af35-463e-8852-6367d45d5725" providerId="ADAL" clId="{5D31F07F-69AF-4D2C-B93B-E3AEE1924773}" dt="2024-05-13T20:46:26.828" v="406"/>
          <ac:graphicFrameMkLst>
            <pc:docMk/>
            <pc:sldMk cId="896965866" sldId="2147470805"/>
            <ac:graphicFrameMk id="9" creationId="{443C79F3-7066-2D8D-76F1-2297AA550211}"/>
          </ac:graphicFrameMkLst>
        </pc:graphicFrameChg>
        <pc:picChg chg="add mod">
          <ac:chgData name="Loaiza Rodriguez, Carolina" userId="452c554e-af35-463e-8852-6367d45d5725" providerId="ADAL" clId="{5D31F07F-69AF-4D2C-B93B-E3AEE1924773}" dt="2024-05-13T20:46:11.189" v="403"/>
          <ac:picMkLst>
            <pc:docMk/>
            <pc:sldMk cId="896965866" sldId="2147470805"/>
            <ac:picMk id="6" creationId="{E621BED5-9E37-C68B-BED3-581ADA82469F}"/>
          </ac:picMkLst>
        </pc:picChg>
        <pc:picChg chg="add mod">
          <ac:chgData name="Loaiza Rodriguez, Carolina" userId="452c554e-af35-463e-8852-6367d45d5725" providerId="ADAL" clId="{5D31F07F-69AF-4D2C-B93B-E3AEE1924773}" dt="2024-05-13T20:46:04.467" v="402"/>
          <ac:picMkLst>
            <pc:docMk/>
            <pc:sldMk cId="896965866" sldId="2147470805"/>
            <ac:picMk id="7" creationId="{21D31E1C-3A0F-3244-955E-80E991BD33D5}"/>
          </ac:picMkLst>
        </pc:picChg>
      </pc:sldChg>
      <pc:sldChg chg="addSp delSp modSp add del mod">
        <pc:chgData name="Loaiza Rodriguez, Carolina" userId="452c554e-af35-463e-8852-6367d45d5725" providerId="ADAL" clId="{5D31F07F-69AF-4D2C-B93B-E3AEE1924773}" dt="2024-05-13T20:42:01.154" v="328" actId="47"/>
        <pc:sldMkLst>
          <pc:docMk/>
          <pc:sldMk cId="962806475" sldId="2147470805"/>
        </pc:sldMkLst>
        <pc:spChg chg="mod">
          <ac:chgData name="Loaiza Rodriguez, Carolina" userId="452c554e-af35-463e-8852-6367d45d5725" providerId="ADAL" clId="{5D31F07F-69AF-4D2C-B93B-E3AEE1924773}" dt="2024-05-13T20:41:30.144" v="327" actId="14100"/>
          <ac:spMkLst>
            <pc:docMk/>
            <pc:sldMk cId="962806475" sldId="2147470805"/>
            <ac:spMk id="4" creationId="{49CFA30F-40D4-4CFB-A571-0180515CF48D}"/>
          </ac:spMkLst>
        </pc:spChg>
        <pc:spChg chg="add del mod">
          <ac:chgData name="Loaiza Rodriguez, Carolina" userId="452c554e-af35-463e-8852-6367d45d5725" providerId="ADAL" clId="{5D31F07F-69AF-4D2C-B93B-E3AEE1924773}" dt="2024-05-13T20:41:22.891" v="325" actId="478"/>
          <ac:spMkLst>
            <pc:docMk/>
            <pc:sldMk cId="962806475" sldId="2147470805"/>
            <ac:spMk id="5" creationId="{7DE4A5F3-EFCB-FEB0-B6AB-13705325175B}"/>
          </ac:spMkLst>
        </pc:spChg>
        <pc:spChg chg="del">
          <ac:chgData name="Loaiza Rodriguez, Carolina" userId="452c554e-af35-463e-8852-6367d45d5725" providerId="ADAL" clId="{5D31F07F-69AF-4D2C-B93B-E3AEE1924773}" dt="2024-05-13T20:41:20.737" v="324" actId="478"/>
          <ac:spMkLst>
            <pc:docMk/>
            <pc:sldMk cId="962806475" sldId="2147470805"/>
            <ac:spMk id="7" creationId="{B0F41568-89B4-4166-8BC4-506E5671D93C}"/>
          </ac:spMkLst>
        </pc:spChg>
      </pc:sldChg>
      <pc:sldChg chg="addSp delSp modSp add del mod modTransition">
        <pc:chgData name="Loaiza Rodriguez, Carolina" userId="452c554e-af35-463e-8852-6367d45d5725" providerId="ADAL" clId="{5D31F07F-69AF-4D2C-B93B-E3AEE1924773}" dt="2024-05-13T20:50:42.417" v="445"/>
        <pc:sldMkLst>
          <pc:docMk/>
          <pc:sldMk cId="697143682" sldId="2147470806"/>
        </pc:sldMkLst>
        <pc:spChg chg="del">
          <ac:chgData name="Loaiza Rodriguez, Carolina" userId="452c554e-af35-463e-8852-6367d45d5725" providerId="ADAL" clId="{5D31F07F-69AF-4D2C-B93B-E3AEE1924773}" dt="2024-05-13T20:48:04.465" v="424" actId="478"/>
          <ac:spMkLst>
            <pc:docMk/>
            <pc:sldMk cId="697143682" sldId="2147470806"/>
            <ac:spMk id="2" creationId="{5055CC22-DC2C-4C24-BE25-246FD2AA9618}"/>
          </ac:spMkLst>
        </pc:spChg>
        <pc:spChg chg="add del mod">
          <ac:chgData name="Loaiza Rodriguez, Carolina" userId="452c554e-af35-463e-8852-6367d45d5725" providerId="ADAL" clId="{5D31F07F-69AF-4D2C-B93B-E3AEE1924773}" dt="2024-05-13T20:48:06.335" v="425" actId="478"/>
          <ac:spMkLst>
            <pc:docMk/>
            <pc:sldMk cId="697143682" sldId="2147470806"/>
            <ac:spMk id="5" creationId="{51E78F07-1ADE-0038-73DA-3357F2EFB53B}"/>
          </ac:spMkLst>
        </pc:spChg>
        <pc:spChg chg="add mod">
          <ac:chgData name="Loaiza Rodriguez, Carolina" userId="452c554e-af35-463e-8852-6367d45d5725" providerId="ADAL" clId="{5D31F07F-69AF-4D2C-B93B-E3AEE1924773}" dt="2024-05-13T20:49:00.018" v="434" actId="120"/>
          <ac:spMkLst>
            <pc:docMk/>
            <pc:sldMk cId="697143682" sldId="2147470806"/>
            <ac:spMk id="6" creationId="{02639D3D-3627-A529-A4D4-591DF6BC63A9}"/>
          </ac:spMkLst>
        </pc:spChg>
        <pc:picChg chg="add mod">
          <ac:chgData name="Loaiza Rodriguez, Carolina" userId="452c554e-af35-463e-8852-6367d45d5725" providerId="ADAL" clId="{5D31F07F-69AF-4D2C-B93B-E3AEE1924773}" dt="2024-05-13T20:48:15.973" v="427" actId="1076"/>
          <ac:picMkLst>
            <pc:docMk/>
            <pc:sldMk cId="697143682" sldId="2147470806"/>
            <ac:picMk id="7" creationId="{A8B34B53-909F-20BB-6929-41913C2E595E}"/>
          </ac:picMkLst>
        </pc:picChg>
        <pc:picChg chg="add mod">
          <ac:chgData name="Loaiza Rodriguez, Carolina" userId="452c554e-af35-463e-8852-6367d45d5725" providerId="ADAL" clId="{5D31F07F-69AF-4D2C-B93B-E3AEE1924773}" dt="2024-05-13T20:48:15.973" v="427" actId="1076"/>
          <ac:picMkLst>
            <pc:docMk/>
            <pc:sldMk cId="697143682" sldId="2147470806"/>
            <ac:picMk id="8" creationId="{6B3C61BE-AD9A-B859-0B06-8E2C4C7BF940}"/>
          </ac:picMkLst>
        </pc:picChg>
        <pc:picChg chg="add mod">
          <ac:chgData name="Loaiza Rodriguez, Carolina" userId="452c554e-af35-463e-8852-6367d45d5725" providerId="ADAL" clId="{5D31F07F-69AF-4D2C-B93B-E3AEE1924773}" dt="2024-05-13T20:48:15.973" v="427" actId="1076"/>
          <ac:picMkLst>
            <pc:docMk/>
            <pc:sldMk cId="697143682" sldId="2147470806"/>
            <ac:picMk id="9" creationId="{4B6E12A2-DD11-D980-796C-603708F876D5}"/>
          </ac:picMkLst>
        </pc:picChg>
      </pc:sldChg>
      <pc:sldChg chg="addSp delSp modSp add del mod modTransition">
        <pc:chgData name="Loaiza Rodriguez, Carolina" userId="452c554e-af35-463e-8852-6367d45d5725" providerId="ADAL" clId="{5D31F07F-69AF-4D2C-B93B-E3AEE1924773}" dt="2024-05-13T20:50:42.417" v="445"/>
        <pc:sldMkLst>
          <pc:docMk/>
          <pc:sldMk cId="922897443" sldId="2147470807"/>
        </pc:sldMkLst>
        <pc:spChg chg="del">
          <ac:chgData name="Loaiza Rodriguez, Carolina" userId="452c554e-af35-463e-8852-6367d45d5725" providerId="ADAL" clId="{5D31F07F-69AF-4D2C-B93B-E3AEE1924773}" dt="2024-05-13T20:48:45.635" v="430" actId="478"/>
          <ac:spMkLst>
            <pc:docMk/>
            <pc:sldMk cId="922897443" sldId="2147470807"/>
            <ac:spMk id="2" creationId="{5055CC22-DC2C-4C24-BE25-246FD2AA9618}"/>
          </ac:spMkLst>
        </pc:spChg>
        <pc:spChg chg="add del mod">
          <ac:chgData name="Loaiza Rodriguez, Carolina" userId="452c554e-af35-463e-8852-6367d45d5725" providerId="ADAL" clId="{5D31F07F-69AF-4D2C-B93B-E3AEE1924773}" dt="2024-05-13T20:48:48.684" v="431" actId="478"/>
          <ac:spMkLst>
            <pc:docMk/>
            <pc:sldMk cId="922897443" sldId="2147470807"/>
            <ac:spMk id="5" creationId="{F2215F21-7D58-14BB-CC42-04373D6EE60D}"/>
          </ac:spMkLst>
        </pc:spChg>
        <pc:spChg chg="add mod">
          <ac:chgData name="Loaiza Rodriguez, Carolina" userId="452c554e-af35-463e-8852-6367d45d5725" providerId="ADAL" clId="{5D31F07F-69AF-4D2C-B93B-E3AEE1924773}" dt="2024-05-13T20:48:55.129" v="433" actId="120"/>
          <ac:spMkLst>
            <pc:docMk/>
            <pc:sldMk cId="922897443" sldId="2147470807"/>
            <ac:spMk id="6" creationId="{A08761F5-F2F3-6090-F15D-C4EA1C242A0F}"/>
          </ac:spMkLst>
        </pc:spChg>
        <pc:spChg chg="add mod">
          <ac:chgData name="Loaiza Rodriguez, Carolina" userId="452c554e-af35-463e-8852-6367d45d5725" providerId="ADAL" clId="{5D31F07F-69AF-4D2C-B93B-E3AEE1924773}" dt="2024-05-13T20:48:49.478" v="432"/>
          <ac:spMkLst>
            <pc:docMk/>
            <pc:sldMk cId="922897443" sldId="2147470807"/>
            <ac:spMk id="9" creationId="{69A8F05A-0232-C8C9-C071-2CE358A0DA23}"/>
          </ac:spMkLst>
        </pc:spChg>
        <pc:picChg chg="add mod">
          <ac:chgData name="Loaiza Rodriguez, Carolina" userId="452c554e-af35-463e-8852-6367d45d5725" providerId="ADAL" clId="{5D31F07F-69AF-4D2C-B93B-E3AEE1924773}" dt="2024-05-13T20:48:49.478" v="432"/>
          <ac:picMkLst>
            <pc:docMk/>
            <pc:sldMk cId="922897443" sldId="2147470807"/>
            <ac:picMk id="7" creationId="{C56CFAA8-0F72-261A-DFCA-3D43E76E2EFD}"/>
          </ac:picMkLst>
        </pc:picChg>
        <pc:picChg chg="add mod">
          <ac:chgData name="Loaiza Rodriguez, Carolina" userId="452c554e-af35-463e-8852-6367d45d5725" providerId="ADAL" clId="{5D31F07F-69AF-4D2C-B93B-E3AEE1924773}" dt="2024-05-13T20:48:49.478" v="432"/>
          <ac:picMkLst>
            <pc:docMk/>
            <pc:sldMk cId="922897443" sldId="2147470807"/>
            <ac:picMk id="8" creationId="{4A5BD5CC-D7FF-7449-89CA-EE60ED68B579}"/>
          </ac:picMkLst>
        </pc:picChg>
      </pc:sldChg>
      <pc:sldChg chg="addSp delSp modSp add mod modTransition">
        <pc:chgData name="Loaiza Rodriguez, Carolina" userId="452c554e-af35-463e-8852-6367d45d5725" providerId="ADAL" clId="{5D31F07F-69AF-4D2C-B93B-E3AEE1924773}" dt="2024-05-13T21:13:34.634" v="486" actId="478"/>
        <pc:sldMkLst>
          <pc:docMk/>
          <pc:sldMk cId="2123339097" sldId="2147470808"/>
        </pc:sldMkLst>
        <pc:spChg chg="del">
          <ac:chgData name="Loaiza Rodriguez, Carolina" userId="452c554e-af35-463e-8852-6367d45d5725" providerId="ADAL" clId="{5D31F07F-69AF-4D2C-B93B-E3AEE1924773}" dt="2024-05-13T20:49:19.730" v="436" actId="478"/>
          <ac:spMkLst>
            <pc:docMk/>
            <pc:sldMk cId="2123339097" sldId="2147470808"/>
            <ac:spMk id="2" creationId="{5055CC22-DC2C-4C24-BE25-246FD2AA9618}"/>
          </ac:spMkLst>
        </pc:spChg>
        <pc:spChg chg="add del mod">
          <ac:chgData name="Loaiza Rodriguez, Carolina" userId="452c554e-af35-463e-8852-6367d45d5725" providerId="ADAL" clId="{5D31F07F-69AF-4D2C-B93B-E3AEE1924773}" dt="2024-05-13T20:49:22.267" v="437" actId="478"/>
          <ac:spMkLst>
            <pc:docMk/>
            <pc:sldMk cId="2123339097" sldId="2147470808"/>
            <ac:spMk id="5" creationId="{94A61479-6ED9-EE8D-5F40-C4E56F8E8029}"/>
          </ac:spMkLst>
        </pc:spChg>
        <pc:spChg chg="add mod">
          <ac:chgData name="Loaiza Rodriguez, Carolina" userId="452c554e-af35-463e-8852-6367d45d5725" providerId="ADAL" clId="{5D31F07F-69AF-4D2C-B93B-E3AEE1924773}" dt="2024-05-13T20:49:23.503" v="438"/>
          <ac:spMkLst>
            <pc:docMk/>
            <pc:sldMk cId="2123339097" sldId="2147470808"/>
            <ac:spMk id="6" creationId="{A5B630DA-6C88-B504-B27A-855FF1A04C33}"/>
          </ac:spMkLst>
        </pc:spChg>
        <pc:spChg chg="add mod">
          <ac:chgData name="Loaiza Rodriguez, Carolina" userId="452c554e-af35-463e-8852-6367d45d5725" providerId="ADAL" clId="{5D31F07F-69AF-4D2C-B93B-E3AEE1924773}" dt="2024-05-13T21:13:27.493" v="484" actId="1076"/>
          <ac:spMkLst>
            <pc:docMk/>
            <pc:sldMk cId="2123339097" sldId="2147470808"/>
            <ac:spMk id="7" creationId="{9C2E95A7-8C69-79EE-E5F3-80F59335F6ED}"/>
          </ac:spMkLst>
        </pc:spChg>
        <pc:spChg chg="add mod">
          <ac:chgData name="Loaiza Rodriguez, Carolina" userId="452c554e-af35-463e-8852-6367d45d5725" providerId="ADAL" clId="{5D31F07F-69AF-4D2C-B93B-E3AEE1924773}" dt="2024-05-13T20:49:23.503" v="438"/>
          <ac:spMkLst>
            <pc:docMk/>
            <pc:sldMk cId="2123339097" sldId="2147470808"/>
            <ac:spMk id="9" creationId="{F93410BA-BCF2-1D89-305C-1AE88AE5CBDC}"/>
          </ac:spMkLst>
        </pc:spChg>
        <pc:graphicFrameChg chg="add mod modGraphic">
          <ac:chgData name="Loaiza Rodriguez, Carolina" userId="452c554e-af35-463e-8852-6367d45d5725" providerId="ADAL" clId="{5D31F07F-69AF-4D2C-B93B-E3AEE1924773}" dt="2024-05-13T21:13:27.504" v="485" actId="20577"/>
          <ac:graphicFrameMkLst>
            <pc:docMk/>
            <pc:sldMk cId="2123339097" sldId="2147470808"/>
            <ac:graphicFrameMk id="8" creationId="{8FF2701E-27E6-1A46-8D0D-3E838861E9B2}"/>
          </ac:graphicFrameMkLst>
        </pc:graphicFrameChg>
        <pc:graphicFrameChg chg="add mod modGraphic">
          <ac:chgData name="Loaiza Rodriguez, Carolina" userId="452c554e-af35-463e-8852-6367d45d5725" providerId="ADAL" clId="{5D31F07F-69AF-4D2C-B93B-E3AEE1924773}" dt="2024-05-13T20:49:52.819" v="439" actId="13926"/>
          <ac:graphicFrameMkLst>
            <pc:docMk/>
            <pc:sldMk cId="2123339097" sldId="2147470808"/>
            <ac:graphicFrameMk id="10" creationId="{3116C948-F88B-45F4-4CF0-146B1AA3EADF}"/>
          </ac:graphicFrameMkLst>
        </pc:graphicFrameChg>
        <pc:graphicFrameChg chg="add del mod modGraphic">
          <ac:chgData name="Loaiza Rodriguez, Carolina" userId="452c554e-af35-463e-8852-6367d45d5725" providerId="ADAL" clId="{5D31F07F-69AF-4D2C-B93B-E3AEE1924773}" dt="2024-05-13T21:13:34.634" v="486" actId="478"/>
          <ac:graphicFrameMkLst>
            <pc:docMk/>
            <pc:sldMk cId="2123339097" sldId="2147470808"/>
            <ac:graphicFrameMk id="11" creationId="{42EC0B00-E9F7-942F-FFA9-47EB67103408}"/>
          </ac:graphicFrameMkLst>
        </pc:graphicFrameChg>
      </pc:sldChg>
      <pc:sldChg chg="modSp new mod">
        <pc:chgData name="Loaiza Rodriguez, Carolina" userId="452c554e-af35-463e-8852-6367d45d5725" providerId="ADAL" clId="{5D31F07F-69AF-4D2C-B93B-E3AEE1924773}" dt="2024-05-13T21:15:18.237" v="511" actId="20577"/>
        <pc:sldMkLst>
          <pc:docMk/>
          <pc:sldMk cId="2728981718" sldId="2147470809"/>
        </pc:sldMkLst>
        <pc:spChg chg="mod">
          <ac:chgData name="Loaiza Rodriguez, Carolina" userId="452c554e-af35-463e-8852-6367d45d5725" providerId="ADAL" clId="{5D31F07F-69AF-4D2C-B93B-E3AEE1924773}" dt="2024-05-13T21:15:18.237" v="511" actId="20577"/>
          <ac:spMkLst>
            <pc:docMk/>
            <pc:sldMk cId="2728981718" sldId="2147470809"/>
            <ac:spMk id="2" creationId="{ACA7B850-6888-D114-0094-026C3624E227}"/>
          </ac:spMkLst>
        </pc:spChg>
      </pc:sldChg>
      <pc:sldMasterChg chg="add del addSldLayout delSldLayout">
        <pc:chgData name="Loaiza Rodriguez, Carolina" userId="452c554e-af35-463e-8852-6367d45d5725" providerId="ADAL" clId="{5D31F07F-69AF-4D2C-B93B-E3AEE1924773}" dt="2024-05-13T20:45:44.969" v="399" actId="2696"/>
        <pc:sldMasterMkLst>
          <pc:docMk/>
          <pc:sldMasterMk cId="3328854255" sldId="2147483648"/>
        </pc:sldMasterMkLst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3328854255" sldId="2147483648"/>
            <pc:sldLayoutMk cId="2029749455" sldId="2147483649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3328854255" sldId="2147483648"/>
            <pc:sldLayoutMk cId="1780962784" sldId="2147483650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3328854255" sldId="2147483648"/>
            <pc:sldLayoutMk cId="3111548204" sldId="2147483651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3328854255" sldId="2147483648"/>
            <pc:sldLayoutMk cId="1479077776" sldId="2147483652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3328854255" sldId="2147483648"/>
            <pc:sldLayoutMk cId="1052025798" sldId="2147483653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3328854255" sldId="2147483648"/>
            <pc:sldLayoutMk cId="344699993" sldId="2147483654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3328854255" sldId="2147483648"/>
            <pc:sldLayoutMk cId="1577441653" sldId="2147483655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3328854255" sldId="2147483648"/>
            <pc:sldLayoutMk cId="1294730434" sldId="2147483656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3328854255" sldId="2147483648"/>
            <pc:sldLayoutMk cId="805560604" sldId="2147483657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3328854255" sldId="2147483648"/>
            <pc:sldLayoutMk cId="1663742009" sldId="2147483658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3328854255" sldId="2147483648"/>
            <pc:sldLayoutMk cId="2916601570" sldId="2147483659"/>
          </pc:sldLayoutMkLst>
        </pc:sldLayoutChg>
      </pc:sldMasterChg>
      <pc:sldMasterChg chg="delSldLayout modSldLayout">
        <pc:chgData name="Loaiza Rodriguez, Carolina" userId="452c554e-af35-463e-8852-6367d45d5725" providerId="ADAL" clId="{5D31F07F-69AF-4D2C-B93B-E3AEE1924773}" dt="2024-05-13T20:45:11.485" v="387"/>
        <pc:sldMasterMkLst>
          <pc:docMk/>
          <pc:sldMasterMk cId="427514010" sldId="2147483660"/>
        </pc:sldMasterMkLst>
        <pc:sldLayoutChg chg="modTransition">
          <pc:chgData name="Loaiza Rodriguez, Carolina" userId="452c554e-af35-463e-8852-6367d45d5725" providerId="ADAL" clId="{5D31F07F-69AF-4D2C-B93B-E3AEE1924773}" dt="2024-05-13T20:45:11.485" v="387"/>
          <pc:sldLayoutMkLst>
            <pc:docMk/>
            <pc:sldMasterMk cId="144049926" sldId="2147483741"/>
            <pc:sldLayoutMk cId="1730615686" sldId="2147483742"/>
          </pc:sldLayoutMkLst>
        </pc:sldLayoutChg>
        <pc:sldLayoutChg chg="modTransition">
          <pc:chgData name="Loaiza Rodriguez, Carolina" userId="452c554e-af35-463e-8852-6367d45d5725" providerId="ADAL" clId="{5D31F07F-69AF-4D2C-B93B-E3AEE1924773}" dt="2024-05-13T20:45:11.485" v="387"/>
          <pc:sldLayoutMkLst>
            <pc:docMk/>
            <pc:sldMasterMk cId="144049926" sldId="2147483741"/>
            <pc:sldLayoutMk cId="1196287035" sldId="2147483743"/>
          </pc:sldLayoutMkLst>
        </pc:sldLayoutChg>
        <pc:sldLayoutChg chg="modSp modTransition">
          <pc:chgData name="Loaiza Rodriguez, Carolina" userId="452c554e-af35-463e-8852-6367d45d5725" providerId="ADAL" clId="{5D31F07F-69AF-4D2C-B93B-E3AEE1924773}" dt="2024-05-13T20:45:11.485" v="387"/>
          <pc:sldLayoutMkLst>
            <pc:docMk/>
            <pc:sldMasterMk cId="144049926" sldId="2147483741"/>
            <pc:sldLayoutMk cId="1920728951" sldId="2147483744"/>
          </pc:sldLayoutMkLst>
          <pc:spChg chg="mod">
            <ac:chgData name="Loaiza Rodriguez, Carolina" userId="452c554e-af35-463e-8852-6367d45d5725" providerId="ADAL" clId="{5D31F07F-69AF-4D2C-B93B-E3AEE1924773}" dt="2024-05-13T20:45:11.485" v="387"/>
            <ac:spMkLst>
              <pc:docMk/>
              <pc:sldMasterMk cId="144049926" sldId="2147483741"/>
              <pc:sldLayoutMk cId="1920728951" sldId="2147483744"/>
              <ac:spMk id="3" creationId="{107261E0-F4DA-EA47-8A36-47CA5E62FFE4}"/>
            </ac:spMkLst>
          </pc:spChg>
        </pc:sldLayoutChg>
        <pc:sldLayoutChg chg="modSp modTransition">
          <pc:chgData name="Loaiza Rodriguez, Carolina" userId="452c554e-af35-463e-8852-6367d45d5725" providerId="ADAL" clId="{5D31F07F-69AF-4D2C-B93B-E3AEE1924773}" dt="2024-05-13T20:45:11.485" v="387"/>
          <pc:sldLayoutMkLst>
            <pc:docMk/>
            <pc:sldMasterMk cId="144049926" sldId="2147483741"/>
            <pc:sldLayoutMk cId="1361875890" sldId="2147483747"/>
          </pc:sldLayoutMkLst>
          <pc:spChg chg="mod">
            <ac:chgData name="Loaiza Rodriguez, Carolina" userId="452c554e-af35-463e-8852-6367d45d5725" providerId="ADAL" clId="{5D31F07F-69AF-4D2C-B93B-E3AEE1924773}" dt="2024-05-13T20:45:11.485" v="387"/>
            <ac:spMkLst>
              <pc:docMk/>
              <pc:sldMasterMk cId="144049926" sldId="2147483741"/>
              <pc:sldLayoutMk cId="1361875890" sldId="2147483747"/>
              <ac:spMk id="4" creationId="{0590119D-3FB9-4A4D-AA79-41225B9149B3}"/>
            </ac:spMkLst>
          </pc:spChg>
        </pc:sldLayoutChg>
        <pc:sldLayoutChg chg="modSp modTransition">
          <pc:chgData name="Loaiza Rodriguez, Carolina" userId="452c554e-af35-463e-8852-6367d45d5725" providerId="ADAL" clId="{5D31F07F-69AF-4D2C-B93B-E3AEE1924773}" dt="2024-05-13T20:45:11.485" v="387"/>
          <pc:sldLayoutMkLst>
            <pc:docMk/>
            <pc:sldMasterMk cId="144049926" sldId="2147483741"/>
            <pc:sldLayoutMk cId="3882222397" sldId="2147483748"/>
          </pc:sldLayoutMkLst>
          <pc:spChg chg="mod">
            <ac:chgData name="Loaiza Rodriguez, Carolina" userId="452c554e-af35-463e-8852-6367d45d5725" providerId="ADAL" clId="{5D31F07F-69AF-4D2C-B93B-E3AEE1924773}" dt="2024-05-13T20:45:11.485" v="387"/>
            <ac:spMkLst>
              <pc:docMk/>
              <pc:sldMasterMk cId="144049926" sldId="2147483741"/>
              <pc:sldLayoutMk cId="3882222397" sldId="2147483748"/>
              <ac:spMk id="5" creationId="{E4DAC1BD-6241-C44B-8821-CBA6C2E4F51F}"/>
            </ac:spMkLst>
          </pc:spChg>
        </pc:sldLayoutChg>
        <pc:sldLayoutChg chg="modSp modTransition">
          <pc:chgData name="Loaiza Rodriguez, Carolina" userId="452c554e-af35-463e-8852-6367d45d5725" providerId="ADAL" clId="{5D31F07F-69AF-4D2C-B93B-E3AEE1924773}" dt="2024-05-13T20:45:11.485" v="387"/>
          <pc:sldLayoutMkLst>
            <pc:docMk/>
            <pc:sldMasterMk cId="144049926" sldId="2147483741"/>
            <pc:sldLayoutMk cId="914846931" sldId="2147483749"/>
          </pc:sldLayoutMkLst>
          <pc:spChg chg="mod">
            <ac:chgData name="Loaiza Rodriguez, Carolina" userId="452c554e-af35-463e-8852-6367d45d5725" providerId="ADAL" clId="{5D31F07F-69AF-4D2C-B93B-E3AEE1924773}" dt="2024-05-13T20:45:11.485" v="387"/>
            <ac:spMkLst>
              <pc:docMk/>
              <pc:sldMasterMk cId="144049926" sldId="2147483741"/>
              <pc:sldLayoutMk cId="914846931" sldId="2147483749"/>
              <ac:spMk id="5" creationId="{4D9A2CF5-CE57-9448-B340-2DD8701681A4}"/>
            </ac:spMkLst>
          </pc:spChg>
        </pc:sldLayoutChg>
        <pc:sldLayoutChg chg="modSp modTransition">
          <pc:chgData name="Loaiza Rodriguez, Carolina" userId="452c554e-af35-463e-8852-6367d45d5725" providerId="ADAL" clId="{5D31F07F-69AF-4D2C-B93B-E3AEE1924773}" dt="2024-05-13T20:45:11.485" v="387"/>
          <pc:sldLayoutMkLst>
            <pc:docMk/>
            <pc:sldMasterMk cId="144049926" sldId="2147483741"/>
            <pc:sldLayoutMk cId="3744125765" sldId="2147483750"/>
          </pc:sldLayoutMkLst>
          <pc:spChg chg="mod">
            <ac:chgData name="Loaiza Rodriguez, Carolina" userId="452c554e-af35-463e-8852-6367d45d5725" providerId="ADAL" clId="{5D31F07F-69AF-4D2C-B93B-E3AEE1924773}" dt="2024-05-13T20:45:11.485" v="387"/>
            <ac:spMkLst>
              <pc:docMk/>
              <pc:sldMasterMk cId="144049926" sldId="2147483741"/>
              <pc:sldLayoutMk cId="3744125765" sldId="2147483750"/>
              <ac:spMk id="4" creationId="{250CDB9E-3334-5342-AB18-B55D9893A2CB}"/>
            </ac:spMkLst>
          </pc:spChg>
        </pc:sldLayoutChg>
        <pc:sldLayoutChg chg="modSp modTransition">
          <pc:chgData name="Loaiza Rodriguez, Carolina" userId="452c554e-af35-463e-8852-6367d45d5725" providerId="ADAL" clId="{5D31F07F-69AF-4D2C-B93B-E3AEE1924773}" dt="2024-05-13T20:45:11.485" v="387"/>
          <pc:sldLayoutMkLst>
            <pc:docMk/>
            <pc:sldMasterMk cId="144049926" sldId="2147483741"/>
            <pc:sldLayoutMk cId="3754432386" sldId="2147483751"/>
          </pc:sldLayoutMkLst>
          <pc:spChg chg="mod">
            <ac:chgData name="Loaiza Rodriguez, Carolina" userId="452c554e-af35-463e-8852-6367d45d5725" providerId="ADAL" clId="{5D31F07F-69AF-4D2C-B93B-E3AEE1924773}" dt="2024-05-13T20:45:11.485" v="387"/>
            <ac:spMkLst>
              <pc:docMk/>
              <pc:sldMasterMk cId="144049926" sldId="2147483741"/>
              <pc:sldLayoutMk cId="3754432386" sldId="2147483751"/>
              <ac:spMk id="4" creationId="{3B5FA2CE-67B2-E84C-BDE0-EB1D9F46C865}"/>
            </ac:spMkLst>
          </pc:spChg>
        </pc:sldLayoutChg>
        <pc:sldLayoutChg chg="modSp modTransition">
          <pc:chgData name="Loaiza Rodriguez, Carolina" userId="452c554e-af35-463e-8852-6367d45d5725" providerId="ADAL" clId="{5D31F07F-69AF-4D2C-B93B-E3AEE1924773}" dt="2024-05-13T20:45:11.485" v="387"/>
          <pc:sldLayoutMkLst>
            <pc:docMk/>
            <pc:sldMasterMk cId="144049926" sldId="2147483741"/>
            <pc:sldLayoutMk cId="3790622246" sldId="2147483753"/>
          </pc:sldLayoutMkLst>
          <pc:spChg chg="mod">
            <ac:chgData name="Loaiza Rodriguez, Carolina" userId="452c554e-af35-463e-8852-6367d45d5725" providerId="ADAL" clId="{5D31F07F-69AF-4D2C-B93B-E3AEE1924773}" dt="2024-05-13T20:45:11.485" v="387"/>
            <ac:spMkLst>
              <pc:docMk/>
              <pc:sldMasterMk cId="144049926" sldId="2147483741"/>
              <pc:sldLayoutMk cId="3790622246" sldId="2147483753"/>
              <ac:spMk id="3" creationId="{B18C782C-9A65-C440-A440-B5409DCED2C2}"/>
            </ac:spMkLst>
          </pc:spChg>
        </pc:sldLayoutChg>
        <pc:sldLayoutChg chg="modSp modTransition">
          <pc:chgData name="Loaiza Rodriguez, Carolina" userId="452c554e-af35-463e-8852-6367d45d5725" providerId="ADAL" clId="{5D31F07F-69AF-4D2C-B93B-E3AEE1924773}" dt="2024-05-13T20:45:11.485" v="387"/>
          <pc:sldLayoutMkLst>
            <pc:docMk/>
            <pc:sldMasterMk cId="144049926" sldId="2147483741"/>
            <pc:sldLayoutMk cId="933955389" sldId="2147483754"/>
          </pc:sldLayoutMkLst>
          <pc:spChg chg="mod">
            <ac:chgData name="Loaiza Rodriguez, Carolina" userId="452c554e-af35-463e-8852-6367d45d5725" providerId="ADAL" clId="{5D31F07F-69AF-4D2C-B93B-E3AEE1924773}" dt="2024-05-13T20:45:11.485" v="387"/>
            <ac:spMkLst>
              <pc:docMk/>
              <pc:sldMasterMk cId="144049926" sldId="2147483741"/>
              <pc:sldLayoutMk cId="933955389" sldId="2147483754"/>
              <ac:spMk id="3" creationId="{8AA9246E-553D-544B-8926-0E892952CD18}"/>
            </ac:spMkLst>
          </pc:spChg>
        </pc:sldLayoutChg>
        <pc:sldLayoutChg chg="modTransition">
          <pc:chgData name="Loaiza Rodriguez, Carolina" userId="452c554e-af35-463e-8852-6367d45d5725" providerId="ADAL" clId="{5D31F07F-69AF-4D2C-B93B-E3AEE1924773}" dt="2024-05-13T20:45:11.485" v="387"/>
          <pc:sldLayoutMkLst>
            <pc:docMk/>
            <pc:sldMasterMk cId="144049926" sldId="2147483741"/>
            <pc:sldLayoutMk cId="941232438" sldId="2147483756"/>
          </pc:sldLayoutMkLst>
        </pc:sldLayoutChg>
        <pc:sldLayoutChg chg="modTransition">
          <pc:chgData name="Loaiza Rodriguez, Carolina" userId="452c554e-af35-463e-8852-6367d45d5725" providerId="ADAL" clId="{5D31F07F-69AF-4D2C-B93B-E3AEE1924773}" dt="2024-05-13T20:45:11.485" v="387"/>
          <pc:sldLayoutMkLst>
            <pc:docMk/>
            <pc:sldMasterMk cId="144049926" sldId="2147483741"/>
            <pc:sldLayoutMk cId="281551366" sldId="2147483758"/>
          </pc:sldLayoutMkLst>
        </pc:sldLayoutChg>
        <pc:sldLayoutChg chg="modSp">
          <pc:chgData name="Loaiza Rodriguez, Carolina" userId="452c554e-af35-463e-8852-6367d45d5725" providerId="ADAL" clId="{5D31F07F-69AF-4D2C-B93B-E3AEE1924773}" dt="2024-05-13T20:45:01.438" v="381"/>
          <pc:sldLayoutMkLst>
            <pc:docMk/>
            <pc:sldMasterMk cId="523590130" sldId="2147483778"/>
            <pc:sldLayoutMk cId="1531815173" sldId="2147483792"/>
          </pc:sldLayoutMkLst>
          <pc:spChg chg="mod">
            <ac:chgData name="Loaiza Rodriguez, Carolina" userId="452c554e-af35-463e-8852-6367d45d5725" providerId="ADAL" clId="{5D31F07F-69AF-4D2C-B93B-E3AEE1924773}" dt="2024-05-13T20:45:01.438" v="381"/>
            <ac:spMkLst>
              <pc:docMk/>
              <pc:sldMasterMk cId="523590130" sldId="2147483778"/>
              <pc:sldLayoutMk cId="1531815173" sldId="2147483792"/>
              <ac:spMk id="2" creationId="{7781BDA3-69A3-C84A-88B9-0704E76202AB}"/>
            </ac:spMkLst>
          </pc:spChg>
        </pc:sldLayoutChg>
        <pc:sldLayoutChg chg="modSp">
          <pc:chgData name="Loaiza Rodriguez, Carolina" userId="452c554e-af35-463e-8852-6367d45d5725" providerId="ADAL" clId="{5D31F07F-69AF-4D2C-B93B-E3AEE1924773}" dt="2024-05-13T20:45:01.438" v="381"/>
          <pc:sldLayoutMkLst>
            <pc:docMk/>
            <pc:sldMasterMk cId="523590130" sldId="2147483778"/>
            <pc:sldLayoutMk cId="4057021682" sldId="2147483793"/>
          </pc:sldLayoutMkLst>
          <pc:spChg chg="mod">
            <ac:chgData name="Loaiza Rodriguez, Carolina" userId="452c554e-af35-463e-8852-6367d45d5725" providerId="ADAL" clId="{5D31F07F-69AF-4D2C-B93B-E3AEE1924773}" dt="2024-05-13T20:45:01.438" v="381"/>
            <ac:spMkLst>
              <pc:docMk/>
              <pc:sldMasterMk cId="523590130" sldId="2147483778"/>
              <pc:sldLayoutMk cId="4057021682" sldId="2147483793"/>
              <ac:spMk id="3" creationId="{45639ED2-F65E-454C-85F9-BFF8BBC58622}"/>
            </ac:spMkLst>
          </pc:spChg>
        </pc:sldLayoutChg>
        <pc:sldLayoutChg chg="del">
          <pc:chgData name="Loaiza Rodriguez, Carolina" userId="452c554e-af35-463e-8852-6367d45d5725" providerId="ADAL" clId="{5D31F07F-69AF-4D2C-B93B-E3AEE1924773}" dt="2024-05-13T20:32:58.780" v="273" actId="2696"/>
          <pc:sldLayoutMkLst>
            <pc:docMk/>
            <pc:sldMasterMk cId="427514010" sldId="2147483660"/>
            <pc:sldLayoutMk cId="1779523614" sldId="2147483805"/>
          </pc:sldLayoutMkLst>
        </pc:sldLayoutChg>
      </pc:sldMasterChg>
      <pc:sldMasterChg chg="del delSldLayout">
        <pc:chgData name="Loaiza Rodriguez, Carolina" userId="452c554e-af35-463e-8852-6367d45d5725" providerId="ADAL" clId="{5D31F07F-69AF-4D2C-B93B-E3AEE1924773}" dt="2024-05-13T20:33:37.004" v="277" actId="47"/>
        <pc:sldMasterMkLst>
          <pc:docMk/>
          <pc:sldMasterMk cId="3778159355" sldId="2147483718"/>
        </pc:sldMasterMkLst>
        <pc:sldLayoutChg chg="del">
          <pc:chgData name="Loaiza Rodriguez, Carolina" userId="452c554e-af35-463e-8852-6367d45d5725" providerId="ADAL" clId="{5D31F07F-69AF-4D2C-B93B-E3AEE1924773}" dt="2024-05-13T20:33:37.004" v="277" actId="47"/>
          <pc:sldLayoutMkLst>
            <pc:docMk/>
            <pc:sldMasterMk cId="3778159355" sldId="2147483718"/>
            <pc:sldLayoutMk cId="2620549775" sldId="2147483719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37.004" v="277" actId="47"/>
          <pc:sldLayoutMkLst>
            <pc:docMk/>
            <pc:sldMasterMk cId="3778159355" sldId="2147483718"/>
            <pc:sldLayoutMk cId="2957193132" sldId="2147483720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37.004" v="277" actId="47"/>
          <pc:sldLayoutMkLst>
            <pc:docMk/>
            <pc:sldMasterMk cId="3778159355" sldId="2147483718"/>
            <pc:sldLayoutMk cId="3011605900" sldId="2147483721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37.004" v="277" actId="47"/>
          <pc:sldLayoutMkLst>
            <pc:docMk/>
            <pc:sldMasterMk cId="3778159355" sldId="2147483718"/>
            <pc:sldLayoutMk cId="3422391536" sldId="2147483722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37.004" v="277" actId="47"/>
          <pc:sldLayoutMkLst>
            <pc:docMk/>
            <pc:sldMasterMk cId="3778159355" sldId="2147483718"/>
            <pc:sldLayoutMk cId="514486225" sldId="2147483723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37.004" v="277" actId="47"/>
          <pc:sldLayoutMkLst>
            <pc:docMk/>
            <pc:sldMasterMk cId="3778159355" sldId="2147483718"/>
            <pc:sldLayoutMk cId="2737403396" sldId="2147483724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37.004" v="277" actId="47"/>
          <pc:sldLayoutMkLst>
            <pc:docMk/>
            <pc:sldMasterMk cId="3778159355" sldId="2147483718"/>
            <pc:sldLayoutMk cId="3679277574" sldId="2147483725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37.004" v="277" actId="47"/>
          <pc:sldLayoutMkLst>
            <pc:docMk/>
            <pc:sldMasterMk cId="3778159355" sldId="2147483718"/>
            <pc:sldLayoutMk cId="3393840514" sldId="2147483726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37.004" v="277" actId="47"/>
          <pc:sldLayoutMkLst>
            <pc:docMk/>
            <pc:sldMasterMk cId="3778159355" sldId="2147483718"/>
            <pc:sldLayoutMk cId="3109314092" sldId="2147483727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37.004" v="277" actId="47"/>
          <pc:sldLayoutMkLst>
            <pc:docMk/>
            <pc:sldMasterMk cId="3778159355" sldId="2147483718"/>
            <pc:sldLayoutMk cId="2305033369" sldId="2147483728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37.004" v="277" actId="47"/>
          <pc:sldLayoutMkLst>
            <pc:docMk/>
            <pc:sldMasterMk cId="3778159355" sldId="2147483718"/>
            <pc:sldLayoutMk cId="165144844" sldId="2147483729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37.004" v="277" actId="47"/>
          <pc:sldLayoutMkLst>
            <pc:docMk/>
            <pc:sldMasterMk cId="3778159355" sldId="2147483718"/>
            <pc:sldLayoutMk cId="3227515667" sldId="2147483730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37.004" v="277" actId="47"/>
          <pc:sldLayoutMkLst>
            <pc:docMk/>
            <pc:sldMasterMk cId="3778159355" sldId="2147483718"/>
            <pc:sldLayoutMk cId="2937738338" sldId="2147483731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37.004" v="277" actId="47"/>
          <pc:sldLayoutMkLst>
            <pc:docMk/>
            <pc:sldMasterMk cId="3778159355" sldId="2147483718"/>
            <pc:sldLayoutMk cId="2549387319" sldId="2147483732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37.004" v="277" actId="47"/>
          <pc:sldLayoutMkLst>
            <pc:docMk/>
            <pc:sldMasterMk cId="3778159355" sldId="2147483718"/>
            <pc:sldLayoutMk cId="4155940549" sldId="2147483733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37.004" v="277" actId="47"/>
          <pc:sldLayoutMkLst>
            <pc:docMk/>
            <pc:sldMasterMk cId="3778159355" sldId="2147483718"/>
            <pc:sldLayoutMk cId="442535486" sldId="2147483734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37.004" v="277" actId="47"/>
          <pc:sldLayoutMkLst>
            <pc:docMk/>
            <pc:sldMasterMk cId="3778159355" sldId="2147483718"/>
            <pc:sldLayoutMk cId="1109096939" sldId="2147483735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37.004" v="277" actId="47"/>
          <pc:sldLayoutMkLst>
            <pc:docMk/>
            <pc:sldMasterMk cId="3778159355" sldId="2147483718"/>
            <pc:sldLayoutMk cId="51233766" sldId="2147483736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37.004" v="277" actId="47"/>
          <pc:sldLayoutMkLst>
            <pc:docMk/>
            <pc:sldMasterMk cId="3778159355" sldId="2147483718"/>
            <pc:sldLayoutMk cId="391577887" sldId="2147483737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37.004" v="277" actId="47"/>
          <pc:sldLayoutMkLst>
            <pc:docMk/>
            <pc:sldMasterMk cId="3778159355" sldId="2147483718"/>
            <pc:sldLayoutMk cId="2076159237" sldId="2147483738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37.004" v="277" actId="47"/>
          <pc:sldLayoutMkLst>
            <pc:docMk/>
            <pc:sldMasterMk cId="3778159355" sldId="2147483718"/>
            <pc:sldLayoutMk cId="2271418859" sldId="2147483739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37.004" v="277" actId="47"/>
          <pc:sldLayoutMkLst>
            <pc:docMk/>
            <pc:sldMasterMk cId="3778159355" sldId="2147483718"/>
            <pc:sldLayoutMk cId="876726885" sldId="2147483740"/>
          </pc:sldLayoutMkLst>
        </pc:sldLayoutChg>
      </pc:sldMasterChg>
      <pc:sldMasterChg chg="add del addSldLayout delSldLayout">
        <pc:chgData name="Loaiza Rodriguez, Carolina" userId="452c554e-af35-463e-8852-6367d45d5725" providerId="ADAL" clId="{5D31F07F-69AF-4D2C-B93B-E3AEE1924773}" dt="2024-05-13T20:45:44.969" v="399" actId="2696"/>
        <pc:sldMasterMkLst>
          <pc:docMk/>
          <pc:sldMasterMk cId="144049926" sldId="2147483741"/>
        </pc:sldMasterMkLst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144049926" sldId="2147483741"/>
            <pc:sldLayoutMk cId="1730615686" sldId="2147483742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144049926" sldId="2147483741"/>
            <pc:sldLayoutMk cId="1196287035" sldId="2147483743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144049926" sldId="2147483741"/>
            <pc:sldLayoutMk cId="1920728951" sldId="2147483744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144049926" sldId="2147483741"/>
            <pc:sldLayoutMk cId="2471097140" sldId="2147483745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144049926" sldId="2147483741"/>
            <pc:sldLayoutMk cId="2510970832" sldId="2147483746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144049926" sldId="2147483741"/>
            <pc:sldLayoutMk cId="1361875890" sldId="2147483747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144049926" sldId="2147483741"/>
            <pc:sldLayoutMk cId="3882222397" sldId="2147483748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144049926" sldId="2147483741"/>
            <pc:sldLayoutMk cId="914846931" sldId="2147483749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144049926" sldId="2147483741"/>
            <pc:sldLayoutMk cId="3744125765" sldId="2147483750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144049926" sldId="2147483741"/>
            <pc:sldLayoutMk cId="3754432386" sldId="2147483751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144049926" sldId="2147483741"/>
            <pc:sldLayoutMk cId="2593965261" sldId="2147483752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144049926" sldId="2147483741"/>
            <pc:sldLayoutMk cId="3790622246" sldId="2147483753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144049926" sldId="2147483741"/>
            <pc:sldLayoutMk cId="933955389" sldId="2147483754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144049926" sldId="2147483741"/>
            <pc:sldLayoutMk cId="1740822962" sldId="2147483755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144049926" sldId="2147483741"/>
            <pc:sldLayoutMk cId="941232438" sldId="2147483756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144049926" sldId="2147483741"/>
            <pc:sldLayoutMk cId="4289979497" sldId="2147483757"/>
          </pc:sldLayoutMkLst>
        </pc:sldLayoutChg>
        <pc:sldLayoutChg chg="add del">
          <pc:chgData name="Loaiza Rodriguez, Carolina" userId="452c554e-af35-463e-8852-6367d45d5725" providerId="ADAL" clId="{5D31F07F-69AF-4D2C-B93B-E3AEE1924773}" dt="2024-05-13T20:45:44.969" v="399" actId="2696"/>
          <pc:sldLayoutMkLst>
            <pc:docMk/>
            <pc:sldMasterMk cId="144049926" sldId="2147483741"/>
            <pc:sldLayoutMk cId="281551366" sldId="2147483758"/>
          </pc:sldLayoutMkLst>
        </pc:sldLayoutChg>
      </pc:sldMasterChg>
      <pc:sldMasterChg chg="addSp">
        <pc:chgData name="Loaiza Rodriguez, Carolina" userId="452c554e-af35-463e-8852-6367d45d5725" providerId="ADAL" clId="{5D31F07F-69AF-4D2C-B93B-E3AEE1924773}" dt="2024-05-13T20:43:49.401" v="349"/>
        <pc:sldMasterMkLst>
          <pc:docMk/>
          <pc:sldMasterMk cId="1050434084" sldId="2147483759"/>
        </pc:sldMasterMkLst>
        <pc:spChg chg="add">
          <ac:chgData name="Loaiza Rodriguez, Carolina" userId="452c554e-af35-463e-8852-6367d45d5725" providerId="ADAL" clId="{5D31F07F-69AF-4D2C-B93B-E3AEE1924773}" dt="2024-05-13T20:43:49.401" v="349"/>
          <ac:spMkLst>
            <pc:docMk/>
            <pc:sldMasterMk cId="1050434084" sldId="2147483759"/>
            <ac:spMk id="7" creationId="{0888538A-04F1-2B4E-3DD3-526FF4B417ED}"/>
          </ac:spMkLst>
        </pc:spChg>
        <pc:spChg chg="add">
          <ac:chgData name="Loaiza Rodriguez, Carolina" userId="452c554e-af35-463e-8852-6367d45d5725" providerId="ADAL" clId="{5D31F07F-69AF-4D2C-B93B-E3AEE1924773}" dt="2024-05-13T20:43:49.401" v="349"/>
          <ac:spMkLst>
            <pc:docMk/>
            <pc:sldMasterMk cId="1050434084" sldId="2147483759"/>
            <ac:spMk id="8" creationId="{D8A4BFD3-B40F-D331-2A8D-4F2214F2B0AA}"/>
          </ac:spMkLst>
        </pc:spChg>
        <pc:spChg chg="add">
          <ac:chgData name="Loaiza Rodriguez, Carolina" userId="452c554e-af35-463e-8852-6367d45d5725" providerId="ADAL" clId="{5D31F07F-69AF-4D2C-B93B-E3AEE1924773}" dt="2024-05-13T20:43:49.401" v="349"/>
          <ac:spMkLst>
            <pc:docMk/>
            <pc:sldMasterMk cId="1050434084" sldId="2147483759"/>
            <ac:spMk id="9" creationId="{710F6FA5-F0E4-DFE8-29BE-B8115993C56C}"/>
          </ac:spMkLst>
        </pc:spChg>
        <pc:spChg chg="add">
          <ac:chgData name="Loaiza Rodriguez, Carolina" userId="452c554e-af35-463e-8852-6367d45d5725" providerId="ADAL" clId="{5D31F07F-69AF-4D2C-B93B-E3AEE1924773}" dt="2024-05-13T20:43:49.401" v="349"/>
          <ac:spMkLst>
            <pc:docMk/>
            <pc:sldMasterMk cId="1050434084" sldId="2147483759"/>
            <ac:spMk id="10" creationId="{E5EF2287-94DB-0018-BBA7-6B0101C51C7D}"/>
          </ac:spMkLst>
        </pc:spChg>
        <pc:picChg chg="add">
          <ac:chgData name="Loaiza Rodriguez, Carolina" userId="452c554e-af35-463e-8852-6367d45d5725" providerId="ADAL" clId="{5D31F07F-69AF-4D2C-B93B-E3AEE1924773}" dt="2024-05-13T20:43:49.401" v="349"/>
          <ac:picMkLst>
            <pc:docMk/>
            <pc:sldMasterMk cId="1050434084" sldId="2147483759"/>
            <ac:picMk id="11" creationId="{818E0F1A-6ED7-D451-650B-4A9DF57373BE}"/>
          </ac:picMkLst>
        </pc:picChg>
      </pc:sldMasterChg>
      <pc:sldMasterChg chg="del delSldLayout">
        <pc:chgData name="Loaiza Rodriguez, Carolina" userId="452c554e-af35-463e-8852-6367d45d5725" providerId="ADAL" clId="{5D31F07F-69AF-4D2C-B93B-E3AEE1924773}" dt="2024-05-13T20:33:28.990" v="275" actId="47"/>
        <pc:sldMasterMkLst>
          <pc:docMk/>
          <pc:sldMasterMk cId="2418346448" sldId="2147483759"/>
        </pc:sldMasterMkLst>
        <pc:sldLayoutChg chg="del">
          <pc:chgData name="Loaiza Rodriguez, Carolina" userId="452c554e-af35-463e-8852-6367d45d5725" providerId="ADAL" clId="{5D31F07F-69AF-4D2C-B93B-E3AEE1924773}" dt="2024-05-13T20:33:28.990" v="275" actId="47"/>
          <pc:sldLayoutMkLst>
            <pc:docMk/>
            <pc:sldMasterMk cId="2418346448" sldId="2147483759"/>
            <pc:sldLayoutMk cId="2863687172" sldId="2147483760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8.990" v="275" actId="47"/>
          <pc:sldLayoutMkLst>
            <pc:docMk/>
            <pc:sldMasterMk cId="2418346448" sldId="2147483759"/>
            <pc:sldLayoutMk cId="2728277203" sldId="2147483761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8.990" v="275" actId="47"/>
          <pc:sldLayoutMkLst>
            <pc:docMk/>
            <pc:sldMasterMk cId="2418346448" sldId="2147483759"/>
            <pc:sldLayoutMk cId="2952672017" sldId="2147483762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8.990" v="275" actId="47"/>
          <pc:sldLayoutMkLst>
            <pc:docMk/>
            <pc:sldMasterMk cId="2418346448" sldId="2147483759"/>
            <pc:sldLayoutMk cId="1430640407" sldId="2147483763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8.990" v="275" actId="47"/>
          <pc:sldLayoutMkLst>
            <pc:docMk/>
            <pc:sldMasterMk cId="2418346448" sldId="2147483759"/>
            <pc:sldLayoutMk cId="1258716318" sldId="2147483764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8.990" v="275" actId="47"/>
          <pc:sldLayoutMkLst>
            <pc:docMk/>
            <pc:sldMasterMk cId="2418346448" sldId="2147483759"/>
            <pc:sldLayoutMk cId="3189718511" sldId="2147483765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8.990" v="275" actId="47"/>
          <pc:sldLayoutMkLst>
            <pc:docMk/>
            <pc:sldMasterMk cId="2418346448" sldId="2147483759"/>
            <pc:sldLayoutMk cId="3387479693" sldId="2147483766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8.990" v="275" actId="47"/>
          <pc:sldLayoutMkLst>
            <pc:docMk/>
            <pc:sldMasterMk cId="2418346448" sldId="2147483759"/>
            <pc:sldLayoutMk cId="1145019500" sldId="2147483767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8.990" v="275" actId="47"/>
          <pc:sldLayoutMkLst>
            <pc:docMk/>
            <pc:sldMasterMk cId="2418346448" sldId="2147483759"/>
            <pc:sldLayoutMk cId="2755189036" sldId="2147483768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8.990" v="275" actId="47"/>
          <pc:sldLayoutMkLst>
            <pc:docMk/>
            <pc:sldMasterMk cId="2418346448" sldId="2147483759"/>
            <pc:sldLayoutMk cId="1417513829" sldId="2147483769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8.990" v="275" actId="47"/>
          <pc:sldLayoutMkLst>
            <pc:docMk/>
            <pc:sldMasterMk cId="2418346448" sldId="2147483759"/>
            <pc:sldLayoutMk cId="3383666549" sldId="2147483770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8.990" v="275" actId="47"/>
          <pc:sldLayoutMkLst>
            <pc:docMk/>
            <pc:sldMasterMk cId="2418346448" sldId="2147483759"/>
            <pc:sldLayoutMk cId="728307345" sldId="2147483771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8.990" v="275" actId="47"/>
          <pc:sldLayoutMkLst>
            <pc:docMk/>
            <pc:sldMasterMk cId="2418346448" sldId="2147483759"/>
            <pc:sldLayoutMk cId="1897079099" sldId="2147483772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8.990" v="275" actId="47"/>
          <pc:sldLayoutMkLst>
            <pc:docMk/>
            <pc:sldMasterMk cId="2418346448" sldId="2147483759"/>
            <pc:sldLayoutMk cId="833654234" sldId="2147483773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8.990" v="275" actId="47"/>
          <pc:sldLayoutMkLst>
            <pc:docMk/>
            <pc:sldMasterMk cId="2418346448" sldId="2147483759"/>
            <pc:sldLayoutMk cId="1933875864" sldId="2147483774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8.990" v="275" actId="47"/>
          <pc:sldLayoutMkLst>
            <pc:docMk/>
            <pc:sldMasterMk cId="2418346448" sldId="2147483759"/>
            <pc:sldLayoutMk cId="1772834947" sldId="2147483775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8.990" v="275" actId="47"/>
          <pc:sldLayoutMkLst>
            <pc:docMk/>
            <pc:sldMasterMk cId="2418346448" sldId="2147483759"/>
            <pc:sldLayoutMk cId="1560360851" sldId="2147483776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8.990" v="275" actId="47"/>
          <pc:sldLayoutMkLst>
            <pc:docMk/>
            <pc:sldMasterMk cId="2418346448" sldId="2147483759"/>
            <pc:sldLayoutMk cId="1513349483" sldId="2147483777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8.990" v="275" actId="47"/>
          <pc:sldLayoutMkLst>
            <pc:docMk/>
            <pc:sldMasterMk cId="2418346448" sldId="2147483759"/>
            <pc:sldLayoutMk cId="274670811" sldId="2147483778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8.990" v="275" actId="47"/>
          <pc:sldLayoutMkLst>
            <pc:docMk/>
            <pc:sldMasterMk cId="2418346448" sldId="2147483759"/>
            <pc:sldLayoutMk cId="476891236" sldId="2147483779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8.990" v="275" actId="47"/>
          <pc:sldLayoutMkLst>
            <pc:docMk/>
            <pc:sldMasterMk cId="2418346448" sldId="2147483759"/>
            <pc:sldLayoutMk cId="185140480" sldId="2147483780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8.990" v="275" actId="47"/>
          <pc:sldLayoutMkLst>
            <pc:docMk/>
            <pc:sldMasterMk cId="2418346448" sldId="2147483759"/>
            <pc:sldLayoutMk cId="1830559375" sldId="2147483781"/>
          </pc:sldLayoutMkLst>
        </pc:sldLayoutChg>
      </pc:sldMasterChg>
      <pc:sldMasterChg chg="modTransition modSldLayout">
        <pc:chgData name="Loaiza Rodriguez, Carolina" userId="452c554e-af35-463e-8852-6367d45d5725" providerId="ADAL" clId="{5D31F07F-69AF-4D2C-B93B-E3AEE1924773}" dt="2024-05-13T20:45:08.549" v="385"/>
        <pc:sldMasterMkLst>
          <pc:docMk/>
          <pc:sldMasterMk cId="523590130" sldId="2147483778"/>
        </pc:sldMasterMkLst>
        <pc:sldLayoutChg chg="addSp delSp">
          <pc:chgData name="Loaiza Rodriguez, Carolina" userId="452c554e-af35-463e-8852-6367d45d5725" providerId="ADAL" clId="{5D31F07F-69AF-4D2C-B93B-E3AEE1924773}" dt="2024-05-13T20:45:08.549" v="385"/>
          <pc:sldLayoutMkLst>
            <pc:docMk/>
            <pc:sldMasterMk cId="523590130" sldId="2147483778"/>
            <pc:sldLayoutMk cId="111849288" sldId="2147483794"/>
          </pc:sldLayoutMkLst>
          <pc:spChg chg="add del">
            <ac:chgData name="Loaiza Rodriguez, Carolina" userId="452c554e-af35-463e-8852-6367d45d5725" providerId="ADAL" clId="{5D31F07F-69AF-4D2C-B93B-E3AEE1924773}" dt="2024-05-13T20:45:08.549" v="385"/>
            <ac:spMkLst>
              <pc:docMk/>
              <pc:sldMasterMk cId="523590130" sldId="2147483778"/>
              <pc:sldLayoutMk cId="111849288" sldId="2147483794"/>
              <ac:spMk id="6" creationId="{69112354-342E-49CE-8E3C-E078BBE1ADF7}"/>
            </ac:spMkLst>
          </pc:spChg>
          <pc:spChg chg="add del">
            <ac:chgData name="Loaiza Rodriguez, Carolina" userId="452c554e-af35-463e-8852-6367d45d5725" providerId="ADAL" clId="{5D31F07F-69AF-4D2C-B93B-E3AEE1924773}" dt="2024-05-13T20:45:08.549" v="385"/>
            <ac:spMkLst>
              <pc:docMk/>
              <pc:sldMasterMk cId="523590130" sldId="2147483778"/>
              <pc:sldLayoutMk cId="111849288" sldId="2147483794"/>
              <ac:spMk id="7" creationId="{CD21D8AD-9194-4DBA-8221-7F294421810B}"/>
            </ac:spMkLst>
          </pc:spChg>
          <pc:spChg chg="add del">
            <ac:chgData name="Loaiza Rodriguez, Carolina" userId="452c554e-af35-463e-8852-6367d45d5725" providerId="ADAL" clId="{5D31F07F-69AF-4D2C-B93B-E3AEE1924773}" dt="2024-05-13T20:45:08.549" v="385"/>
            <ac:spMkLst>
              <pc:docMk/>
              <pc:sldMasterMk cId="523590130" sldId="2147483778"/>
              <pc:sldLayoutMk cId="111849288" sldId="2147483794"/>
              <ac:spMk id="15" creationId="{3F655609-5439-9C4A-8F0D-9AB5A1AAC9A3}"/>
            </ac:spMkLst>
          </pc:spChg>
          <pc:picChg chg="add del">
            <ac:chgData name="Loaiza Rodriguez, Carolina" userId="452c554e-af35-463e-8852-6367d45d5725" providerId="ADAL" clId="{5D31F07F-69AF-4D2C-B93B-E3AEE1924773}" dt="2024-05-13T20:45:08.549" v="385"/>
            <ac:picMkLst>
              <pc:docMk/>
              <pc:sldMasterMk cId="523590130" sldId="2147483778"/>
              <pc:sldLayoutMk cId="111849288" sldId="2147483794"/>
              <ac:picMk id="2" creationId="{BDA94F2D-B7BD-4CE9-A606-F00802F3131F}"/>
            </ac:picMkLst>
          </pc:picChg>
        </pc:sldLayoutChg>
      </pc:sldMasterChg>
      <pc:sldMasterChg chg="del delSldLayout">
        <pc:chgData name="Loaiza Rodriguez, Carolina" userId="452c554e-af35-463e-8852-6367d45d5725" providerId="ADAL" clId="{5D31F07F-69AF-4D2C-B93B-E3AEE1924773}" dt="2024-05-13T20:33:25.058" v="274" actId="47"/>
        <pc:sldMasterMkLst>
          <pc:docMk/>
          <pc:sldMasterMk cId="2635596502" sldId="2147483782"/>
        </pc:sldMasterMkLst>
        <pc:sldLayoutChg chg="del">
          <pc:chgData name="Loaiza Rodriguez, Carolina" userId="452c554e-af35-463e-8852-6367d45d5725" providerId="ADAL" clId="{5D31F07F-69AF-4D2C-B93B-E3AEE1924773}" dt="2024-05-13T20:33:25.058" v="274" actId="47"/>
          <pc:sldLayoutMkLst>
            <pc:docMk/>
            <pc:sldMasterMk cId="2635596502" sldId="2147483782"/>
            <pc:sldLayoutMk cId="73557885" sldId="2147483783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5.058" v="274" actId="47"/>
          <pc:sldLayoutMkLst>
            <pc:docMk/>
            <pc:sldMasterMk cId="2635596502" sldId="2147483782"/>
            <pc:sldLayoutMk cId="3314213517" sldId="2147483784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5.058" v="274" actId="47"/>
          <pc:sldLayoutMkLst>
            <pc:docMk/>
            <pc:sldMasterMk cId="2635596502" sldId="2147483782"/>
            <pc:sldLayoutMk cId="1834897683" sldId="2147483785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5.058" v="274" actId="47"/>
          <pc:sldLayoutMkLst>
            <pc:docMk/>
            <pc:sldMasterMk cId="2635596502" sldId="2147483782"/>
            <pc:sldLayoutMk cId="741055916" sldId="2147483786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5.058" v="274" actId="47"/>
          <pc:sldLayoutMkLst>
            <pc:docMk/>
            <pc:sldMasterMk cId="2635596502" sldId="2147483782"/>
            <pc:sldLayoutMk cId="1786873343" sldId="2147483787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5.058" v="274" actId="47"/>
          <pc:sldLayoutMkLst>
            <pc:docMk/>
            <pc:sldMasterMk cId="2635596502" sldId="2147483782"/>
            <pc:sldLayoutMk cId="1987677049" sldId="2147483788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5.058" v="274" actId="47"/>
          <pc:sldLayoutMkLst>
            <pc:docMk/>
            <pc:sldMasterMk cId="2635596502" sldId="2147483782"/>
            <pc:sldLayoutMk cId="2287733979" sldId="2147483789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5.058" v="274" actId="47"/>
          <pc:sldLayoutMkLst>
            <pc:docMk/>
            <pc:sldMasterMk cId="2635596502" sldId="2147483782"/>
            <pc:sldLayoutMk cId="3540531092" sldId="2147483790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5.058" v="274" actId="47"/>
          <pc:sldLayoutMkLst>
            <pc:docMk/>
            <pc:sldMasterMk cId="2635596502" sldId="2147483782"/>
            <pc:sldLayoutMk cId="4182588403" sldId="2147483791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5.058" v="274" actId="47"/>
          <pc:sldLayoutMkLst>
            <pc:docMk/>
            <pc:sldMasterMk cId="2635596502" sldId="2147483782"/>
            <pc:sldLayoutMk cId="3370239437" sldId="2147483792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5.058" v="274" actId="47"/>
          <pc:sldLayoutMkLst>
            <pc:docMk/>
            <pc:sldMasterMk cId="2635596502" sldId="2147483782"/>
            <pc:sldLayoutMk cId="786992782" sldId="2147483793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5.058" v="274" actId="47"/>
          <pc:sldLayoutMkLst>
            <pc:docMk/>
            <pc:sldMasterMk cId="2635596502" sldId="2147483782"/>
            <pc:sldLayoutMk cId="569657182" sldId="2147483794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5.058" v="274" actId="47"/>
          <pc:sldLayoutMkLst>
            <pc:docMk/>
            <pc:sldMasterMk cId="2635596502" sldId="2147483782"/>
            <pc:sldLayoutMk cId="883176427" sldId="2147483795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5.058" v="274" actId="47"/>
          <pc:sldLayoutMkLst>
            <pc:docMk/>
            <pc:sldMasterMk cId="2635596502" sldId="2147483782"/>
            <pc:sldLayoutMk cId="2358825162" sldId="2147483796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5.058" v="274" actId="47"/>
          <pc:sldLayoutMkLst>
            <pc:docMk/>
            <pc:sldMasterMk cId="2635596502" sldId="2147483782"/>
            <pc:sldLayoutMk cId="3679043836" sldId="2147483797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5.058" v="274" actId="47"/>
          <pc:sldLayoutMkLst>
            <pc:docMk/>
            <pc:sldMasterMk cId="2635596502" sldId="2147483782"/>
            <pc:sldLayoutMk cId="592907750" sldId="2147483798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5.058" v="274" actId="47"/>
          <pc:sldLayoutMkLst>
            <pc:docMk/>
            <pc:sldMasterMk cId="2635596502" sldId="2147483782"/>
            <pc:sldLayoutMk cId="3610272788" sldId="2147483799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5.058" v="274" actId="47"/>
          <pc:sldLayoutMkLst>
            <pc:docMk/>
            <pc:sldMasterMk cId="2635596502" sldId="2147483782"/>
            <pc:sldLayoutMk cId="1039313725" sldId="2147483800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5.058" v="274" actId="47"/>
          <pc:sldLayoutMkLst>
            <pc:docMk/>
            <pc:sldMasterMk cId="2635596502" sldId="2147483782"/>
            <pc:sldLayoutMk cId="2017198677" sldId="2147483801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5.058" v="274" actId="47"/>
          <pc:sldLayoutMkLst>
            <pc:docMk/>
            <pc:sldMasterMk cId="2635596502" sldId="2147483782"/>
            <pc:sldLayoutMk cId="3161708701" sldId="2147483802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5.058" v="274" actId="47"/>
          <pc:sldLayoutMkLst>
            <pc:docMk/>
            <pc:sldMasterMk cId="2635596502" sldId="2147483782"/>
            <pc:sldLayoutMk cId="3232954983" sldId="2147483803"/>
          </pc:sldLayoutMkLst>
        </pc:sldLayoutChg>
        <pc:sldLayoutChg chg="del">
          <pc:chgData name="Loaiza Rodriguez, Carolina" userId="452c554e-af35-463e-8852-6367d45d5725" providerId="ADAL" clId="{5D31F07F-69AF-4D2C-B93B-E3AEE1924773}" dt="2024-05-13T20:33:25.058" v="274" actId="47"/>
          <pc:sldLayoutMkLst>
            <pc:docMk/>
            <pc:sldMasterMk cId="2635596502" sldId="2147483782"/>
            <pc:sldLayoutMk cId="3461344809" sldId="2147483804"/>
          </pc:sldLayoutMkLst>
        </pc:sldLayoutChg>
      </pc:sldMasterChg>
      <pc:sldMasterChg chg="modTransition modSldLayout">
        <pc:chgData name="Loaiza Rodriguez, Carolina" userId="452c554e-af35-463e-8852-6367d45d5725" providerId="ADAL" clId="{5D31F07F-69AF-4D2C-B93B-E3AEE1924773}" dt="2024-05-13T20:45:00.257" v="379"/>
        <pc:sldMasterMkLst>
          <pc:docMk/>
          <pc:sldMasterMk cId="3323805487" sldId="2147483794"/>
        </pc:sldMasterMkLst>
        <pc:sldLayoutChg chg="modSp">
          <pc:chgData name="Loaiza Rodriguez, Carolina" userId="452c554e-af35-463e-8852-6367d45d5725" providerId="ADAL" clId="{5D31F07F-69AF-4D2C-B93B-E3AEE1924773}" dt="2024-05-13T20:44:59.208" v="376"/>
          <pc:sldLayoutMkLst>
            <pc:docMk/>
            <pc:sldMasterMk cId="3323805487" sldId="2147483794"/>
            <pc:sldLayoutMk cId="2977299291" sldId="2147483808"/>
          </pc:sldLayoutMkLst>
          <pc:spChg chg="mod">
            <ac:chgData name="Loaiza Rodriguez, Carolina" userId="452c554e-af35-463e-8852-6367d45d5725" providerId="ADAL" clId="{5D31F07F-69AF-4D2C-B93B-E3AEE1924773}" dt="2024-05-13T20:44:59.208" v="376"/>
            <ac:spMkLst>
              <pc:docMk/>
              <pc:sldMasterMk cId="3323805487" sldId="2147483794"/>
              <pc:sldLayoutMk cId="2977299291" sldId="2147483808"/>
              <ac:spMk id="2" creationId="{7781BDA3-69A3-C84A-88B9-0704E76202AB}"/>
            </ac:spMkLst>
          </pc:spChg>
        </pc:sldLayoutChg>
        <pc:sldLayoutChg chg="modSp">
          <pc:chgData name="Loaiza Rodriguez, Carolina" userId="452c554e-af35-463e-8852-6367d45d5725" providerId="ADAL" clId="{5D31F07F-69AF-4D2C-B93B-E3AEE1924773}" dt="2024-05-13T20:44:59.208" v="376"/>
          <pc:sldLayoutMkLst>
            <pc:docMk/>
            <pc:sldMasterMk cId="3323805487" sldId="2147483794"/>
            <pc:sldLayoutMk cId="2703226471" sldId="2147483809"/>
          </pc:sldLayoutMkLst>
          <pc:spChg chg="mod">
            <ac:chgData name="Loaiza Rodriguez, Carolina" userId="452c554e-af35-463e-8852-6367d45d5725" providerId="ADAL" clId="{5D31F07F-69AF-4D2C-B93B-E3AEE1924773}" dt="2024-05-13T20:44:59.208" v="376"/>
            <ac:spMkLst>
              <pc:docMk/>
              <pc:sldMasterMk cId="3323805487" sldId="2147483794"/>
              <pc:sldLayoutMk cId="2703226471" sldId="2147483809"/>
              <ac:spMk id="3" creationId="{45639ED2-F65E-454C-85F9-BFF8BBC58622}"/>
            </ac:spMkLst>
          </pc:spChg>
        </pc:sldLayoutChg>
        <pc:sldLayoutChg chg="addSp delSp">
          <pc:chgData name="Loaiza Rodriguez, Carolina" userId="452c554e-af35-463e-8852-6367d45d5725" providerId="ADAL" clId="{5D31F07F-69AF-4D2C-B93B-E3AEE1924773}" dt="2024-05-13T20:45:00.257" v="379"/>
          <pc:sldLayoutMkLst>
            <pc:docMk/>
            <pc:sldMasterMk cId="3323805487" sldId="2147483794"/>
            <pc:sldLayoutMk cId="877873800" sldId="2147483810"/>
          </pc:sldLayoutMkLst>
          <pc:spChg chg="add del">
            <ac:chgData name="Loaiza Rodriguez, Carolina" userId="452c554e-af35-463e-8852-6367d45d5725" providerId="ADAL" clId="{5D31F07F-69AF-4D2C-B93B-E3AEE1924773}" dt="2024-05-13T20:45:00.257" v="379"/>
            <ac:spMkLst>
              <pc:docMk/>
              <pc:sldMasterMk cId="3323805487" sldId="2147483794"/>
              <pc:sldLayoutMk cId="877873800" sldId="2147483810"/>
              <ac:spMk id="6" creationId="{69112354-342E-49CE-8E3C-E078BBE1ADF7}"/>
            </ac:spMkLst>
          </pc:spChg>
          <pc:spChg chg="add del">
            <ac:chgData name="Loaiza Rodriguez, Carolina" userId="452c554e-af35-463e-8852-6367d45d5725" providerId="ADAL" clId="{5D31F07F-69AF-4D2C-B93B-E3AEE1924773}" dt="2024-05-13T20:45:00.257" v="379"/>
            <ac:spMkLst>
              <pc:docMk/>
              <pc:sldMasterMk cId="3323805487" sldId="2147483794"/>
              <pc:sldLayoutMk cId="877873800" sldId="2147483810"/>
              <ac:spMk id="7" creationId="{CD21D8AD-9194-4DBA-8221-7F294421810B}"/>
            </ac:spMkLst>
          </pc:spChg>
          <pc:spChg chg="add del">
            <ac:chgData name="Loaiza Rodriguez, Carolina" userId="452c554e-af35-463e-8852-6367d45d5725" providerId="ADAL" clId="{5D31F07F-69AF-4D2C-B93B-E3AEE1924773}" dt="2024-05-13T20:45:00.257" v="379"/>
            <ac:spMkLst>
              <pc:docMk/>
              <pc:sldMasterMk cId="3323805487" sldId="2147483794"/>
              <pc:sldLayoutMk cId="877873800" sldId="2147483810"/>
              <ac:spMk id="15" creationId="{3F655609-5439-9C4A-8F0D-9AB5A1AAC9A3}"/>
            </ac:spMkLst>
          </pc:spChg>
          <pc:picChg chg="add del">
            <ac:chgData name="Loaiza Rodriguez, Carolina" userId="452c554e-af35-463e-8852-6367d45d5725" providerId="ADAL" clId="{5D31F07F-69AF-4D2C-B93B-E3AEE1924773}" dt="2024-05-13T20:45:00.257" v="379"/>
            <ac:picMkLst>
              <pc:docMk/>
              <pc:sldMasterMk cId="3323805487" sldId="2147483794"/>
              <pc:sldLayoutMk cId="877873800" sldId="2147483810"/>
              <ac:picMk id="2" creationId="{BDA94F2D-B7BD-4CE9-A606-F00802F3131F}"/>
            </ac:picMkLst>
          </pc:picChg>
        </pc:sldLayoutChg>
      </pc:sldMasterChg>
      <pc:sldMasterChg chg="modTransition modSldLayout">
        <pc:chgData name="Loaiza Rodriguez, Carolina" userId="452c554e-af35-463e-8852-6367d45d5725" providerId="ADAL" clId="{5D31F07F-69AF-4D2C-B93B-E3AEE1924773}" dt="2024-05-13T20:44:49.761" v="375"/>
        <pc:sldMasterMkLst>
          <pc:docMk/>
          <pc:sldMasterMk cId="1211086517" sldId="2147483810"/>
        </pc:sldMasterMkLst>
        <pc:sldLayoutChg chg="addSp delSp">
          <pc:chgData name="Loaiza Rodriguez, Carolina" userId="452c554e-af35-463e-8852-6367d45d5725" providerId="ADAL" clId="{5D31F07F-69AF-4D2C-B93B-E3AEE1924773}" dt="2024-05-13T20:44:49.761" v="375"/>
          <pc:sldLayoutMkLst>
            <pc:docMk/>
            <pc:sldMasterMk cId="1211086517" sldId="2147483810"/>
            <pc:sldLayoutMk cId="3383487290" sldId="2147483826"/>
          </pc:sldLayoutMkLst>
          <pc:spChg chg="add del">
            <ac:chgData name="Loaiza Rodriguez, Carolina" userId="452c554e-af35-463e-8852-6367d45d5725" providerId="ADAL" clId="{5D31F07F-69AF-4D2C-B93B-E3AEE1924773}" dt="2024-05-13T20:44:49.761" v="375"/>
            <ac:spMkLst>
              <pc:docMk/>
              <pc:sldMasterMk cId="1211086517" sldId="2147483810"/>
              <pc:sldLayoutMk cId="3383487290" sldId="2147483826"/>
              <ac:spMk id="6" creationId="{69112354-342E-49CE-8E3C-E078BBE1ADF7}"/>
            </ac:spMkLst>
          </pc:spChg>
          <pc:spChg chg="add del">
            <ac:chgData name="Loaiza Rodriguez, Carolina" userId="452c554e-af35-463e-8852-6367d45d5725" providerId="ADAL" clId="{5D31F07F-69AF-4D2C-B93B-E3AEE1924773}" dt="2024-05-13T20:44:49.761" v="375"/>
            <ac:spMkLst>
              <pc:docMk/>
              <pc:sldMasterMk cId="1211086517" sldId="2147483810"/>
              <pc:sldLayoutMk cId="3383487290" sldId="2147483826"/>
              <ac:spMk id="7" creationId="{CD21D8AD-9194-4DBA-8221-7F294421810B}"/>
            </ac:spMkLst>
          </pc:spChg>
          <pc:spChg chg="add del">
            <ac:chgData name="Loaiza Rodriguez, Carolina" userId="452c554e-af35-463e-8852-6367d45d5725" providerId="ADAL" clId="{5D31F07F-69AF-4D2C-B93B-E3AEE1924773}" dt="2024-05-13T20:44:49.761" v="375"/>
            <ac:spMkLst>
              <pc:docMk/>
              <pc:sldMasterMk cId="1211086517" sldId="2147483810"/>
              <pc:sldLayoutMk cId="3383487290" sldId="2147483826"/>
              <ac:spMk id="15" creationId="{3F655609-5439-9C4A-8F0D-9AB5A1AAC9A3}"/>
            </ac:spMkLst>
          </pc:spChg>
          <pc:picChg chg="add del">
            <ac:chgData name="Loaiza Rodriguez, Carolina" userId="452c554e-af35-463e-8852-6367d45d5725" providerId="ADAL" clId="{5D31F07F-69AF-4D2C-B93B-E3AEE1924773}" dt="2024-05-13T20:44:49.761" v="375"/>
            <ac:picMkLst>
              <pc:docMk/>
              <pc:sldMasterMk cId="1211086517" sldId="2147483810"/>
              <pc:sldLayoutMk cId="3383487290" sldId="2147483826"/>
              <ac:picMk id="2" creationId="{BDA94F2D-B7BD-4CE9-A606-F00802F3131F}"/>
            </ac:picMkLst>
          </pc:picChg>
        </pc:sldLayoutChg>
      </pc:sldMasterChg>
      <pc:sldMasterChg chg="modTransition">
        <pc:chgData name="Loaiza Rodriguez, Carolina" userId="452c554e-af35-463e-8852-6367d45d5725" providerId="ADAL" clId="{5D31F07F-69AF-4D2C-B93B-E3AEE1924773}" dt="2024-05-13T20:44:48.903" v="373"/>
        <pc:sldMasterMkLst>
          <pc:docMk/>
          <pc:sldMasterMk cId="3534169757" sldId="2147483827"/>
        </pc:sldMasterMkLst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E6AC103-8FE1-9C3D-B142-1F316FA1DE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F54E1-64EF-6426-0D64-95C1C15EE4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FB7457-B23A-4F4C-BA3E-A7C5066929FB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97D02B-A4D2-BE8C-868C-0AE01E1D118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BF34C7-810E-4B6E-E236-885B07427C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8C557-345D-4963-83EA-4BEF8B440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47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ADE700-C612-4B4D-BAAC-6E0D53A83883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B9E7D-B9E5-469E-A268-454CA9092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620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458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307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39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2252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84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3469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366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776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1FBE1-313A-BE56-0DF2-CC60A95A7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B3C33-B144-B649-CFAB-66F2B8EE8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B7BCE-F137-093E-2154-BC1D8817B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8786-E031-4FE3-BB48-CBF4A5BDE22C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B9A39-9D09-E72A-DE00-18B542B8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D00F3-5816-C649-3ED5-848F0EE81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2A652-9C88-439A-BB7C-BF49AD20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749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7B840-E13F-061F-D896-0CEF40E5A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B36DA-7BFB-668B-9E75-BD76AFB78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AB7C3-7C30-3DB5-44A8-38D24A677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8786-E031-4FE3-BB48-CBF4A5BDE22C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E98CF-3600-BB13-B9BF-E12D2DEBE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F5C9C-CC30-747F-C321-8E2C7D40C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2A652-9C88-439A-BB7C-BF49AD20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962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2EE8E-8B4B-DA83-4B68-7F8EDC023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30691-F095-AB90-AEF3-03D382BC6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C4E3E-0AE6-262C-FA77-32DDF55BE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8786-E031-4FE3-BB48-CBF4A5BDE22C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71FF9-AE92-FE22-EC2E-C945137BB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84C15-B376-7239-E3CD-D822BCABC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2A652-9C88-439A-BB7C-BF49AD20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548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41B17-762F-0E6E-1B51-420501711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CE642-E073-BB0D-5C86-2270F40751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D18C89-9339-74AC-23A1-1C0CF664B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181A2-FC46-8E29-792E-1703844F6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8786-E031-4FE3-BB48-CBF4A5BDE22C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3EC27-DD79-3E85-521D-C78B11785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F5ABDE-76A5-FA03-B7C7-840560568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2A652-9C88-439A-BB7C-BF49AD20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077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E161D-8D13-8E55-F208-6404E297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7A8A0-E904-EBB6-0817-950802DA8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BB7CB-3687-4364-ADE6-F53229DFA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1A2012-6564-8548-5246-32AB3E6A4C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C2967A-CAAC-B425-4184-4665F1AC01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7D5968-881A-8419-F322-6FDC0BB1D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8786-E031-4FE3-BB48-CBF4A5BDE22C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C5F3B5-C294-307C-2CFB-7C5B82A81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61E6E9-EFFF-1696-B63B-DC6056049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2A652-9C88-439A-BB7C-BF49AD20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25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9D95D-E89C-2364-E46E-405894B30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990D5-85A0-E739-FF3A-A2827E845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8786-E031-4FE3-BB48-CBF4A5BDE22C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73B971-4659-74CB-7E77-BC988AECC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C1A0A-6B15-5EC5-FF29-9C1907B9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2A652-9C88-439A-BB7C-BF49AD20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9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B287A3-B410-3A37-1286-50FF34C70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8786-E031-4FE3-BB48-CBF4A5BDE22C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5FD6B0-6FB2-361F-BDE5-3918C143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D52F4-9C4D-6A72-FFEC-A9705BDC9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2A652-9C88-439A-BB7C-BF49AD20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41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76C41-9A42-B418-1549-E64A6FE3A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E93B8-C7FE-12D0-57A5-2FBA9DA66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DAE279-09A3-ABB9-515B-4048F9E4C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DCA95-D716-62EB-CD7F-B8E4990B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8786-E031-4FE3-BB48-CBF4A5BDE22C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1235C-375B-2F3E-3627-9CD5B0611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ABC8F-8C0E-C510-5722-DBDB639B6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2A652-9C88-439A-BB7C-BF49AD20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730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EFDE7-4834-17E9-7DC9-9F1A4ECC5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B80F09-6246-8520-49DE-E6C9AFDFDD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BA9BA-5A35-D435-1FA7-79379EBDF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91FD55-E736-ACB4-5516-FF4A7C437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8786-E031-4FE3-BB48-CBF4A5BDE22C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6A3C4-3A88-86F1-2080-59E6CC055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049BE1-A760-F90C-41A1-F97C549A7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2A652-9C88-439A-BB7C-BF49AD20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60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FD599-BE13-3DAA-497A-10B9C5C9D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89772A-6D63-CB8D-6700-5B8212014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E8AB6-E6BB-1468-CD96-A0ED3F2E5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8786-E031-4FE3-BB48-CBF4A5BDE22C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51F99-BECC-07ED-7D97-6E9AB207F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67B0B-D714-13D9-4B5A-E84AFE901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2A652-9C88-439A-BB7C-BF49AD20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42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54F25F-34C3-7B21-F6BF-EC42E6105F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B4F35F-5D24-857B-FB3A-A7B97B2EF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5B3AA-70DC-C394-BD6C-17E89484F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C8786-E031-4FE3-BB48-CBF4A5BDE22C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C67E4-5E8C-9FAC-C86C-7E6838EC0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51DC7-2FDB-2347-A91B-B2B1D7577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2A652-9C88-439A-BB7C-BF49AD20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01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Blue A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162" y="-12777"/>
            <a:ext cx="12192277" cy="6858155"/>
          </a:xfrm>
          <a:prstGeom prst="rect">
            <a:avLst/>
          </a:prstGeom>
        </p:spPr>
      </p:pic>
      <p:sp>
        <p:nvSpPr>
          <p:cNvPr id="80" name="Square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026FC5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1" name="Rectangle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026FC5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2" name="Square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026FC5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60pt </a:t>
            </a:r>
            <a:r>
              <a:rPr lang="en-US" err="1"/>
              <a:t>IntelOne</a:t>
            </a:r>
            <a:r>
              <a:rPr lang="en-US"/>
              <a:t> Display Light</a:t>
            </a:r>
            <a:endParaRPr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5379059-B28C-483A-9CD1-B3EB81874A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0" i="0" baseline="0">
                <a:solidFill>
                  <a:schemeClr val="accent2">
                    <a:lumMod val="40000"/>
                    <a:lumOff val="60000"/>
                  </a:schemeClr>
                </a:solidFill>
                <a:latin typeface="IntelOne Display Bold" panose="020B0803020203020204" pitchFamily="34" charset="0"/>
                <a:ea typeface="IntelOne Display Bold" panose="020B0803020203020204" pitchFamily="34" charset="0"/>
                <a:cs typeface="IntelOne Display Bold" panose="020B0803020203020204" pitchFamily="34" charset="0"/>
              </a:defRPr>
            </a:lvl1pPr>
          </a:lstStyle>
          <a:p>
            <a:r>
              <a:rPr lang="en-US"/>
              <a:t>16pt </a:t>
            </a:r>
            <a:r>
              <a:rPr lang="en-US" err="1"/>
              <a:t>IntelOne</a:t>
            </a:r>
            <a:r>
              <a:rPr lang="en-US"/>
              <a:t> Text Bold (Intro):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FC1083-9176-4B55-B8AB-9F31A213ED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44103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 baseline="0">
                <a:solidFill>
                  <a:schemeClr val="bg1"/>
                </a:solidFill>
                <a:latin typeface="IntelOne Display Regular" panose="020B0503020203020204" pitchFamily="34" charset="0"/>
                <a:ea typeface="IntelOne Display Regular" panose="020B0503020203020204" pitchFamily="34" charset="0"/>
                <a:cs typeface="IntelOne Display Regular" panose="020B0503020203020204" pitchFamily="34" charset="0"/>
              </a:defRPr>
            </a:lvl1pPr>
          </a:lstStyle>
          <a:p>
            <a:r>
              <a:rPr lang="en-US"/>
              <a:t>18pt </a:t>
            </a:r>
            <a:r>
              <a:rPr lang="en-US" err="1"/>
              <a:t>IntelOne</a:t>
            </a:r>
            <a:r>
              <a:rPr lang="en-US"/>
              <a:t> Display </a:t>
            </a:r>
            <a:r>
              <a:rPr lang="en-US" err="1"/>
              <a:t>Reg</a:t>
            </a:r>
            <a:r>
              <a:rPr lang="en-US"/>
              <a:t> (Subhead, Date, Etc.)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8DF977-78B3-4C00-9E43-1223CD667932}"/>
              </a:ext>
            </a:extLst>
          </p:cNvPr>
          <p:cNvGrpSpPr/>
          <p:nvPr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8F73C8D-05B1-4270-85FA-B1FD37A25A06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C6580CA-6E37-4F04-8FAD-D6491FEE8CE6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C614C49-972F-498A-9654-844CECF9AF64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22EBBE0-933B-4A65-BAAC-DC5972E3F9A4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4342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616" y="833"/>
            <a:ext cx="12189036" cy="6856332"/>
          </a:xfrm>
          <a:prstGeom prst="rect">
            <a:avLst/>
          </a:prstGeom>
        </p:spPr>
      </p:pic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lang="en-US" sz="4000" b="0" i="0" u="none" strike="noStrike" cap="none" spc="0" baseline="0" dirty="0">
                <a:solidFill>
                  <a:schemeClr val="bg1"/>
                </a:solidFill>
                <a:uFillTx/>
                <a:latin typeface="IntelOne Display Light" panose="020B0403020203020204" pitchFamily="34" charset="0"/>
                <a:ea typeface="IntelOne Display Light" panose="020B0403020203020204" pitchFamily="34" charset="0"/>
                <a:cs typeface="IntelOne Display Light" panose="020B0403020203020204" pitchFamily="34" charset="0"/>
                <a:sym typeface="Helvetica"/>
              </a:defRPr>
            </a:lvl1pPr>
          </a:lstStyle>
          <a:p>
            <a:r>
              <a:rPr lang="en-US"/>
              <a:t>40pt </a:t>
            </a:r>
            <a:r>
              <a:rPr lang="en-US" err="1"/>
              <a:t>IntelOne</a:t>
            </a:r>
            <a:r>
              <a:rPr lang="en-US"/>
              <a:t> Display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7753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800956-1143-416B-BE77-4C4CFC1630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-18616" y="833"/>
            <a:ext cx="12189036" cy="6856332"/>
          </a:xfrm>
          <a:prstGeom prst="rect">
            <a:avLst/>
          </a:prstGeom>
        </p:spPr>
      </p:pic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>
              <a:defRPr lang="en-US" sz="4000" b="0" i="0" u="none" strike="noStrike" cap="none" spc="0" baseline="0" dirty="0">
                <a:solidFill>
                  <a:schemeClr val="bg1"/>
                </a:solidFill>
                <a:uFillTx/>
                <a:latin typeface="IntelOne Display Light" panose="020B0403020203020204" pitchFamily="34" charset="0"/>
                <a:ea typeface="IntelOne Display Light" panose="020B0403020203020204" pitchFamily="34" charset="0"/>
                <a:cs typeface="IntelOne Display Light" panose="020B0403020203020204" pitchFamily="34" charset="0"/>
                <a:sym typeface="Helvetica"/>
              </a:defRPr>
            </a:lvl1pPr>
          </a:lstStyle>
          <a:p>
            <a:r>
              <a:rPr lang="en-US"/>
              <a:t>40pt </a:t>
            </a:r>
            <a:r>
              <a:rPr lang="en-US" err="1"/>
              <a:t>IntelOne</a:t>
            </a:r>
            <a:r>
              <a:rPr lang="en-US"/>
              <a:t> Display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62501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617" y="833"/>
            <a:ext cx="12189038" cy="6856333"/>
          </a:xfrm>
          <a:prstGeom prst="rect">
            <a:avLst/>
          </a:prstGeom>
        </p:spPr>
      </p:pic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lang="en-US" sz="4000" b="0" i="0" u="none" strike="noStrike" cap="none" spc="0" baseline="0" dirty="0">
                <a:solidFill>
                  <a:schemeClr val="bg1"/>
                </a:solidFill>
                <a:uFillTx/>
                <a:latin typeface="IntelOne Display Light" panose="020B0403020203020204" pitchFamily="34" charset="0"/>
                <a:ea typeface="IntelOne Display Light" panose="020B0403020203020204" pitchFamily="34" charset="0"/>
                <a:cs typeface="IntelOne Display Light" panose="020B0403020203020204" pitchFamily="34" charset="0"/>
                <a:sym typeface="Helvetica"/>
              </a:defRPr>
            </a:lvl1pPr>
          </a:lstStyle>
          <a:p>
            <a:r>
              <a:rPr lang="en-US"/>
              <a:t>40pt </a:t>
            </a:r>
            <a:r>
              <a:rPr lang="en-US" err="1"/>
              <a:t>IntelOne</a:t>
            </a:r>
            <a:r>
              <a:rPr lang="en-US"/>
              <a:t> Display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701637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-18617" y="833"/>
            <a:ext cx="12189038" cy="6856333"/>
          </a:xfrm>
          <a:prstGeom prst="rect">
            <a:avLst/>
          </a:prstGeom>
        </p:spPr>
      </p:pic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>
              <a:defRPr lang="en-US" sz="4000" b="0" i="0" u="none" strike="noStrike" cap="none" spc="0" baseline="0" dirty="0">
                <a:solidFill>
                  <a:schemeClr val="bg1"/>
                </a:solidFill>
                <a:uFillTx/>
                <a:latin typeface="IntelOne Display Light" panose="020B0403020203020204" pitchFamily="34" charset="0"/>
                <a:ea typeface="IntelOne Display Light" panose="020B0403020203020204" pitchFamily="34" charset="0"/>
                <a:cs typeface="IntelOne Display Light" panose="020B0403020203020204" pitchFamily="34" charset="0"/>
                <a:sym typeface="Helvetica"/>
              </a:defRPr>
            </a:lvl1pPr>
          </a:lstStyle>
          <a:p>
            <a:r>
              <a:rPr lang="en-US"/>
              <a:t>40pt </a:t>
            </a:r>
            <a:r>
              <a:rPr lang="en-US" err="1"/>
              <a:t>IntelOne</a:t>
            </a:r>
            <a:r>
              <a:rPr lang="en-US"/>
              <a:t> Display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4231933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B55F03C-352D-4603-9508-3F6BE6898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1737583" cy="641127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40pt </a:t>
            </a:r>
            <a:r>
              <a:rPr lang="en-US" err="1"/>
              <a:t>IntelOne</a:t>
            </a:r>
            <a:r>
              <a:rPr lang="en-US"/>
              <a:t> Display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1683224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>
                <a:solidFill>
                  <a:schemeClr val="accent1"/>
                </a:solidFill>
              </a:rPr>
              <a:t>40pt </a:t>
            </a:r>
            <a:r>
              <a:rPr lang="en-US" err="1">
                <a:solidFill>
                  <a:schemeClr val="accent1"/>
                </a:solidFill>
              </a:rPr>
              <a:t>IntelOne</a:t>
            </a:r>
            <a:r>
              <a:rPr lang="en-US">
                <a:solidFill>
                  <a:schemeClr val="accent1"/>
                </a:solidFill>
              </a:rPr>
              <a:t> Display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1769425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40" b="8972"/>
          <a:stretch/>
        </p:blipFill>
        <p:spPr>
          <a:xfrm rot="5400000">
            <a:off x="8764564" y="2979517"/>
            <a:ext cx="6415300" cy="456273"/>
          </a:xfrm>
          <a:prstGeom prst="rect">
            <a:avLst/>
          </a:prstGeom>
        </p:spPr>
      </p:pic>
      <p:sp>
        <p:nvSpPr>
          <p:cNvPr id="9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>
                <a:solidFill>
                  <a:schemeClr val="accent1"/>
                </a:solidFill>
              </a:rPr>
              <a:t>40pt </a:t>
            </a:r>
            <a:r>
              <a:rPr lang="en-US" err="1">
                <a:solidFill>
                  <a:schemeClr val="accent1"/>
                </a:solidFill>
              </a:rPr>
              <a:t>IntelOne</a:t>
            </a:r>
            <a:r>
              <a:rPr lang="en-US">
                <a:solidFill>
                  <a:schemeClr val="accent1"/>
                </a:solidFill>
              </a:rPr>
              <a:t> Display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299492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40A602-87C2-4B37-ACEE-7B65572133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1737583" cy="641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828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>
                <a:solidFill>
                  <a:schemeClr val="accent1"/>
                </a:solidFill>
              </a:rPr>
              <a:t>40pt </a:t>
            </a:r>
            <a:r>
              <a:rPr lang="en-US" err="1">
                <a:solidFill>
                  <a:schemeClr val="accent1"/>
                </a:solidFill>
              </a:rPr>
              <a:t>IntelOne</a:t>
            </a:r>
            <a:r>
              <a:rPr lang="en-US">
                <a:solidFill>
                  <a:schemeClr val="accent1"/>
                </a:solidFill>
              </a:rPr>
              <a:t> Display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>
            <a:lvl2pPr marL="431800" indent="-203200">
              <a:buFont typeface="Wingdings" panose="05000000000000000000" pitchFamily="2" charset="2"/>
              <a:buChar char="§"/>
              <a:defRPr/>
            </a:lvl2pPr>
            <a:lvl3pPr marL="686594" indent="-197644">
              <a:buFont typeface="Wingdings" panose="05000000000000000000" pitchFamily="2" charset="2"/>
              <a:buChar char="§"/>
              <a:defRPr/>
            </a:lvl3pPr>
            <a:lvl4pPr marL="919957" indent="-228600">
              <a:buFont typeface="Wingdings" panose="05000000000000000000" pitchFamily="2" charset="2"/>
              <a:buChar char="§"/>
              <a:defRPr/>
            </a:lvl4pPr>
            <a:lvl5pPr marL="1148557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135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>
                <a:solidFill>
                  <a:schemeClr val="accent1"/>
                </a:solidFill>
              </a:rPr>
              <a:t>40pt </a:t>
            </a:r>
            <a:r>
              <a:rPr lang="en-US" err="1">
                <a:solidFill>
                  <a:schemeClr val="accent1"/>
                </a:solidFill>
              </a:rPr>
              <a:t>IntelOne</a:t>
            </a:r>
            <a:r>
              <a:rPr lang="en-US">
                <a:solidFill>
                  <a:schemeClr val="accent1"/>
                </a:solidFill>
              </a:rPr>
              <a:t> Display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>
            <a:lvl2pPr marL="431800" indent="-203200">
              <a:buFont typeface="Wingdings" panose="05000000000000000000" pitchFamily="2" charset="2"/>
              <a:buChar char="§"/>
              <a:defRPr/>
            </a:lvl2pPr>
            <a:lvl3pPr marL="686594" indent="-197644">
              <a:buFont typeface="Wingdings" panose="05000000000000000000" pitchFamily="2" charset="2"/>
              <a:buChar char="§"/>
              <a:defRPr/>
            </a:lvl3pPr>
            <a:lvl4pPr marL="919957" indent="-228600">
              <a:buFont typeface="Wingdings" panose="05000000000000000000" pitchFamily="2" charset="2"/>
              <a:buChar char="§"/>
              <a:defRPr/>
            </a:lvl4pPr>
            <a:lvl5pPr marL="1148557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8CA641-63E5-4A00-A9F5-C14643ADE2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40" b="8972"/>
          <a:stretch/>
        </p:blipFill>
        <p:spPr>
          <a:xfrm rot="5400000">
            <a:off x="8764564" y="2979517"/>
            <a:ext cx="6415300" cy="45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013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D4C38DF-EA52-473F-86DE-1DE98CD780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1737583" cy="64112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lang="en-US" sz="4000" b="0" i="0" u="none" strike="noStrike" cap="none" spc="0" baseline="0" dirty="0">
                <a:solidFill>
                  <a:schemeClr val="bg1"/>
                </a:solidFill>
                <a:uFillTx/>
                <a:latin typeface="IntelOne Display Light" panose="020B0403020203020204" pitchFamily="34" charset="0"/>
                <a:ea typeface="IntelOne Display Light" panose="020B0403020203020204" pitchFamily="34" charset="0"/>
                <a:cs typeface="IntelOne Display Light" panose="020B0403020203020204" pitchFamily="34" charset="0"/>
                <a:sym typeface="Helvetica"/>
              </a:defRPr>
            </a:lvl1pPr>
          </a:lstStyle>
          <a:p>
            <a:r>
              <a:rPr lang="en-US"/>
              <a:t>40pt </a:t>
            </a:r>
            <a:r>
              <a:rPr lang="en-US" err="1"/>
              <a:t>IntelOne</a:t>
            </a:r>
            <a:r>
              <a:rPr lang="en-US"/>
              <a:t> Display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152755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>
                <a:solidFill>
                  <a:schemeClr val="accent1"/>
                </a:solidFill>
              </a:rPr>
              <a:t>40pt </a:t>
            </a:r>
            <a:r>
              <a:rPr lang="en-US" err="1">
                <a:solidFill>
                  <a:schemeClr val="accent1"/>
                </a:solidFill>
              </a:rPr>
              <a:t>IntelOne</a:t>
            </a:r>
            <a:r>
              <a:rPr lang="en-US">
                <a:solidFill>
                  <a:schemeClr val="accent1"/>
                </a:solidFill>
              </a:rPr>
              <a:t> Display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>
            <a:lvl2pPr marL="431800" indent="-203200">
              <a:buFont typeface="Wingdings" panose="05000000000000000000" pitchFamily="2" charset="2"/>
              <a:buChar char="§"/>
              <a:defRPr/>
            </a:lvl2pPr>
            <a:lvl3pPr marL="686594" indent="-197644">
              <a:buFont typeface="Wingdings" panose="05000000000000000000" pitchFamily="2" charset="2"/>
              <a:buChar char="§"/>
              <a:defRPr/>
            </a:lvl3pPr>
            <a:lvl4pPr marL="919957" indent="-228600">
              <a:buFont typeface="Wingdings" panose="05000000000000000000" pitchFamily="2" charset="2"/>
              <a:buChar char="§"/>
              <a:defRPr/>
            </a:lvl4pPr>
            <a:lvl5pPr marL="1148557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179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>
                <a:solidFill>
                  <a:schemeClr val="accent1"/>
                </a:solidFill>
              </a:rPr>
              <a:t>40pt </a:t>
            </a:r>
            <a:r>
              <a:rPr lang="en-US" err="1">
                <a:solidFill>
                  <a:schemeClr val="accent1"/>
                </a:solidFill>
              </a:rPr>
              <a:t>IntelOne</a:t>
            </a:r>
            <a:r>
              <a:rPr lang="en-US">
                <a:solidFill>
                  <a:schemeClr val="accent1"/>
                </a:solidFill>
              </a:rPr>
              <a:t> Display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>
            <a:lvl2pPr marL="431800" indent="-203200">
              <a:buFont typeface="Wingdings" panose="05000000000000000000" pitchFamily="2" charset="2"/>
              <a:buChar char="§"/>
              <a:defRPr/>
            </a:lvl2pPr>
            <a:lvl3pPr marL="686594" indent="-197644">
              <a:buFont typeface="Wingdings" panose="05000000000000000000" pitchFamily="2" charset="2"/>
              <a:buChar char="§"/>
              <a:defRPr/>
            </a:lvl3pPr>
            <a:lvl4pPr marL="919957" indent="-228600">
              <a:buFont typeface="Wingdings" panose="05000000000000000000" pitchFamily="2" charset="2"/>
              <a:buChar char="§"/>
              <a:defRPr/>
            </a:lvl4pPr>
            <a:lvl5pPr marL="1148557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B7C16F-4411-4FC7-AC86-0DF9945D2C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40" b="8972"/>
          <a:stretch/>
        </p:blipFill>
        <p:spPr>
          <a:xfrm rot="5400000">
            <a:off x="8764564" y="2979517"/>
            <a:ext cx="6415300" cy="45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66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B5F3F8B-6CA9-4464-AEB4-7FB12D808D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1737583" cy="64112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rgbClr val="ABEDFF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lang="en-US" sz="4000" b="0" i="0" u="none" strike="noStrike" cap="none" spc="0" baseline="0" dirty="0">
                <a:solidFill>
                  <a:schemeClr val="bg1"/>
                </a:solidFill>
                <a:uFillTx/>
                <a:latin typeface="IntelOne Display Light" panose="020B0403020203020204" pitchFamily="34" charset="0"/>
                <a:ea typeface="IntelOne Display Light" panose="020B0403020203020204" pitchFamily="34" charset="0"/>
                <a:cs typeface="IntelOne Display Light" panose="020B0403020203020204" pitchFamily="34" charset="0"/>
                <a:sym typeface="Helvetica"/>
              </a:defRPr>
            </a:lvl1pPr>
          </a:lstStyle>
          <a:p>
            <a:r>
              <a:rPr lang="en-US"/>
              <a:t>40pt </a:t>
            </a:r>
            <a:r>
              <a:rPr lang="en-US" err="1"/>
              <a:t>IntelOne</a:t>
            </a:r>
            <a:r>
              <a:rPr lang="en-US"/>
              <a:t> Display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1884123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EEF24C-75B8-4C74-B06E-B83421A211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491" y="0"/>
            <a:ext cx="11737583" cy="64112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2">
                    <a:lumMod val="40000"/>
                    <a:lumOff val="60000"/>
                  </a:schemeClr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lang="en-US" sz="4000" b="0" i="0" u="none" strike="noStrike" cap="none" spc="0" baseline="0" dirty="0">
                <a:solidFill>
                  <a:schemeClr val="bg1"/>
                </a:solidFill>
                <a:uFillTx/>
                <a:latin typeface="IntelOne Display Light" panose="020B0403020203020204" pitchFamily="34" charset="0"/>
                <a:ea typeface="IntelOne Display Light" panose="020B0403020203020204" pitchFamily="34" charset="0"/>
                <a:cs typeface="IntelOne Display Light" panose="020B0403020203020204" pitchFamily="34" charset="0"/>
                <a:sym typeface="Helvetica"/>
              </a:defRPr>
            </a:lvl1pPr>
          </a:lstStyle>
          <a:p>
            <a:r>
              <a:rPr lang="en-US"/>
              <a:t>40pt </a:t>
            </a:r>
            <a:r>
              <a:rPr lang="en-US" err="1"/>
              <a:t>IntelOne</a:t>
            </a:r>
            <a:r>
              <a:rPr lang="en-US"/>
              <a:t> Display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1846798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7F0486-6079-4CD8-B942-19848C70A7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1737583" cy="641127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8B5B8CD-DD94-44E8-9F69-C9075C2E0A93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3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fld id="{302FE90D-A879-0D42-B0CA-7E5C0D197FB5}" type="slidenum">
              <a:rPr lang="en-US" sz="850" smtClean="0">
                <a:solidFill>
                  <a:srgbClr val="FFFFFF"/>
                </a:solidFill>
                <a:ea typeface="Intel Clear" panose="020B0604020203020204" pitchFamily="34" charset="0"/>
                <a:cs typeface="Intel Clear" panose="020B0604020203020204" pitchFamily="34" charset="0"/>
              </a:rPr>
              <a:pPr/>
              <a:t>‹#›</a:t>
            </a:fld>
            <a:endParaRPr lang="en-US" sz="850">
              <a:solidFill>
                <a:srgbClr val="FFFFFF"/>
              </a:solidFill>
              <a:ea typeface="Intel Clear" panose="020B0604020203020204" pitchFamily="34" charset="0"/>
              <a:cs typeface="Intel Clear" panose="020B0604020203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D76E8-466A-4C06-9261-BDE1AA914749}"/>
              </a:ext>
            </a:extLst>
          </p:cNvPr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rgbClr val="FFFFFF"/>
                </a:solidFill>
              </a:rPr>
              <a:t>Intel Confidential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19BB-51CE-4A9C-AFEF-514971F5D779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3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428D3F-3849-4421-8550-EEDE48B120E1}"/>
              </a:ext>
            </a:extLst>
          </p:cNvPr>
          <p:cNvSpPr/>
          <p:nvPr userDrawn="1"/>
        </p:nvSpPr>
        <p:spPr>
          <a:xfrm>
            <a:off x="483010" y="6562504"/>
            <a:ext cx="183896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>
                <a:solidFill>
                  <a:srgbClr val="FFFFFF"/>
                </a:solidFill>
              </a:rPr>
              <a:t>Intel | </a:t>
            </a:r>
            <a:r>
              <a:rPr lang="en-US" sz="1000">
                <a:solidFill>
                  <a:schemeClr val="bg1"/>
                </a:solidFill>
              </a:rPr>
              <a:t>Disciplined Execution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2">
                    <a:lumMod val="40000"/>
                    <a:lumOff val="60000"/>
                  </a:schemeClr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lang="en-US" sz="4000" b="0" i="0" u="none" strike="noStrike" cap="none" spc="0" baseline="0" dirty="0">
                <a:solidFill>
                  <a:schemeClr val="bg1"/>
                </a:solidFill>
                <a:uFillTx/>
                <a:latin typeface="IntelOne Display Light" panose="020B0403020203020204" pitchFamily="34" charset="0"/>
                <a:ea typeface="IntelOne Display Light" panose="020B0403020203020204" pitchFamily="34" charset="0"/>
                <a:cs typeface="IntelOne Display Light" panose="020B0403020203020204" pitchFamily="34" charset="0"/>
                <a:sym typeface="Helvetica"/>
              </a:defRPr>
            </a:lvl1pPr>
          </a:lstStyle>
          <a:p>
            <a:r>
              <a:rPr lang="en-US"/>
              <a:t>40pt </a:t>
            </a:r>
            <a:r>
              <a:rPr lang="en-US" err="1"/>
              <a:t>IntelOne</a:t>
            </a:r>
            <a:r>
              <a:rPr lang="en-US"/>
              <a:t> Display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7567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42FCDA3-381A-4A82-808D-6D6BDECD35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491" y="0"/>
            <a:ext cx="11737583" cy="641127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8B5B8CD-DD94-44E8-9F69-C9075C2E0A93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3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fld id="{302FE90D-A879-0D42-B0CA-7E5C0D197FB5}" type="slidenum">
              <a:rPr lang="en-US" sz="850" smtClean="0">
                <a:solidFill>
                  <a:srgbClr val="FFFFFF"/>
                </a:solidFill>
                <a:ea typeface="Intel Clear" panose="020B0604020203020204" pitchFamily="34" charset="0"/>
                <a:cs typeface="Intel Clear" panose="020B0604020203020204" pitchFamily="34" charset="0"/>
              </a:rPr>
              <a:pPr/>
              <a:t>‹#›</a:t>
            </a:fld>
            <a:endParaRPr lang="en-US" sz="850">
              <a:solidFill>
                <a:srgbClr val="FFFFFF"/>
              </a:solidFill>
              <a:ea typeface="Intel Clear" panose="020B0604020203020204" pitchFamily="34" charset="0"/>
              <a:cs typeface="Intel Clear" panose="020B0604020203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D76E8-466A-4C06-9261-BDE1AA914749}"/>
              </a:ext>
            </a:extLst>
          </p:cNvPr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rgbClr val="FFFFFF"/>
                </a:solidFill>
              </a:rPr>
              <a:t>Intel Confidential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19BB-51CE-4A9C-AFEF-514971F5D779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3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428D3F-3849-4421-8550-EEDE48B120E1}"/>
              </a:ext>
            </a:extLst>
          </p:cNvPr>
          <p:cNvSpPr/>
          <p:nvPr userDrawn="1"/>
        </p:nvSpPr>
        <p:spPr>
          <a:xfrm>
            <a:off x="483010" y="6562504"/>
            <a:ext cx="183896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>
                <a:solidFill>
                  <a:srgbClr val="FFFFFF"/>
                </a:solidFill>
              </a:rPr>
              <a:t>Intel | </a:t>
            </a:r>
            <a:r>
              <a:rPr lang="en-US" sz="1000">
                <a:solidFill>
                  <a:schemeClr val="bg1"/>
                </a:solidFill>
              </a:rPr>
              <a:t>Disciplined Execution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2">
                    <a:lumMod val="40000"/>
                    <a:lumOff val="60000"/>
                  </a:schemeClr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lang="en-US" sz="4000" b="0" i="0" u="none" strike="noStrike" cap="none" spc="0" baseline="0" dirty="0">
                <a:solidFill>
                  <a:schemeClr val="bg1"/>
                </a:solidFill>
                <a:uFillTx/>
                <a:latin typeface="IntelOne Display Light" panose="020B0403020203020204" pitchFamily="34" charset="0"/>
                <a:ea typeface="IntelOne Display Light" panose="020B0403020203020204" pitchFamily="34" charset="0"/>
                <a:cs typeface="IntelOne Display Light" panose="020B0403020203020204" pitchFamily="34" charset="0"/>
                <a:sym typeface="Helvetica"/>
              </a:defRPr>
            </a:lvl1pPr>
          </a:lstStyle>
          <a:p>
            <a:r>
              <a:rPr lang="en-US"/>
              <a:t>40pt </a:t>
            </a:r>
            <a:r>
              <a:rPr lang="en-US" err="1"/>
              <a:t>IntelOne</a:t>
            </a:r>
            <a:r>
              <a:rPr lang="en-US"/>
              <a:t> Display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23044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>
                <a:solidFill>
                  <a:schemeClr val="accent1"/>
                </a:solidFill>
              </a:rPr>
              <a:t>40pt </a:t>
            </a:r>
            <a:r>
              <a:rPr lang="en-US" err="1">
                <a:solidFill>
                  <a:schemeClr val="accent1"/>
                </a:solidFill>
              </a:rPr>
              <a:t>IntelOne</a:t>
            </a:r>
            <a:r>
              <a:rPr lang="en-US">
                <a:solidFill>
                  <a:schemeClr val="accent1"/>
                </a:solidFill>
              </a:rPr>
              <a:t> Display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1"/>
            <a:ext cx="5288525" cy="4118280"/>
          </a:xfrm>
        </p:spPr>
        <p:txBody>
          <a:bodyPr/>
          <a:lstStyle>
            <a:lvl2pPr marL="431800" indent="-203200">
              <a:buFont typeface="Wingdings" panose="05000000000000000000" pitchFamily="2" charset="2"/>
              <a:buChar char="§"/>
              <a:defRPr/>
            </a:lvl2pPr>
            <a:lvl3pPr marL="686594" indent="-197644">
              <a:buFont typeface="Wingdings" panose="05000000000000000000" pitchFamily="2" charset="2"/>
              <a:buChar char="§"/>
              <a:defRPr/>
            </a:lvl3pPr>
            <a:lvl4pPr marL="919957" indent="-228600">
              <a:buFont typeface="Wingdings" panose="05000000000000000000" pitchFamily="2" charset="2"/>
              <a:buChar char="§"/>
              <a:defRPr/>
            </a:lvl4pPr>
            <a:lvl5pPr marL="1148557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1"/>
            <a:ext cx="5288525" cy="4118280"/>
          </a:xfrm>
        </p:spPr>
        <p:txBody>
          <a:bodyPr/>
          <a:lstStyle>
            <a:lvl2pPr marL="431800" indent="-203200">
              <a:buFont typeface="Wingdings" panose="05000000000000000000" pitchFamily="2" charset="2"/>
              <a:buChar char="§"/>
              <a:defRPr/>
            </a:lvl2pPr>
            <a:lvl3pPr marL="686594" indent="-197644">
              <a:buFont typeface="Wingdings" panose="05000000000000000000" pitchFamily="2" charset="2"/>
              <a:buChar char="§"/>
              <a:defRPr/>
            </a:lvl3pPr>
            <a:lvl4pPr marL="919957" indent="-228600">
              <a:buFont typeface="Wingdings" panose="05000000000000000000" pitchFamily="2" charset="2"/>
              <a:buChar char="§"/>
              <a:defRPr/>
            </a:lvl4pPr>
            <a:lvl5pPr marL="1148557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996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>
                <a:solidFill>
                  <a:schemeClr val="accent1"/>
                </a:solidFill>
              </a:rPr>
              <a:t>40pt </a:t>
            </a:r>
            <a:r>
              <a:rPr lang="en-US" err="1">
                <a:solidFill>
                  <a:schemeClr val="accent1"/>
                </a:solidFill>
              </a:rPr>
              <a:t>IntelOne</a:t>
            </a:r>
            <a:r>
              <a:rPr lang="en-US">
                <a:solidFill>
                  <a:schemeClr val="accent1"/>
                </a:solidFill>
              </a:rPr>
              <a:t> Display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1"/>
            <a:ext cx="5288525" cy="4118280"/>
          </a:xfrm>
        </p:spPr>
        <p:txBody>
          <a:bodyPr/>
          <a:lstStyle>
            <a:lvl2pPr marL="431800" indent="-203200">
              <a:buFont typeface="Wingdings" panose="05000000000000000000" pitchFamily="2" charset="2"/>
              <a:buChar char="§"/>
              <a:defRPr/>
            </a:lvl2pPr>
            <a:lvl3pPr marL="686594" indent="-197644">
              <a:buFont typeface="Wingdings" panose="05000000000000000000" pitchFamily="2" charset="2"/>
              <a:buChar char="§"/>
              <a:defRPr/>
            </a:lvl3pPr>
            <a:lvl4pPr marL="919957" indent="-228600">
              <a:buFont typeface="Wingdings" panose="05000000000000000000" pitchFamily="2" charset="2"/>
              <a:buChar char="§"/>
              <a:defRPr/>
            </a:lvl4pPr>
            <a:lvl5pPr marL="1148557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1"/>
            <a:ext cx="5288525" cy="4118280"/>
          </a:xfrm>
        </p:spPr>
        <p:txBody>
          <a:bodyPr/>
          <a:lstStyle>
            <a:lvl2pPr marL="431800" indent="-203200">
              <a:buFont typeface="Wingdings" panose="05000000000000000000" pitchFamily="2" charset="2"/>
              <a:buChar char="§"/>
              <a:defRPr/>
            </a:lvl2pPr>
            <a:lvl3pPr marL="686594" indent="-197644">
              <a:buFont typeface="Wingdings" panose="05000000000000000000" pitchFamily="2" charset="2"/>
              <a:buChar char="§"/>
              <a:defRPr/>
            </a:lvl3pPr>
            <a:lvl4pPr marL="919957" indent="-228600">
              <a:buFont typeface="Wingdings" panose="05000000000000000000" pitchFamily="2" charset="2"/>
              <a:buChar char="§"/>
              <a:defRPr/>
            </a:lvl4pPr>
            <a:lvl5pPr marL="1148557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76AAD0-9C3D-4802-89D9-B747E3629C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40" b="8972"/>
          <a:stretch/>
        </p:blipFill>
        <p:spPr>
          <a:xfrm rot="5400000">
            <a:off x="8764564" y="2979517"/>
            <a:ext cx="6415300" cy="45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1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827C975-412F-49BF-ADD7-38B3E3294B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1737583" cy="64112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1"/>
            <a:ext cx="5288525" cy="41182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1"/>
            <a:ext cx="5288525" cy="41182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2">
                    <a:lumMod val="40000"/>
                    <a:lumOff val="60000"/>
                  </a:schemeClr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lang="en-US" sz="4000" b="0" i="0" u="none" strike="noStrike" cap="none" spc="0" baseline="0" dirty="0">
                <a:solidFill>
                  <a:schemeClr val="bg1"/>
                </a:solidFill>
                <a:uFillTx/>
                <a:latin typeface="IntelOne Display Light" panose="020B0403020203020204" pitchFamily="34" charset="0"/>
                <a:ea typeface="IntelOne Display Light" panose="020B0403020203020204" pitchFamily="34" charset="0"/>
                <a:cs typeface="IntelOne Display Light" panose="020B0403020203020204" pitchFamily="34" charset="0"/>
                <a:sym typeface="Helvetica"/>
              </a:defRPr>
            </a:lvl1pPr>
          </a:lstStyle>
          <a:p>
            <a:r>
              <a:rPr lang="en-US"/>
              <a:t>40pt </a:t>
            </a:r>
            <a:r>
              <a:rPr lang="en-US" err="1"/>
              <a:t>IntelOne</a:t>
            </a:r>
            <a:r>
              <a:rPr lang="en-US"/>
              <a:t> Display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410298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70D0785-5AF8-4948-916C-A91E7FDA73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491" y="0"/>
            <a:ext cx="11737583" cy="64112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1"/>
            <a:ext cx="5288525" cy="41182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1"/>
            <a:ext cx="5288525" cy="41182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2">
                    <a:lumMod val="40000"/>
                    <a:lumOff val="60000"/>
                  </a:schemeClr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lang="en-US" sz="4000" b="0" i="0" u="none" strike="noStrike" cap="none" spc="0" baseline="0" dirty="0">
                <a:solidFill>
                  <a:schemeClr val="bg1"/>
                </a:solidFill>
                <a:uFillTx/>
                <a:latin typeface="IntelOne Display Light" panose="020B0403020203020204" pitchFamily="34" charset="0"/>
                <a:ea typeface="IntelOne Display Light" panose="020B0403020203020204" pitchFamily="34" charset="0"/>
                <a:cs typeface="IntelOne Display Light" panose="020B0403020203020204" pitchFamily="34" charset="0"/>
                <a:sym typeface="Helvetica"/>
              </a:defRPr>
            </a:lvl1pPr>
          </a:lstStyle>
          <a:p>
            <a:r>
              <a:rPr lang="en-US"/>
              <a:t>40pt </a:t>
            </a:r>
            <a:r>
              <a:rPr lang="en-US" err="1"/>
              <a:t>IntelOne</a:t>
            </a:r>
            <a:r>
              <a:rPr lang="en-US"/>
              <a:t> Display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876891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>
                <a:solidFill>
                  <a:schemeClr val="accent1"/>
                </a:solidFill>
              </a:rPr>
              <a:t>40pt </a:t>
            </a:r>
            <a:r>
              <a:rPr lang="en-US" err="1">
                <a:solidFill>
                  <a:schemeClr val="accent1"/>
                </a:solidFill>
              </a:rPr>
              <a:t>IntelOne</a:t>
            </a:r>
            <a:r>
              <a:rPr lang="en-US">
                <a:solidFill>
                  <a:schemeClr val="accent1"/>
                </a:solidFill>
              </a:rPr>
              <a:t> Display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5288525" cy="4584830"/>
          </a:xfrm>
        </p:spPr>
        <p:txBody>
          <a:bodyPr/>
          <a:lstStyle>
            <a:lvl2pPr marL="431800" indent="-203200">
              <a:buFont typeface="Wingdings" panose="05000000000000000000" pitchFamily="2" charset="2"/>
              <a:buChar char="§"/>
              <a:defRPr/>
            </a:lvl2pPr>
            <a:lvl3pPr marL="686594" indent="-197644">
              <a:buFont typeface="Wingdings" panose="05000000000000000000" pitchFamily="2" charset="2"/>
              <a:buChar char="§"/>
              <a:defRPr/>
            </a:lvl3pPr>
            <a:lvl4pPr marL="919957" indent="-228600">
              <a:buFont typeface="Wingdings" panose="05000000000000000000" pitchFamily="2" charset="2"/>
              <a:buChar char="§"/>
              <a:defRPr/>
            </a:lvl4pPr>
            <a:lvl5pPr marL="1148557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3402"/>
            <a:ext cx="5288525" cy="4584830"/>
          </a:xfrm>
        </p:spPr>
        <p:txBody>
          <a:bodyPr/>
          <a:lstStyle>
            <a:lvl2pPr marL="431800" indent="-203200">
              <a:buFont typeface="Wingdings" panose="05000000000000000000" pitchFamily="2" charset="2"/>
              <a:buChar char="§"/>
              <a:defRPr/>
            </a:lvl2pPr>
            <a:lvl3pPr marL="686594" indent="-197644">
              <a:buFont typeface="Wingdings" panose="05000000000000000000" pitchFamily="2" charset="2"/>
              <a:buChar char="§"/>
              <a:defRPr/>
            </a:lvl3pPr>
            <a:lvl4pPr marL="919957" indent="-228600">
              <a:buFont typeface="Wingdings" panose="05000000000000000000" pitchFamily="2" charset="2"/>
              <a:buChar char="§"/>
              <a:defRPr/>
            </a:lvl4pPr>
            <a:lvl5pPr marL="1148557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170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>
                <a:solidFill>
                  <a:schemeClr val="accent1"/>
                </a:solidFill>
              </a:rPr>
              <a:t>40pt </a:t>
            </a:r>
            <a:r>
              <a:rPr lang="en-US" err="1">
                <a:solidFill>
                  <a:schemeClr val="accent1"/>
                </a:solidFill>
              </a:rPr>
              <a:t>IntelOne</a:t>
            </a:r>
            <a:r>
              <a:rPr lang="en-US">
                <a:solidFill>
                  <a:schemeClr val="accent1"/>
                </a:solidFill>
              </a:rPr>
              <a:t> Display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5288525" cy="4584830"/>
          </a:xfrm>
        </p:spPr>
        <p:txBody>
          <a:bodyPr/>
          <a:lstStyle>
            <a:lvl2pPr marL="431800" indent="-203200">
              <a:buFont typeface="Wingdings" panose="05000000000000000000" pitchFamily="2" charset="2"/>
              <a:buChar char="§"/>
              <a:defRPr/>
            </a:lvl2pPr>
            <a:lvl3pPr marL="686594" indent="-197644">
              <a:buFont typeface="Wingdings" panose="05000000000000000000" pitchFamily="2" charset="2"/>
              <a:buChar char="§"/>
              <a:defRPr/>
            </a:lvl3pPr>
            <a:lvl4pPr marL="919957" indent="-228600">
              <a:buFont typeface="Wingdings" panose="05000000000000000000" pitchFamily="2" charset="2"/>
              <a:buChar char="§"/>
              <a:defRPr/>
            </a:lvl4pPr>
            <a:lvl5pPr marL="1148557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3402"/>
            <a:ext cx="5288525" cy="4584830"/>
          </a:xfrm>
        </p:spPr>
        <p:txBody>
          <a:bodyPr/>
          <a:lstStyle>
            <a:lvl2pPr marL="431800" indent="-203200">
              <a:buFont typeface="Wingdings" panose="05000000000000000000" pitchFamily="2" charset="2"/>
              <a:buChar char="§"/>
              <a:defRPr/>
            </a:lvl2pPr>
            <a:lvl3pPr marL="686594" indent="-197644">
              <a:buFont typeface="Wingdings" panose="05000000000000000000" pitchFamily="2" charset="2"/>
              <a:buChar char="§"/>
              <a:defRPr/>
            </a:lvl3pPr>
            <a:lvl4pPr marL="919957" indent="-228600">
              <a:buFont typeface="Wingdings" panose="05000000000000000000" pitchFamily="2" charset="2"/>
              <a:buChar char="§"/>
              <a:defRPr/>
            </a:lvl4pPr>
            <a:lvl5pPr marL="1148557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4C599E-0F98-44D2-91B5-8EA99E2D2D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40" b="8972"/>
          <a:stretch/>
        </p:blipFill>
        <p:spPr>
          <a:xfrm rot="5400000">
            <a:off x="8764564" y="2979517"/>
            <a:ext cx="6415300" cy="45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065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300F8E-9A87-46A5-9C50-4A1CBB2197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1737583" cy="64112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5288525" cy="45848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3402"/>
            <a:ext cx="5288525" cy="45848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lang="en-US" sz="4000" b="0" i="0" u="none" strike="noStrike" cap="none" spc="0" baseline="0" dirty="0">
                <a:solidFill>
                  <a:schemeClr val="bg1"/>
                </a:solidFill>
                <a:uFillTx/>
                <a:latin typeface="IntelOne Display Light" panose="020B0403020203020204" pitchFamily="34" charset="0"/>
                <a:ea typeface="IntelOne Display Light" panose="020B0403020203020204" pitchFamily="34" charset="0"/>
                <a:cs typeface="IntelOne Display Light" panose="020B0403020203020204" pitchFamily="34" charset="0"/>
                <a:sym typeface="Helvetica"/>
              </a:defRPr>
            </a:lvl1pPr>
          </a:lstStyle>
          <a:p>
            <a:r>
              <a:rPr lang="en-US"/>
              <a:t>40pt </a:t>
            </a:r>
            <a:r>
              <a:rPr lang="en-US" err="1"/>
              <a:t>IntelOne</a:t>
            </a:r>
            <a:r>
              <a:rPr lang="en-US"/>
              <a:t> Display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4187358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E5556BD-1CB1-4602-9400-1C6D06B91D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491" y="0"/>
            <a:ext cx="11737583" cy="64112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5288525" cy="45848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3402"/>
            <a:ext cx="5288525" cy="45848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lang="en-US" sz="4000" b="0" i="0" u="none" strike="noStrike" cap="none" spc="0" baseline="0" dirty="0">
                <a:solidFill>
                  <a:schemeClr val="bg1"/>
                </a:solidFill>
                <a:uFillTx/>
                <a:latin typeface="IntelOne Display Light" panose="020B0403020203020204" pitchFamily="34" charset="0"/>
                <a:ea typeface="IntelOne Display Light" panose="020B0403020203020204" pitchFamily="34" charset="0"/>
                <a:cs typeface="IntelOne Display Light" panose="020B0403020203020204" pitchFamily="34" charset="0"/>
                <a:sym typeface="Helvetica"/>
              </a:defRPr>
            </a:lvl1pPr>
          </a:lstStyle>
          <a:p>
            <a:r>
              <a:rPr lang="en-US"/>
              <a:t>40pt </a:t>
            </a:r>
            <a:r>
              <a:rPr lang="en-US" err="1"/>
              <a:t>IntelOne</a:t>
            </a:r>
            <a:r>
              <a:rPr lang="en-US"/>
              <a:t> Display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083963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000" b="0" i="0" u="none" strike="noStrike" cap="none" spc="0" baseline="0" dirty="0">
                <a:solidFill>
                  <a:schemeClr val="accent1"/>
                </a:solidFill>
                <a:uFillTx/>
                <a:latin typeface="IntelOne Display Light" panose="020B0403020203020204" pitchFamily="34" charset="0"/>
                <a:ea typeface="IntelOne Display Light" panose="020B0403020203020204" pitchFamily="34" charset="0"/>
                <a:cs typeface="IntelOne Display Light" panose="020B0403020203020204" pitchFamily="34" charset="0"/>
                <a:sym typeface="Helvetica"/>
              </a:defRPr>
            </a:lvl1pPr>
          </a:lstStyle>
          <a:p>
            <a:r>
              <a:rPr lang="en-US"/>
              <a:t>40pt </a:t>
            </a:r>
            <a:r>
              <a:rPr lang="en-US" err="1"/>
              <a:t>IntelOne</a:t>
            </a:r>
            <a:r>
              <a:rPr lang="en-US"/>
              <a:t> Display Light Text Goes Here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>
            <a:lvl2pPr marL="431800" indent="-203200">
              <a:buFont typeface="Wingdings" panose="05000000000000000000" pitchFamily="2" charset="2"/>
              <a:buChar char="§"/>
              <a:defRPr/>
            </a:lvl2pPr>
            <a:lvl3pPr marL="686594" indent="-197644">
              <a:buFont typeface="Wingdings" panose="05000000000000000000" pitchFamily="2" charset="2"/>
              <a:buChar char="§"/>
              <a:defRPr/>
            </a:lvl3pPr>
            <a:lvl4pPr marL="919957" indent="-228600">
              <a:buFont typeface="Wingdings" panose="05000000000000000000" pitchFamily="2" charset="2"/>
              <a:buChar char="§"/>
              <a:defRPr/>
            </a:lvl4pPr>
            <a:lvl5pPr marL="1148557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890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000" b="0" i="0" u="none" strike="noStrike" cap="none" spc="0" baseline="0" dirty="0">
                <a:solidFill>
                  <a:schemeClr val="accent1"/>
                </a:solidFill>
                <a:uFillTx/>
                <a:latin typeface="IntelOne Display Light" panose="020B0403020203020204" pitchFamily="34" charset="0"/>
                <a:ea typeface="IntelOne Display Light" panose="020B0403020203020204" pitchFamily="34" charset="0"/>
                <a:cs typeface="IntelOne Display Light" panose="020B0403020203020204" pitchFamily="34" charset="0"/>
                <a:sym typeface="Helvetica"/>
              </a:defRPr>
            </a:lvl1pPr>
          </a:lstStyle>
          <a:p>
            <a:r>
              <a:rPr lang="en-US"/>
              <a:t>40pt </a:t>
            </a:r>
            <a:r>
              <a:rPr lang="en-US" err="1"/>
              <a:t>IntelOne</a:t>
            </a:r>
            <a:r>
              <a:rPr lang="en-US"/>
              <a:t> Display Light Text Goes Here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>
            <a:lvl2pPr marL="431800" indent="-203200">
              <a:buFont typeface="Wingdings" panose="05000000000000000000" pitchFamily="2" charset="2"/>
              <a:buChar char="§"/>
              <a:defRPr/>
            </a:lvl2pPr>
            <a:lvl3pPr marL="686594" indent="-197644">
              <a:buFont typeface="Wingdings" panose="05000000000000000000" pitchFamily="2" charset="2"/>
              <a:buChar char="§"/>
              <a:defRPr/>
            </a:lvl3pPr>
            <a:lvl4pPr marL="919957" indent="-228600">
              <a:buFont typeface="Wingdings" panose="05000000000000000000" pitchFamily="2" charset="2"/>
              <a:buChar char="§"/>
              <a:defRPr/>
            </a:lvl4pPr>
            <a:lvl5pPr marL="1148557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076401-7714-48D2-8676-8B6CA83B9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40" b="8972"/>
          <a:stretch/>
        </p:blipFill>
        <p:spPr>
          <a:xfrm rot="5400000">
            <a:off x="8764564" y="2979517"/>
            <a:ext cx="6415300" cy="45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118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2FEBCDE-CA5C-48AA-B7F1-7475AD53E7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1737583" cy="6411279"/>
          </a:xfrm>
          <a:prstGeom prst="rect">
            <a:avLst/>
          </a:prstGeom>
        </p:spPr>
      </p:pic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40pt </a:t>
            </a:r>
            <a:r>
              <a:rPr lang="en-US" err="1"/>
              <a:t>IntelOne</a:t>
            </a:r>
            <a:r>
              <a:rPr lang="en-US"/>
              <a:t> Display Light Text Goes Here</a:t>
            </a: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rgbClr val="ABEDFF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rgbClr val="ABEDFF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2">
                    <a:lumMod val="40000"/>
                    <a:lumOff val="60000"/>
                  </a:schemeClr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288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790BD1C-3B54-4055-A8FD-CE5F28450E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491" y="0"/>
            <a:ext cx="11737583" cy="6411279"/>
          </a:xfrm>
          <a:prstGeom prst="rect">
            <a:avLst/>
          </a:prstGeom>
        </p:spPr>
      </p:pic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40pt </a:t>
            </a:r>
            <a:r>
              <a:rPr lang="en-US" err="1"/>
              <a:t>IntelOne</a:t>
            </a:r>
            <a:r>
              <a:rPr lang="en-US"/>
              <a:t> Display Light Text Goes Here</a:t>
            </a: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rgbClr val="ABEDFF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rgbClr val="ABEDFF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rgbClr val="ABEDFF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0818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000" b="0" i="0" u="none" strike="noStrike" cap="none" spc="0" baseline="0" dirty="0">
                <a:solidFill>
                  <a:schemeClr val="accent5">
                    <a:lumMod val="75000"/>
                  </a:schemeClr>
                </a:solidFill>
                <a:uFillTx/>
                <a:latin typeface="IntelOne Display Light" panose="020B0403020203020204" pitchFamily="34" charset="0"/>
                <a:ea typeface="IntelOne Display Light" panose="020B0403020203020204" pitchFamily="34" charset="0"/>
                <a:cs typeface="IntelOne Display Light" panose="020B0403020203020204" pitchFamily="34" charset="0"/>
                <a:sym typeface="Helvetica"/>
              </a:defRPr>
            </a:lvl1pPr>
          </a:lstStyle>
          <a:p>
            <a:r>
              <a:rPr lang="en-US">
                <a:solidFill>
                  <a:schemeClr val="accent1"/>
                </a:solidFill>
              </a:rPr>
              <a:t>40pt </a:t>
            </a:r>
            <a:r>
              <a:rPr lang="en-US" err="1">
                <a:solidFill>
                  <a:schemeClr val="accent1"/>
                </a:solidFill>
              </a:rPr>
              <a:t>IntelOne</a:t>
            </a:r>
            <a:r>
              <a:rPr lang="en-US">
                <a:solidFill>
                  <a:schemeClr val="accent1"/>
                </a:solidFill>
              </a:rPr>
              <a:t> Display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>
            <a:lvl2pPr marL="431800" indent="-203200">
              <a:buFont typeface="Wingdings" panose="05000000000000000000" pitchFamily="2" charset="2"/>
              <a:buChar char="§"/>
              <a:defRPr/>
            </a:lvl2pPr>
            <a:lvl3pPr marL="686594" indent="-197644">
              <a:buFont typeface="Wingdings" panose="05000000000000000000" pitchFamily="2" charset="2"/>
              <a:buChar char="§"/>
              <a:defRPr/>
            </a:lvl3pPr>
            <a:lvl4pPr marL="919957" indent="-228600">
              <a:buFont typeface="Wingdings" panose="05000000000000000000" pitchFamily="2" charset="2"/>
              <a:buChar char="§"/>
              <a:defRPr/>
            </a:lvl4pPr>
            <a:lvl5pPr marL="1148557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5322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000" b="0" i="0" u="none" strike="noStrike" cap="none" spc="0" baseline="0" dirty="0">
                <a:solidFill>
                  <a:schemeClr val="accent5">
                    <a:lumMod val="75000"/>
                  </a:schemeClr>
                </a:solidFill>
                <a:uFillTx/>
                <a:latin typeface="IntelOne Display Light" panose="020B0403020203020204" pitchFamily="34" charset="0"/>
                <a:ea typeface="IntelOne Display Light" panose="020B0403020203020204" pitchFamily="34" charset="0"/>
                <a:cs typeface="IntelOne Display Light" panose="020B0403020203020204" pitchFamily="34" charset="0"/>
                <a:sym typeface="Helvetica"/>
              </a:defRPr>
            </a:lvl1pPr>
          </a:lstStyle>
          <a:p>
            <a:r>
              <a:rPr lang="en-US">
                <a:solidFill>
                  <a:schemeClr val="accent1"/>
                </a:solidFill>
              </a:rPr>
              <a:t>40pt </a:t>
            </a:r>
            <a:r>
              <a:rPr lang="en-US" err="1">
                <a:solidFill>
                  <a:schemeClr val="accent1"/>
                </a:solidFill>
              </a:rPr>
              <a:t>IntelOne</a:t>
            </a:r>
            <a:r>
              <a:rPr lang="en-US">
                <a:solidFill>
                  <a:schemeClr val="accent1"/>
                </a:solidFill>
              </a:rPr>
              <a:t> Display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>
            <a:lvl2pPr marL="431800" indent="-203200">
              <a:buFont typeface="Wingdings" panose="05000000000000000000" pitchFamily="2" charset="2"/>
              <a:buChar char="§"/>
              <a:defRPr/>
            </a:lvl2pPr>
            <a:lvl3pPr marL="686594" indent="-197644">
              <a:buFont typeface="Wingdings" panose="05000000000000000000" pitchFamily="2" charset="2"/>
              <a:buChar char="§"/>
              <a:defRPr/>
            </a:lvl3pPr>
            <a:lvl4pPr marL="919957" indent="-228600">
              <a:buFont typeface="Wingdings" panose="05000000000000000000" pitchFamily="2" charset="2"/>
              <a:buChar char="§"/>
              <a:defRPr/>
            </a:lvl4pPr>
            <a:lvl5pPr marL="1148557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18A007-800B-4401-8AC0-647D55B62C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40" b="8972"/>
          <a:stretch/>
        </p:blipFill>
        <p:spPr>
          <a:xfrm rot="5400000">
            <a:off x="8764564" y="2979517"/>
            <a:ext cx="6415300" cy="45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527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F637D62-241A-4968-9BA3-40E4A55E07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1737583" cy="6411279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40pt </a:t>
            </a:r>
            <a:r>
              <a:rPr lang="en-US" err="1"/>
              <a:t>IntelOne</a:t>
            </a:r>
            <a:r>
              <a:rPr lang="en-US"/>
              <a:t> Display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rgbClr val="ABEDFF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233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A1B1865-E0C8-41C1-A701-509FA82720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491" y="0"/>
            <a:ext cx="11737583" cy="6411279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40pt </a:t>
            </a:r>
            <a:r>
              <a:rPr lang="en-US" err="1"/>
              <a:t>IntelOne</a:t>
            </a:r>
            <a:r>
              <a:rPr lang="en-US"/>
              <a:t> Display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rgbClr val="ABEDFF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9024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286" y="0"/>
            <a:ext cx="11744325" cy="6401797"/>
          </a:xfr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Full page Image, Delete Title if Necessary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309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&amp; 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286" y="0"/>
            <a:ext cx="11744325" cy="6401797"/>
          </a:xfr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Full page Image, Delete Title if Necessary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D0B0EF-3FFB-4056-9248-437CD1232F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40" b="8972"/>
          <a:stretch/>
        </p:blipFill>
        <p:spPr>
          <a:xfrm rot="5400000">
            <a:off x="8764564" y="2979517"/>
            <a:ext cx="6415300" cy="45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51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157EC98-81D5-4DDB-85D9-74F9B2E2FA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1737583" cy="641127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rgbClr val="ABED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196E31-7238-4049-821C-D94FDEAEDC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rgbClr val="ABEDFF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lang="en-US" sz="4000" b="0" i="0" u="none" strike="noStrike" cap="none" spc="0" baseline="0" dirty="0">
                <a:solidFill>
                  <a:schemeClr val="bg1"/>
                </a:solidFill>
                <a:uFillTx/>
                <a:latin typeface="IntelOne Display Light" panose="020B0403020203020204" pitchFamily="34" charset="0"/>
                <a:ea typeface="IntelOne Display Light" panose="020B0403020203020204" pitchFamily="34" charset="0"/>
                <a:cs typeface="IntelOne Display Light" panose="020B0403020203020204" pitchFamily="34" charset="0"/>
                <a:sym typeface="Helvetica"/>
              </a:defRPr>
            </a:lvl1pPr>
          </a:lstStyle>
          <a:p>
            <a:r>
              <a:rPr lang="en-US"/>
              <a:t>40pt </a:t>
            </a:r>
            <a:r>
              <a:rPr lang="en-US" err="1"/>
              <a:t>IntelOne</a:t>
            </a:r>
            <a:r>
              <a:rPr lang="en-US"/>
              <a:t> Display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80547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D4A91AD-82C5-40FA-88E3-E093084E5F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491" y="0"/>
            <a:ext cx="11737583" cy="641127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rgbClr val="ABED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196E31-7238-4049-821C-D94FDEAEDC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rgbClr val="ABEDFF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lang="en-US" sz="4000" b="0" i="0" u="none" strike="noStrike" cap="none" spc="0" baseline="0" dirty="0">
                <a:solidFill>
                  <a:schemeClr val="bg1"/>
                </a:solidFill>
                <a:uFillTx/>
                <a:latin typeface="IntelOne Display Light" panose="020B0403020203020204" pitchFamily="34" charset="0"/>
                <a:ea typeface="IntelOne Display Light" panose="020B0403020203020204" pitchFamily="34" charset="0"/>
                <a:cs typeface="IntelOne Display Light" panose="020B0403020203020204" pitchFamily="34" charset="0"/>
                <a:sym typeface="Helvetica"/>
              </a:defRPr>
            </a:lvl1pPr>
          </a:lstStyle>
          <a:p>
            <a:r>
              <a:rPr lang="en-US"/>
              <a:t>40pt </a:t>
            </a:r>
            <a:r>
              <a:rPr lang="en-US" err="1"/>
              <a:t>IntelOne</a:t>
            </a:r>
            <a:r>
              <a:rPr lang="en-US"/>
              <a:t> Display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963508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935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40C266-C03A-4D49-8323-3E918C49DC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40" b="8972"/>
          <a:stretch/>
        </p:blipFill>
        <p:spPr>
          <a:xfrm rot="5400000">
            <a:off x="8764564" y="2979517"/>
            <a:ext cx="6415300" cy="45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109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70D5477-2393-4182-AEEF-8AF5FF75EB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1737583" cy="641127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8B5B8CD-DD94-44E8-9F69-C9075C2E0A93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3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fld id="{302FE90D-A879-0D42-B0CA-7E5C0D197FB5}" type="slidenum">
              <a:rPr lang="en-US" sz="850" smtClean="0">
                <a:solidFill>
                  <a:srgbClr val="FFFFFF"/>
                </a:solidFill>
                <a:ea typeface="Intel Clear" panose="020B0604020203020204" pitchFamily="34" charset="0"/>
                <a:cs typeface="Intel Clear" panose="020B0604020203020204" pitchFamily="34" charset="0"/>
              </a:rPr>
              <a:pPr/>
              <a:t>‹#›</a:t>
            </a:fld>
            <a:endParaRPr lang="en-US" sz="850">
              <a:solidFill>
                <a:srgbClr val="FFFFFF"/>
              </a:solidFill>
              <a:ea typeface="Intel Clear" panose="020B0604020203020204" pitchFamily="34" charset="0"/>
              <a:cs typeface="Intel Clear" panose="020B0604020203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D76E8-466A-4C06-9261-BDE1AA914749}"/>
              </a:ext>
            </a:extLst>
          </p:cNvPr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rgbClr val="FFFFFF"/>
                </a:solidFill>
              </a:rPr>
              <a:t>Intel Confidential</a:t>
            </a:r>
          </a:p>
        </p:txBody>
      </p:sp>
      <p:sp>
        <p:nvSpPr>
          <p:cNvPr id="16" name="Title Text">
            <a:extLst>
              <a:ext uri="{FF2B5EF4-FFF2-40B4-BE49-F238E27FC236}">
                <a16:creationId xmlns:a16="http://schemas.microsoft.com/office/drawing/2014/main" id="{38003A1C-51D1-4427-BFE8-8448E4C61D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30F9DFC-5AE2-4BB1-822C-8EAEAE2CA5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48942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19BB-51CE-4A9C-AFEF-514971F5D779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3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428D3F-3849-4421-8550-EEDE48B120E1}"/>
              </a:ext>
            </a:extLst>
          </p:cNvPr>
          <p:cNvSpPr/>
          <p:nvPr userDrawn="1"/>
        </p:nvSpPr>
        <p:spPr>
          <a:xfrm>
            <a:off x="483010" y="6562504"/>
            <a:ext cx="183896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>
                <a:solidFill>
                  <a:srgbClr val="FFFFFF"/>
                </a:solidFill>
              </a:rPr>
              <a:t>Intel | </a:t>
            </a:r>
            <a:r>
              <a:rPr lang="en-US" sz="1000">
                <a:solidFill>
                  <a:schemeClr val="bg1"/>
                </a:solidFill>
              </a:rPr>
              <a:t>Disciplined Execution</a:t>
            </a:r>
          </a:p>
        </p:txBody>
      </p:sp>
    </p:spTree>
    <p:extLst>
      <p:ext uri="{BB962C8B-B14F-4D97-AF65-F5344CB8AC3E}">
        <p14:creationId xmlns:p14="http://schemas.microsoft.com/office/powerpoint/2010/main" val="3195459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541776E-D8DD-4639-B668-186784E7A8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491" y="0"/>
            <a:ext cx="11737583" cy="641127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8B5B8CD-DD94-44E8-9F69-C9075C2E0A93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3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fld id="{302FE90D-A879-0D42-B0CA-7E5C0D197FB5}" type="slidenum">
              <a:rPr lang="en-US" sz="850" smtClean="0">
                <a:solidFill>
                  <a:srgbClr val="FFFFFF"/>
                </a:solidFill>
                <a:ea typeface="Intel Clear" panose="020B0604020203020204" pitchFamily="34" charset="0"/>
                <a:cs typeface="Intel Clear" panose="020B0604020203020204" pitchFamily="34" charset="0"/>
              </a:rPr>
              <a:pPr/>
              <a:t>‹#›</a:t>
            </a:fld>
            <a:endParaRPr lang="en-US" sz="850">
              <a:solidFill>
                <a:srgbClr val="FFFFFF"/>
              </a:solidFill>
              <a:ea typeface="Intel Clear" panose="020B0604020203020204" pitchFamily="34" charset="0"/>
              <a:cs typeface="Intel Clear" panose="020B0604020203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D76E8-466A-4C06-9261-BDE1AA914749}"/>
              </a:ext>
            </a:extLst>
          </p:cNvPr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rgbClr val="FFFFFF"/>
                </a:solidFill>
              </a:rPr>
              <a:t>Intel Confidential</a:t>
            </a:r>
          </a:p>
        </p:txBody>
      </p:sp>
      <p:sp>
        <p:nvSpPr>
          <p:cNvPr id="16" name="Title Text">
            <a:extLst>
              <a:ext uri="{FF2B5EF4-FFF2-40B4-BE49-F238E27FC236}">
                <a16:creationId xmlns:a16="http://schemas.microsoft.com/office/drawing/2014/main" id="{38003A1C-51D1-4427-BFE8-8448E4C61D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30F9DFC-5AE2-4BB1-822C-8EAEAE2CA5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48942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19BB-51CE-4A9C-AFEF-514971F5D779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3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428D3F-3849-4421-8550-EEDE48B120E1}"/>
              </a:ext>
            </a:extLst>
          </p:cNvPr>
          <p:cNvSpPr/>
          <p:nvPr userDrawn="1"/>
        </p:nvSpPr>
        <p:spPr>
          <a:xfrm>
            <a:off x="483010" y="6562504"/>
            <a:ext cx="183896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>
                <a:solidFill>
                  <a:srgbClr val="FFFFFF"/>
                </a:solidFill>
              </a:rPr>
              <a:t>Intel | </a:t>
            </a:r>
            <a:r>
              <a:rPr lang="en-US" sz="1000">
                <a:solidFill>
                  <a:schemeClr val="bg1"/>
                </a:solidFill>
              </a:rPr>
              <a:t>Disciplined Execution</a:t>
            </a:r>
          </a:p>
        </p:txBody>
      </p:sp>
    </p:spTree>
    <p:extLst>
      <p:ext uri="{BB962C8B-B14F-4D97-AF65-F5344CB8AC3E}">
        <p14:creationId xmlns:p14="http://schemas.microsoft.com/office/powerpoint/2010/main" val="1462020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, Sub &amp; Content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005EFEA8-C5B4-4A5F-AA69-AA4000CC2E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1737583" cy="6411279"/>
          </a:xfrm>
          <a:prstGeom prst="rect">
            <a:avLst/>
          </a:prstGeom>
        </p:spPr>
      </p:pic>
      <p:sp>
        <p:nvSpPr>
          <p:cNvPr id="21" name="Square">
            <a:extLst>
              <a:ext uri="{FF2B5EF4-FFF2-40B4-BE49-F238E27FC236}">
                <a16:creationId xmlns:a16="http://schemas.microsoft.com/office/drawing/2014/main" id="{4C58A6BF-BF0D-4749-B07B-7C0A27747D42}"/>
              </a:ext>
            </a:extLst>
          </p:cNvPr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026FC5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0068B5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00" name="Rectangle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fld id="{302FE90D-A879-0D42-B0CA-7E5C0D197FB5}" type="slidenum">
              <a:rPr lang="en-US" sz="850" smtClean="0">
                <a:solidFill>
                  <a:srgbClr val="FFFFFF"/>
                </a:solidFill>
                <a:ea typeface="Intel Clear" panose="020B0604020203020204" pitchFamily="34" charset="0"/>
                <a:cs typeface="Intel Clear" panose="020B0604020203020204" pitchFamily="34" charset="0"/>
              </a:rPr>
              <a:pPr/>
              <a:t>‹#›</a:t>
            </a:fld>
            <a:endParaRPr lang="en-US" sz="850">
              <a:solidFill>
                <a:srgbClr val="FFFFFF"/>
              </a:solidFill>
              <a:ea typeface="Intel Clear" panose="020B0604020203020204" pitchFamily="34" charset="0"/>
              <a:cs typeface="Intel Clear" panose="020B0604020203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8740F-FED9-4D14-9DF3-3BA84ADF820C}"/>
              </a:ext>
            </a:extLst>
          </p:cNvPr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rgbClr val="FFFFFF"/>
                </a:solidFill>
              </a:rPr>
              <a:t>Intel Confidential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IntelOne Display Regular" panose="020B0503020203020204" pitchFamily="34" charset="0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B24815-853B-4F3E-B842-8B10D6DE37DE}"/>
              </a:ext>
            </a:extLst>
          </p:cNvPr>
          <p:cNvSpPr/>
          <p:nvPr userDrawn="1"/>
        </p:nvSpPr>
        <p:spPr>
          <a:xfrm>
            <a:off x="483010" y="6562504"/>
            <a:ext cx="183896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>
                <a:solidFill>
                  <a:srgbClr val="FFFFFF"/>
                </a:solidFill>
              </a:rPr>
              <a:t>Intel | </a:t>
            </a:r>
            <a:r>
              <a:rPr lang="en-US" sz="1000">
                <a:solidFill>
                  <a:schemeClr val="bg1"/>
                </a:solidFill>
              </a:rPr>
              <a:t>Disciplined Execution</a:t>
            </a:r>
          </a:p>
        </p:txBody>
      </p:sp>
      <p:sp>
        <p:nvSpPr>
          <p:cNvPr id="16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9952" y="2560807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84385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, Sub &amp; Content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97ACB14-D966-4DFC-B142-6777BD6170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491" y="0"/>
            <a:ext cx="11737583" cy="6411279"/>
          </a:xfrm>
          <a:prstGeom prst="rect">
            <a:avLst/>
          </a:prstGeom>
        </p:spPr>
      </p:pic>
      <p:sp>
        <p:nvSpPr>
          <p:cNvPr id="21" name="Square">
            <a:extLst>
              <a:ext uri="{FF2B5EF4-FFF2-40B4-BE49-F238E27FC236}">
                <a16:creationId xmlns:a16="http://schemas.microsoft.com/office/drawing/2014/main" id="{4C58A6BF-BF0D-4749-B07B-7C0A27747D42}"/>
              </a:ext>
            </a:extLst>
          </p:cNvPr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026FC5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0068B5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00" name="Rectangle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fld id="{302FE90D-A879-0D42-B0CA-7E5C0D197FB5}" type="slidenum">
              <a:rPr lang="en-US" sz="850" smtClean="0">
                <a:solidFill>
                  <a:srgbClr val="FFFFFF"/>
                </a:solidFill>
                <a:ea typeface="Intel Clear" panose="020B0604020203020204" pitchFamily="34" charset="0"/>
                <a:cs typeface="Intel Clear" panose="020B0604020203020204" pitchFamily="34" charset="0"/>
              </a:rPr>
              <a:pPr/>
              <a:t>‹#›</a:t>
            </a:fld>
            <a:endParaRPr lang="en-US" sz="850">
              <a:solidFill>
                <a:srgbClr val="FFFFFF"/>
              </a:solidFill>
              <a:ea typeface="Intel Clear" panose="020B0604020203020204" pitchFamily="34" charset="0"/>
              <a:cs typeface="Intel Clear" panose="020B0604020203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8740F-FED9-4D14-9DF3-3BA84ADF820C}"/>
              </a:ext>
            </a:extLst>
          </p:cNvPr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rgbClr val="FFFFFF"/>
                </a:solidFill>
              </a:rPr>
              <a:t>Intel Confidential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9952" y="2560807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IntelOne Display Regular" panose="020B0503020203020204" pitchFamily="34" charset="0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B24815-853B-4F3E-B842-8B10D6DE37DE}"/>
              </a:ext>
            </a:extLst>
          </p:cNvPr>
          <p:cNvSpPr/>
          <p:nvPr userDrawn="1"/>
        </p:nvSpPr>
        <p:spPr>
          <a:xfrm>
            <a:off x="483010" y="6562504"/>
            <a:ext cx="183896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>
                <a:solidFill>
                  <a:srgbClr val="FFFFFF"/>
                </a:solidFill>
              </a:rPr>
              <a:t>Intel | </a:t>
            </a:r>
            <a:r>
              <a:rPr lang="en-US" sz="1000">
                <a:solidFill>
                  <a:schemeClr val="bg1"/>
                </a:solidFill>
              </a:rPr>
              <a:t>Disciplined Execution</a:t>
            </a:r>
          </a:p>
        </p:txBody>
      </p:sp>
    </p:spTree>
    <p:extLst>
      <p:ext uri="{BB962C8B-B14F-4D97-AF65-F5344CB8AC3E}">
        <p14:creationId xmlns:p14="http://schemas.microsoft.com/office/powerpoint/2010/main" val="303669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Gra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quare">
            <a:extLst>
              <a:ext uri="{FF2B5EF4-FFF2-40B4-BE49-F238E27FC236}">
                <a16:creationId xmlns:a16="http://schemas.microsoft.com/office/drawing/2014/main" id="{55D0C779-F23A-40CE-B4C7-842A10085F59}"/>
              </a:ext>
            </a:extLst>
          </p:cNvPr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026FC5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11" name="Rectangle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algn="ctr" defTabSz="2438338">
              <a:lnSpc>
                <a:spcPct val="100000"/>
              </a:lnSpc>
              <a:spcBef>
                <a:spcPts val="0"/>
              </a:spcBef>
            </a:pPr>
            <a:fld id="{4F6B73DA-0149-4325-A7B8-AE29BD4BC701}" type="slidenum">
              <a:rPr lang="en-US" sz="800" smtClean="0">
                <a:solidFill>
                  <a:srgbClr val="004A86"/>
                </a:solidFill>
              </a:rPr>
              <a:pPr algn="ctr" defTabSz="2438338">
                <a:lnSpc>
                  <a:spcPct val="100000"/>
                </a:lnSpc>
                <a:spcBef>
                  <a:spcPts val="0"/>
                </a:spcBef>
              </a:pPr>
              <a:t>‹#›</a:t>
            </a:fld>
            <a:endParaRPr lang="en-US" sz="800" err="1">
              <a:solidFill>
                <a:srgbClr val="004A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026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, Content Gra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quare">
            <a:extLst>
              <a:ext uri="{FF2B5EF4-FFF2-40B4-BE49-F238E27FC236}">
                <a16:creationId xmlns:a16="http://schemas.microsoft.com/office/drawing/2014/main" id="{55D0C779-F23A-40CE-B4C7-842A10085F59}"/>
              </a:ext>
            </a:extLst>
          </p:cNvPr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026FC5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11" name="Rectangle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algn="ctr" defTabSz="2438338">
              <a:lnSpc>
                <a:spcPct val="100000"/>
              </a:lnSpc>
              <a:spcBef>
                <a:spcPts val="0"/>
              </a:spcBef>
            </a:pPr>
            <a:fld id="{4F6B73DA-0149-4325-A7B8-AE29BD4BC701}" type="slidenum">
              <a:rPr lang="en-US" sz="800" smtClean="0">
                <a:solidFill>
                  <a:srgbClr val="004A86"/>
                </a:solidFill>
              </a:rPr>
              <a:pPr algn="ctr" defTabSz="2438338">
                <a:lnSpc>
                  <a:spcPct val="100000"/>
                </a:lnSpc>
                <a:spcBef>
                  <a:spcPts val="0"/>
                </a:spcBef>
              </a:pPr>
              <a:t>‹#›</a:t>
            </a:fld>
            <a:endParaRPr lang="en-US" sz="800" err="1">
              <a:solidFill>
                <a:srgbClr val="004A86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51FA49-81AC-4E62-8FAE-47724E7C64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40" b="8972"/>
          <a:stretch/>
        </p:blipFill>
        <p:spPr>
          <a:xfrm rot="5400000">
            <a:off x="8764564" y="2979517"/>
            <a:ext cx="6415300" cy="45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843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Sub &amp; Content Blu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BB7D2E8-F029-4083-A6CA-F96FCEEFEB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1737583" cy="6411279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CC3F4-FFF1-4AD9-8605-41A61B8926CF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3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Square">
            <a:extLst>
              <a:ext uri="{FF2B5EF4-FFF2-40B4-BE49-F238E27FC236}">
                <a16:creationId xmlns:a16="http://schemas.microsoft.com/office/drawing/2014/main" id="{C4A06178-9ACC-4082-8329-4A9A59924508}"/>
              </a:ext>
            </a:extLst>
          </p:cNvPr>
          <p:cNvSpPr/>
          <p:nvPr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026FC5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fld id="{302FE90D-A879-0D42-B0CA-7E5C0D197FB5}" type="slidenum">
              <a:rPr lang="en-US" sz="850" smtClean="0">
                <a:solidFill>
                  <a:srgbClr val="FFFFFF"/>
                </a:solidFill>
                <a:ea typeface="Intel Clear" panose="020B0604020203020204" pitchFamily="34" charset="0"/>
                <a:cs typeface="Intel Clear" panose="020B0604020203020204" pitchFamily="34" charset="0"/>
              </a:rPr>
              <a:pPr/>
              <a:t>‹#›</a:t>
            </a:fld>
            <a:endParaRPr lang="en-US" sz="850">
              <a:solidFill>
                <a:srgbClr val="FFFFFF"/>
              </a:solidFill>
              <a:ea typeface="Intel Clear" panose="020B0604020203020204" pitchFamily="34" charset="0"/>
              <a:cs typeface="Intel Clear" panose="020B0604020203020204" pitchFamily="34" charset="0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C3544D4-6B59-4B11-BC0E-2FD48F693641}"/>
              </a:ext>
            </a:extLst>
          </p:cNvPr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rgbClr val="FFFFFF"/>
                </a:solidFill>
              </a:rPr>
              <a:t>Intel Confidential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3D4EB9-5CAF-4B81-91EA-AD490D0B13E4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3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4A2440-CE3B-4E09-A8D0-EED7E845A61E}"/>
              </a:ext>
            </a:extLst>
          </p:cNvPr>
          <p:cNvSpPr/>
          <p:nvPr userDrawn="1"/>
        </p:nvSpPr>
        <p:spPr>
          <a:xfrm>
            <a:off x="483010" y="6562504"/>
            <a:ext cx="183896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>
                <a:solidFill>
                  <a:srgbClr val="FFFFFF"/>
                </a:solidFill>
              </a:rPr>
              <a:t>Intel | </a:t>
            </a:r>
            <a:r>
              <a:rPr lang="en-US" sz="1000">
                <a:solidFill>
                  <a:schemeClr val="bg1"/>
                </a:solidFill>
              </a:rPr>
              <a:t>Disciplined Execution</a:t>
            </a:r>
          </a:p>
        </p:txBody>
      </p:sp>
    </p:spTree>
    <p:extLst>
      <p:ext uri="{BB962C8B-B14F-4D97-AF65-F5344CB8AC3E}">
        <p14:creationId xmlns:p14="http://schemas.microsoft.com/office/powerpoint/2010/main" val="807537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, Sub &amp; Content Blu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160702E-AC3A-4B41-A226-BAB644E974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491" y="0"/>
            <a:ext cx="11737583" cy="6411279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CC3F4-FFF1-4AD9-8605-41A61B8926CF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3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Square">
            <a:extLst>
              <a:ext uri="{FF2B5EF4-FFF2-40B4-BE49-F238E27FC236}">
                <a16:creationId xmlns:a16="http://schemas.microsoft.com/office/drawing/2014/main" id="{C4A06178-9ACC-4082-8329-4A9A59924508}"/>
              </a:ext>
            </a:extLst>
          </p:cNvPr>
          <p:cNvSpPr/>
          <p:nvPr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026FC5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fld id="{302FE90D-A879-0D42-B0CA-7E5C0D197FB5}" type="slidenum">
              <a:rPr lang="en-US" sz="850" smtClean="0">
                <a:solidFill>
                  <a:srgbClr val="FFFFFF"/>
                </a:solidFill>
                <a:ea typeface="Intel Clear" panose="020B0604020203020204" pitchFamily="34" charset="0"/>
                <a:cs typeface="Intel Clear" panose="020B0604020203020204" pitchFamily="34" charset="0"/>
              </a:rPr>
              <a:pPr/>
              <a:t>‹#›</a:t>
            </a:fld>
            <a:endParaRPr lang="en-US" sz="850">
              <a:solidFill>
                <a:srgbClr val="FFFFFF"/>
              </a:solidFill>
              <a:ea typeface="Intel Clear" panose="020B0604020203020204" pitchFamily="34" charset="0"/>
              <a:cs typeface="Intel Clear" panose="020B0604020203020204" pitchFamily="34" charset="0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C3544D4-6B59-4B11-BC0E-2FD48F693641}"/>
              </a:ext>
            </a:extLst>
          </p:cNvPr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rgbClr val="FFFFFF"/>
                </a:solidFill>
              </a:rPr>
              <a:t>Intel Confidential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3D4EB9-5CAF-4B81-91EA-AD490D0B13E4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3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4A2440-CE3B-4E09-A8D0-EED7E845A61E}"/>
              </a:ext>
            </a:extLst>
          </p:cNvPr>
          <p:cNvSpPr/>
          <p:nvPr userDrawn="1"/>
        </p:nvSpPr>
        <p:spPr>
          <a:xfrm>
            <a:off x="483010" y="6562504"/>
            <a:ext cx="183896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>
                <a:solidFill>
                  <a:srgbClr val="FFFFFF"/>
                </a:solidFill>
              </a:rPr>
              <a:t>Intel | </a:t>
            </a:r>
            <a:r>
              <a:rPr lang="en-US" sz="1000">
                <a:solidFill>
                  <a:schemeClr val="bg1"/>
                </a:solidFill>
              </a:rPr>
              <a:t>Disciplined Execution</a:t>
            </a:r>
          </a:p>
        </p:txBody>
      </p:sp>
    </p:spTree>
    <p:extLst>
      <p:ext uri="{BB962C8B-B14F-4D97-AF65-F5344CB8AC3E}">
        <p14:creationId xmlns:p14="http://schemas.microsoft.com/office/powerpoint/2010/main" val="431462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/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52EB-8B2D-46CC-B147-89A4C26A2D8F}"/>
              </a:ext>
            </a:extLst>
          </p:cNvPr>
          <p:cNvSpPr/>
          <p:nvPr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3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480A-B7B4-498C-9868-A91E2651D429}"/>
              </a:ext>
            </a:extLst>
          </p:cNvPr>
          <p:cNvSpPr/>
          <p:nvPr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3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890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Sub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0" b="3130"/>
          <a:stretch/>
        </p:blipFill>
        <p:spPr>
          <a:xfrm>
            <a:off x="464411" y="461213"/>
            <a:ext cx="11279731" cy="5947685"/>
          </a:xfrm>
          <a:prstGeom prst="rect">
            <a:avLst/>
          </a:prstGeom>
        </p:spPr>
      </p:pic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026FC5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>
              <a:solidFill>
                <a:srgbClr val="FFFFFF"/>
              </a:solidFill>
              <a:ea typeface="Intel Clear"/>
              <a:cs typeface="Intel Clear"/>
              <a:sym typeface="Intel Clea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fld id="{302FE90D-A879-0D42-B0CA-7E5C0D197FB5}" type="slidenum">
              <a:rPr lang="en-US" sz="850" smtClean="0">
                <a:solidFill>
                  <a:srgbClr val="FFFFFF"/>
                </a:solidFill>
                <a:ea typeface="Intel Clear" panose="020B0604020203020204" pitchFamily="34" charset="0"/>
                <a:cs typeface="Intel Clear" panose="020B0604020203020204" pitchFamily="34" charset="0"/>
              </a:rPr>
              <a:pPr/>
              <a:t>‹#›</a:t>
            </a:fld>
            <a:endParaRPr lang="en-US" sz="850">
              <a:solidFill>
                <a:srgbClr val="FFFFFF"/>
              </a:solidFill>
              <a:ea typeface="Intel Clear" panose="020B0604020203020204" pitchFamily="34" charset="0"/>
              <a:cs typeface="Intel Clear" panose="020B06040202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778AB-F6EC-4101-87E6-DECF7944E661}"/>
              </a:ext>
            </a:extLst>
          </p:cNvPr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rgbClr val="FFFFFF"/>
                </a:solidFill>
              </a:rPr>
              <a:t>Intel Confidential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E400EEBB-F912-40CA-A759-DEFE1516497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D82410-8D2F-4FC9-AE84-7A607867C2B8}"/>
              </a:ext>
            </a:extLst>
          </p:cNvPr>
          <p:cNvSpPr/>
          <p:nvPr userDrawn="1"/>
        </p:nvSpPr>
        <p:spPr>
          <a:xfrm>
            <a:off x="483010" y="6562504"/>
            <a:ext cx="183896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>
                <a:solidFill>
                  <a:srgbClr val="FFFFFF"/>
                </a:solidFill>
              </a:rPr>
              <a:t>Intel | </a:t>
            </a:r>
            <a:r>
              <a:rPr lang="en-US" sz="1000">
                <a:solidFill>
                  <a:schemeClr val="bg1"/>
                </a:solidFill>
              </a:rPr>
              <a:t>Disciplined Execution</a:t>
            </a:r>
          </a:p>
        </p:txBody>
      </p:sp>
    </p:spTree>
    <p:extLst>
      <p:ext uri="{BB962C8B-B14F-4D97-AF65-F5344CB8AC3E}">
        <p14:creationId xmlns:p14="http://schemas.microsoft.com/office/powerpoint/2010/main" val="117236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&amp; Sub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026FC5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>
              <a:solidFill>
                <a:srgbClr val="FFFFFF"/>
              </a:solidFill>
              <a:ea typeface="Intel Clear"/>
              <a:cs typeface="Intel Clear"/>
              <a:sym typeface="Intel Clea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fld id="{302FE90D-A879-0D42-B0CA-7E5C0D197FB5}" type="slidenum">
              <a:rPr lang="en-US" sz="850" smtClean="0">
                <a:solidFill>
                  <a:srgbClr val="FFFFFF"/>
                </a:solidFill>
                <a:ea typeface="Intel Clear" panose="020B0604020203020204" pitchFamily="34" charset="0"/>
                <a:cs typeface="Intel Clear" panose="020B0604020203020204" pitchFamily="34" charset="0"/>
              </a:rPr>
              <a:pPr/>
              <a:t>‹#›</a:t>
            </a:fld>
            <a:endParaRPr lang="en-US" sz="850">
              <a:solidFill>
                <a:srgbClr val="FFFFFF"/>
              </a:solidFill>
              <a:ea typeface="Intel Clear" panose="020B0604020203020204" pitchFamily="34" charset="0"/>
              <a:cs typeface="Intel Clear" panose="020B06040202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778AB-F6EC-4101-87E6-DECF7944E661}"/>
              </a:ext>
            </a:extLst>
          </p:cNvPr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rgbClr val="FFFFFF"/>
                </a:solidFill>
              </a:rPr>
              <a:t>Intel Confidential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E400EEBB-F912-40CA-A759-DEFE1516497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D82410-8D2F-4FC9-AE84-7A607867C2B8}"/>
              </a:ext>
            </a:extLst>
          </p:cNvPr>
          <p:cNvSpPr/>
          <p:nvPr userDrawn="1"/>
        </p:nvSpPr>
        <p:spPr>
          <a:xfrm>
            <a:off x="483010" y="6562504"/>
            <a:ext cx="183896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>
                <a:solidFill>
                  <a:srgbClr val="FFFFFF"/>
                </a:solidFill>
              </a:rPr>
              <a:t>Intel | </a:t>
            </a:r>
            <a:r>
              <a:rPr lang="en-US" sz="1000">
                <a:solidFill>
                  <a:schemeClr val="bg1"/>
                </a:solidFill>
              </a:rPr>
              <a:t>Disciplined Execution</a:t>
            </a:r>
          </a:p>
        </p:txBody>
      </p:sp>
    </p:spTree>
    <p:extLst>
      <p:ext uri="{BB962C8B-B14F-4D97-AF65-F5344CB8AC3E}">
        <p14:creationId xmlns:p14="http://schemas.microsoft.com/office/powerpoint/2010/main" val="930586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DA94F2D-B7BD-4CE9-A606-F00802F31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9949" y="2409775"/>
            <a:ext cx="4080108" cy="15213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fld id="{302FE90D-A879-0D42-B0CA-7E5C0D197FB5}" type="slidenum">
              <a:rPr lang="en-US" sz="850" smtClean="0">
                <a:solidFill>
                  <a:srgbClr val="FFFFFF"/>
                </a:solidFill>
                <a:ea typeface="Intel Clear" panose="020B0604020203020204" pitchFamily="34" charset="0"/>
                <a:cs typeface="Intel Clear" panose="020B0604020203020204" pitchFamily="34" charset="0"/>
              </a:rPr>
              <a:pPr/>
              <a:t>‹#›</a:t>
            </a:fld>
            <a:endParaRPr lang="en-US" sz="850">
              <a:solidFill>
                <a:srgbClr val="FFFFFF"/>
              </a:solidFill>
              <a:ea typeface="Intel Clear" panose="020B0604020203020204" pitchFamily="34" charset="0"/>
              <a:cs typeface="Intel Clear" panose="020B0604020203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12354-342E-49CE-8E3C-E078BBE1ADF7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3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1D8AD-9194-4DBA-8221-7F294421810B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3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85877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B4F721-FAC3-4A31-9030-7A17DD32CC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1737583" cy="641127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lang="en-US" sz="4000" b="0" i="0" u="none" strike="noStrike" cap="none" spc="0" baseline="0" dirty="0">
                <a:solidFill>
                  <a:schemeClr val="bg1"/>
                </a:solidFill>
                <a:uFillTx/>
                <a:latin typeface="IntelOne Display Light" panose="020B0403020203020204" pitchFamily="34" charset="0"/>
                <a:ea typeface="IntelOne Display Light" panose="020B0403020203020204" pitchFamily="34" charset="0"/>
                <a:cs typeface="IntelOne Display Light" panose="020B0403020203020204" pitchFamily="34" charset="0"/>
                <a:sym typeface="Helvetica"/>
              </a:defRPr>
            </a:lvl1pPr>
          </a:lstStyle>
          <a:p>
            <a:r>
              <a:rPr lang="en-US"/>
              <a:t>40pt </a:t>
            </a:r>
            <a:r>
              <a:rPr lang="en-US" err="1"/>
              <a:t>IntelOne</a:t>
            </a:r>
            <a:r>
              <a:rPr lang="en-US"/>
              <a:t> Display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992102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27CC99-B299-4567-9963-4399BB3182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491" y="0"/>
            <a:ext cx="11737583" cy="641127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31800" indent="-2032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2pPr>
            <a:lvl3pPr marL="686594" indent="-197644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 marL="9199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4pPr>
            <a:lvl5pPr marL="1148557" indent="-228600"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lang="en-US" sz="4000" b="0" i="0" u="none" strike="noStrike" cap="none" spc="0" baseline="0" dirty="0">
                <a:solidFill>
                  <a:schemeClr val="bg1"/>
                </a:solidFill>
                <a:uFillTx/>
                <a:latin typeface="IntelOne Display Light" panose="020B0403020203020204" pitchFamily="34" charset="0"/>
                <a:ea typeface="IntelOne Display Light" panose="020B0403020203020204" pitchFamily="34" charset="0"/>
                <a:cs typeface="IntelOne Display Light" panose="020B0403020203020204" pitchFamily="34" charset="0"/>
                <a:sym typeface="Helvetica"/>
              </a:defRPr>
            </a:lvl1pPr>
          </a:lstStyle>
          <a:p>
            <a:r>
              <a:rPr lang="en-US"/>
              <a:t>40pt </a:t>
            </a:r>
            <a:r>
              <a:rPr lang="en-US" err="1"/>
              <a:t>IntelOne</a:t>
            </a:r>
            <a:r>
              <a:rPr lang="en-US"/>
              <a:t> Display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9698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6E4A77F-3921-494A-A1C7-9B634810D6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406409"/>
            <a:ext cx="10972800" cy="4782727"/>
          </a:xfrm>
        </p:spPr>
        <p:txBody>
          <a:bodyPr/>
          <a:lstStyle>
            <a:lvl4pPr marL="919957" indent="-228600">
              <a:buFont typeface="Wingdings" panose="05000000000000000000" pitchFamily="2" charset="2"/>
              <a:buChar char="§"/>
              <a:defRPr/>
            </a:lvl4pPr>
            <a:lvl5pPr marL="1148557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Second level</a:t>
            </a:r>
          </a:p>
          <a:p>
            <a:pPr lvl="4"/>
            <a:r>
              <a:rPr lang="en-US"/>
              <a:t>Third level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3AC8934E-2662-49DB-A1F6-9FFCAB0E0B8D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609600" y="263409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0185" tIns="40092" rIns="80185" bIns="40092" numCol="1" anchor="ctr" anchorCtr="0" compatLnSpc="1">
            <a:prstTxWarp prst="textNoShape">
              <a:avLst/>
            </a:prstTxWarp>
          </a:bodyPr>
          <a:lstStyle>
            <a:lvl1pPr>
              <a:defRPr lang="en-US" sz="40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27DBF9-7EC9-4539-8706-8FA6309CF5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40" b="8972"/>
          <a:stretch/>
        </p:blipFill>
        <p:spPr>
          <a:xfrm rot="5400000">
            <a:off x="8764564" y="2979517"/>
            <a:ext cx="6415300" cy="45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89793"/>
      </p:ext>
    </p:extLst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3661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FFB96-E374-4D3F-B66E-DD5FD12012AE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37AFDC11-A814-458C-8E6A-FD64D4C82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484" y="413507"/>
            <a:ext cx="10972800" cy="11582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103665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 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E35751-F391-41AA-9B05-1647E37D235B}"/>
              </a:ext>
            </a:extLst>
          </p:cNvPr>
          <p:cNvSpPr/>
          <p:nvPr userDrawn="1"/>
        </p:nvSpPr>
        <p:spPr>
          <a:xfrm>
            <a:off x="860457" y="4951823"/>
            <a:ext cx="158111" cy="15811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F1866E-6300-47C1-B36B-E4F93E357EE1}"/>
              </a:ext>
            </a:extLst>
          </p:cNvPr>
          <p:cNvSpPr/>
          <p:nvPr userDrawn="1"/>
        </p:nvSpPr>
        <p:spPr>
          <a:xfrm>
            <a:off x="573803" y="5104242"/>
            <a:ext cx="286654" cy="286654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266AC4-1BB0-4DCC-B988-F338CCC87BB0}"/>
              </a:ext>
            </a:extLst>
          </p:cNvPr>
          <p:cNvSpPr/>
          <p:nvPr userDrawn="1"/>
        </p:nvSpPr>
        <p:spPr>
          <a:xfrm>
            <a:off x="861107" y="5390896"/>
            <a:ext cx="610214" cy="610214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200040-B841-47B7-8555-E0299CDC24FA}"/>
              </a:ext>
            </a:extLst>
          </p:cNvPr>
          <p:cNvSpPr/>
          <p:nvPr userDrawn="1"/>
        </p:nvSpPr>
        <p:spPr>
          <a:xfrm>
            <a:off x="1468406" y="0"/>
            <a:ext cx="3430768" cy="539087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AD8DF60-7E0A-43C5-81B6-9B3522A7A826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AC5EDAF-1FA5-4CEA-99CA-7D0E1F5DDF81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731A324-874D-4D3D-95F1-8AE3303E2272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34E3A93-BFC9-49AD-8CF7-7EDF2A13157E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39DD8F2-C56B-454C-9A84-A663F83DB6CE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 b="0" i="0">
                <a:solidFill>
                  <a:schemeClr val="accent2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061568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 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F200040-B841-47B7-8555-E0299CDC24FA}"/>
              </a:ext>
            </a:extLst>
          </p:cNvPr>
          <p:cNvSpPr/>
          <p:nvPr userDrawn="1"/>
        </p:nvSpPr>
        <p:spPr>
          <a:xfrm>
            <a:off x="1468406" y="0"/>
            <a:ext cx="3430768" cy="539087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AD8DF60-7E0A-43C5-81B6-9B3522A7A826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AC5EDAF-1FA5-4CEA-99CA-7D0E1F5DDF81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731A324-874D-4D3D-95F1-8AE3303E2272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34E3A93-BFC9-49AD-8CF7-7EDF2A13157E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39DD8F2-C56B-454C-9A84-A663F83DB6CE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 b="0" i="0">
                <a:solidFill>
                  <a:schemeClr val="accent2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1BCBB2-B699-44A9-B291-3CCD0D0E00F2}"/>
              </a:ext>
            </a:extLst>
          </p:cNvPr>
          <p:cNvSpPr/>
          <p:nvPr userDrawn="1"/>
        </p:nvSpPr>
        <p:spPr>
          <a:xfrm>
            <a:off x="860457" y="4951823"/>
            <a:ext cx="158111" cy="158111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D17A91-F49E-45DE-835E-543E5DCD8458}"/>
              </a:ext>
            </a:extLst>
          </p:cNvPr>
          <p:cNvSpPr/>
          <p:nvPr userDrawn="1"/>
        </p:nvSpPr>
        <p:spPr>
          <a:xfrm>
            <a:off x="573803" y="5104242"/>
            <a:ext cx="286654" cy="286654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E01F40-8D2A-43E6-B578-00B92049883B}"/>
              </a:ext>
            </a:extLst>
          </p:cNvPr>
          <p:cNvSpPr/>
          <p:nvPr userDrawn="1"/>
        </p:nvSpPr>
        <p:spPr>
          <a:xfrm>
            <a:off x="861107" y="5390896"/>
            <a:ext cx="610214" cy="610214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9628703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7261E0-F4DA-EA47-8A36-47CA5E62FF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SBFT - MPE</a:t>
            </a:r>
            <a:endParaRPr lang="en-US" dirty="0">
              <a:solidFill>
                <a:schemeClr val="tx1"/>
              </a:solidFill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72895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115AA-229D-4A6C-90C6-57CFD374E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D60E7-EA8E-DD4F-902F-801A7B5B4F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SBFT - MPE</a:t>
            </a:r>
            <a:endParaRPr lang="en-US" dirty="0">
              <a:solidFill>
                <a:schemeClr val="tx1"/>
              </a:solidFill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09714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87056"/>
            <a:ext cx="10972800" cy="46899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B17F69-0015-864A-844E-E85616C870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SBFT - MPE</a:t>
            </a:r>
            <a:endParaRPr lang="en-US" dirty="0">
              <a:solidFill>
                <a:schemeClr val="tx1"/>
              </a:solidFill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970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">
          <p15:clr>
            <a:srgbClr val="FBAE40"/>
          </p15:clr>
        </p15:guide>
        <p15:guide id="3" pos="7152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110067"/>
            <a:ext cx="10972800" cy="4084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827E3-834F-40BA-9518-B0648BD536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494289"/>
            <a:ext cx="10972800" cy="52546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0" i="0">
                <a:solidFill>
                  <a:schemeClr val="accent2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90119D-3FB9-4A4D-AA79-41225B914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SBFT - MPE</a:t>
            </a:r>
            <a:endParaRPr lang="en-US" dirty="0">
              <a:solidFill>
                <a:schemeClr val="tx1"/>
              </a:solidFill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875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">
          <p15:clr>
            <a:srgbClr val="FBAE40"/>
          </p15:clr>
        </p15:guide>
        <p15:guide id="3" pos="7152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23935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495361"/>
            <a:ext cx="10972800" cy="530454"/>
          </a:xfrm>
        </p:spPr>
        <p:txBody>
          <a:bodyPr>
            <a:noAutofit/>
          </a:bodyPr>
          <a:lstStyle>
            <a:lvl1pPr marL="0" indent="0">
              <a:buNone/>
              <a:defRPr sz="3200" b="0" i="0">
                <a:solidFill>
                  <a:schemeClr val="accent2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AC1BD-6241-C44B-8821-CBA6C2E4F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SBFT - MPE</a:t>
            </a:r>
            <a:endParaRPr lang="en-US" dirty="0">
              <a:solidFill>
                <a:schemeClr val="tx1"/>
              </a:solidFill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22239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1496292"/>
            <a:ext cx="5429865" cy="46866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23935" y="1496292"/>
            <a:ext cx="5429865" cy="46866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A2CF5-CE57-9448-B340-2DD8701681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SBFT - MPE</a:t>
            </a:r>
            <a:endParaRPr lang="en-US" dirty="0">
              <a:solidFill>
                <a:schemeClr val="tx1"/>
              </a:solidFill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84693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5429864" cy="11998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495361"/>
            <a:ext cx="5429864" cy="530454"/>
          </a:xfr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2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26394" y="230287"/>
            <a:ext cx="5429250" cy="24106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775C37-EE38-450C-8269-79E50F8E88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26138" y="2655075"/>
            <a:ext cx="5429250" cy="4700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DC24117-8044-4F60-A59D-9F61002D6C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4550" y="3331781"/>
            <a:ext cx="5429250" cy="24106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05F9606-8CF6-4C56-B2B6-E8A04B25F1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4294" y="5767077"/>
            <a:ext cx="5429250" cy="4700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0CDB9E-3334-5342-AB18-B55D9893A2C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SBFT - MPE</a:t>
            </a:r>
            <a:endParaRPr lang="en-US" dirty="0">
              <a:solidFill>
                <a:schemeClr val="tx1"/>
              </a:solidFill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12576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5429864" cy="11998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495361"/>
            <a:ext cx="5429864" cy="530454"/>
          </a:xfr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2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26394" y="0"/>
            <a:ext cx="5808406" cy="64007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5FA2CE-67B2-E84C-BDE0-EB1D9F46C86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SBFT - MPE</a:t>
            </a:r>
            <a:endParaRPr lang="en-US" dirty="0">
              <a:solidFill>
                <a:schemeClr val="tx1"/>
              </a:solidFill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43238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1734800" cy="64007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781BDA3-69A3-C84A-88B9-0704E76202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SBFT - MPE</a:t>
            </a:r>
            <a:endParaRPr lang="en-US" dirty="0">
              <a:solidFill>
                <a:schemeClr val="tx1"/>
              </a:solidFill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96526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441833"/>
            <a:ext cx="10972800" cy="4241800"/>
          </a:xfrm>
        </p:spPr>
        <p:txBody>
          <a:bodyPr>
            <a:normAutofit/>
          </a:bodyPr>
          <a:lstStyle>
            <a:lvl1pPr marL="0" indent="0">
              <a:buNone/>
              <a:defRPr sz="6000" b="0" i="0">
                <a:solidFill>
                  <a:schemeClr val="tx1"/>
                </a:solidFill>
                <a:latin typeface="IntelOne Display Regular" panose="020B0503020203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4C57F0-3964-4184-8486-C7C3D87AEA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5757203"/>
            <a:ext cx="10972800" cy="501650"/>
          </a:xfrm>
        </p:spPr>
        <p:txBody>
          <a:bodyPr/>
          <a:lstStyle>
            <a:lvl1pPr marL="0" indent="0">
              <a:buNone/>
              <a:defRPr b="0" i="0">
                <a:solidFill>
                  <a:schemeClr val="accent2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8C782C-9A65-C440-A440-B5409DCED2C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SBFT - MPE</a:t>
            </a:r>
            <a:endParaRPr lang="en-US" dirty="0">
              <a:solidFill>
                <a:schemeClr val="tx1"/>
              </a:solidFill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62224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29178"/>
            <a:ext cx="10972800" cy="1199822"/>
          </a:xfrm>
        </p:spPr>
        <p:txBody>
          <a:bodyPr anchor="b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449317"/>
            <a:ext cx="10972800" cy="681935"/>
          </a:xfrm>
        </p:spPr>
        <p:txBody>
          <a:bodyPr>
            <a:normAutofit/>
          </a:bodyPr>
          <a:lstStyle>
            <a:lvl1pPr marL="0" indent="0">
              <a:buNone/>
              <a:defRPr sz="2800" b="0" i="0">
                <a:solidFill>
                  <a:schemeClr val="accent2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A9246E-553D-544B-8926-0E892952C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SBFT - MPE</a:t>
            </a:r>
            <a:endParaRPr lang="en-US" dirty="0">
              <a:solidFill>
                <a:schemeClr val="tx1"/>
              </a:solidFill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95538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Blue 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C841197-2CF0-45F0-8F2A-7933BBBCA6C7}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</a:extLst>
          </p:cNvPr>
          <p:cNvSpPr/>
          <p:nvPr userDrawn="1"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FD4934B-0E18-43C3-ABD3-375F5EB746E2}"/>
              </a:ext>
            </a:extLst>
          </p:cNvPr>
          <p:cNvSpPr/>
          <p:nvPr userDrawn="1"/>
        </p:nvSpPr>
        <p:spPr>
          <a:xfrm>
            <a:off x="286365" y="6510549"/>
            <a:ext cx="170110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</a:extLst>
          </p:cNvPr>
          <p:cNvSpPr txBox="1"/>
          <p:nvPr userDrawn="1"/>
        </p:nvSpPr>
        <p:spPr>
          <a:xfrm>
            <a:off x="11887584" y="6553045"/>
            <a:ext cx="16511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dirty="0" err="1">
              <a:ln>
                <a:noFill/>
              </a:ln>
              <a:solidFill>
                <a:schemeClr val="tx1"/>
              </a:solidFill>
              <a:effectLst/>
              <a:uFillTx/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EB94AE-1165-4C66-B976-C2E168859D49}"/>
              </a:ext>
            </a:extLst>
          </p:cNvPr>
          <p:cNvSpPr/>
          <p:nvPr userDrawn="1"/>
        </p:nvSpPr>
        <p:spPr>
          <a:xfrm>
            <a:off x="709974" y="2295340"/>
            <a:ext cx="319157" cy="319157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F8E51D-DCA9-46A9-A882-29E595D6A99F}"/>
              </a:ext>
            </a:extLst>
          </p:cNvPr>
          <p:cNvSpPr/>
          <p:nvPr userDrawn="1"/>
        </p:nvSpPr>
        <p:spPr>
          <a:xfrm>
            <a:off x="536812" y="2123120"/>
            <a:ext cx="174318" cy="174318"/>
          </a:xfrm>
          <a:prstGeom prst="rect">
            <a:avLst/>
          </a:prstGeom>
          <a:solidFill>
            <a:srgbClr val="7BD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74772E-29C4-4337-A397-0F1232F1F1FE}"/>
              </a:ext>
            </a:extLst>
          </p:cNvPr>
          <p:cNvSpPr/>
          <p:nvPr userDrawn="1"/>
        </p:nvSpPr>
        <p:spPr>
          <a:xfrm>
            <a:off x="711130" y="2023074"/>
            <a:ext cx="100045" cy="100045"/>
          </a:xfrm>
          <a:prstGeom prst="rect">
            <a:avLst/>
          </a:prstGeom>
          <a:solidFill>
            <a:srgbClr val="B4F0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639ED2-F65E-454C-85F9-BFF8BBC586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SBFT - MPE</a:t>
            </a:r>
            <a:endParaRPr lang="en-US" dirty="0">
              <a:solidFill>
                <a:schemeClr val="tx1"/>
              </a:solidFill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2BD94E-4B9E-444E-BCE9-35B1E9AB866B}"/>
              </a:ext>
            </a:extLst>
          </p:cNvPr>
          <p:cNvSpPr/>
          <p:nvPr userDrawn="1"/>
        </p:nvSpPr>
        <p:spPr>
          <a:xfrm>
            <a:off x="5501126" y="6510549"/>
            <a:ext cx="11897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b="0" i="0" kern="1200" dirty="0">
                <a:solidFill>
                  <a:schemeClr val="tx1"/>
                </a:solidFill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Intel</a:t>
            </a:r>
            <a:r>
              <a:rPr lang="en-US" sz="1000" dirty="0">
                <a:solidFill>
                  <a:schemeClr val="tx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 </a:t>
            </a:r>
            <a:r>
              <a:rPr lang="en-US" sz="1000" b="0" i="0" kern="1200" dirty="0">
                <a:solidFill>
                  <a:schemeClr val="tx1"/>
                </a:solidFill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74082296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Blue 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C841197-2CF0-45F0-8F2A-7933BBBCA6C7}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</a:extLst>
          </p:cNvPr>
          <p:cNvSpPr/>
          <p:nvPr userDrawn="1"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</a:extLst>
          </p:cNvPr>
          <p:cNvSpPr txBox="1"/>
          <p:nvPr userDrawn="1"/>
        </p:nvSpPr>
        <p:spPr>
          <a:xfrm>
            <a:off x="11886783" y="6553045"/>
            <a:ext cx="166713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dirty="0" err="1">
              <a:ln>
                <a:noFill/>
              </a:ln>
              <a:solidFill>
                <a:schemeClr val="tx1"/>
              </a:solidFill>
              <a:effectLst/>
              <a:uFillTx/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EB94AE-1165-4C66-B976-C2E168859D49}"/>
              </a:ext>
            </a:extLst>
          </p:cNvPr>
          <p:cNvSpPr/>
          <p:nvPr userDrawn="1"/>
        </p:nvSpPr>
        <p:spPr>
          <a:xfrm>
            <a:off x="709974" y="2295340"/>
            <a:ext cx="319157" cy="319157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F8E51D-DCA9-46A9-A882-29E595D6A99F}"/>
              </a:ext>
            </a:extLst>
          </p:cNvPr>
          <p:cNvSpPr/>
          <p:nvPr userDrawn="1"/>
        </p:nvSpPr>
        <p:spPr>
          <a:xfrm>
            <a:off x="536812" y="2123120"/>
            <a:ext cx="174318" cy="17431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74772E-29C4-4337-A397-0F1232F1F1FE}"/>
              </a:ext>
            </a:extLst>
          </p:cNvPr>
          <p:cNvSpPr/>
          <p:nvPr userDrawn="1"/>
        </p:nvSpPr>
        <p:spPr>
          <a:xfrm>
            <a:off x="711130" y="2023074"/>
            <a:ext cx="100045" cy="100045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227BB7-39E7-8B49-AD76-892660C7FB96}"/>
              </a:ext>
            </a:extLst>
          </p:cNvPr>
          <p:cNvSpPr/>
          <p:nvPr userDrawn="1"/>
        </p:nvSpPr>
        <p:spPr>
          <a:xfrm>
            <a:off x="5501126" y="6510549"/>
            <a:ext cx="11897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b="0" i="0" kern="1200" dirty="0">
                <a:solidFill>
                  <a:schemeClr val="tx1"/>
                </a:solidFill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Intel</a:t>
            </a:r>
            <a:r>
              <a:rPr lang="en-US" sz="1000" dirty="0">
                <a:solidFill>
                  <a:schemeClr val="tx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 </a:t>
            </a:r>
            <a:r>
              <a:rPr lang="en-US" sz="1000" b="0" i="0" kern="1200" dirty="0">
                <a:solidFill>
                  <a:schemeClr val="tx1"/>
                </a:solidFill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Confidential</a:t>
            </a: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1E74E44B-0483-0A44-ACE5-8808DFC168C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0520" y="6452235"/>
            <a:ext cx="4114800" cy="365125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SBFT - MPE</a:t>
            </a:r>
            <a:endParaRPr lang="en-US" dirty="0">
              <a:solidFill>
                <a:schemeClr val="tx1"/>
              </a:solidFill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23243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Fram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75A302-45A3-481F-BFAB-9A074C3F7794}"/>
              </a:ext>
            </a:extLst>
          </p:cNvPr>
          <p:cNvSpPr/>
          <p:nvPr userDrawn="1"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A79AD-8981-4F51-8CC1-43C885681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922" y="1776845"/>
            <a:ext cx="10557387" cy="3304310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63F4A25-6563-414F-9A3E-75FAA4F9D57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0520" y="6452235"/>
            <a:ext cx="4114800" cy="365125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SBFT - MPE</a:t>
            </a:r>
            <a:endParaRPr lang="en-US" dirty="0">
              <a:solidFill>
                <a:schemeClr val="tx1"/>
              </a:solidFill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97949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l 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81D5E138-8800-4F6C-BD71-5E098EFFE2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81" y="2626737"/>
            <a:ext cx="4052408" cy="164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51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8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59" Type="http://schemas.openxmlformats.org/officeDocument/2006/relationships/image" Target="../media/image1.png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60" Type="http://schemas.openxmlformats.org/officeDocument/2006/relationships/image" Target="../media/image2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81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5.xml"/><Relationship Id="rId2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84.xml"/><Relationship Id="rId20" Type="http://schemas.openxmlformats.org/officeDocument/2006/relationships/image" Target="../media/image9.svg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78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D0CFF9-60E9-D07A-CEC9-FCCD98B8C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CE293-8753-120C-9A87-A5D1789C4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AA8C4-B756-277F-41FE-4EE8089BF9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7C8786-E031-4FE3-BB48-CBF4A5BDE22C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76688-D72C-3E82-2F35-AF7E3BB859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95F96-2BCB-9911-2FFA-F7CC38C6F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92A652-9C88-439A-BB7C-BF49AD205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854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80E488-8534-4743-924A-62CA17A7A192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3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27ABEE-91E1-420E-AD52-066ECB7CBDFC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320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/>
              <a:t>Body copy Intel clear light 28 point</a:t>
            </a:r>
          </a:p>
          <a:p>
            <a:pPr lvl="1"/>
            <a:r>
              <a:rPr lang="en-US"/>
              <a:t>Sub Bullet one 24 point</a:t>
            </a:r>
          </a:p>
          <a:p>
            <a:pPr lvl="2"/>
            <a:r>
              <a:rPr lang="en-US"/>
              <a:t>Sub Bullet two 20 point</a:t>
            </a:r>
          </a:p>
          <a:p>
            <a:pPr lvl="3"/>
            <a:r>
              <a:rPr lang="en-US"/>
              <a:t>Sub Bullet three 18 point</a:t>
            </a:r>
          </a:p>
          <a:p>
            <a:pPr lvl="4"/>
            <a:r>
              <a:rPr lang="en-US"/>
              <a:t>Sub Bullet four 16 point</a:t>
            </a:r>
            <a:br>
              <a:rPr lang="en-US"/>
            </a:br>
            <a:endParaRPr lang="en-US"/>
          </a:p>
          <a:p>
            <a:pPr lvl="2"/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/>
          <a:p>
            <a:r>
              <a:rPr lang="en-US"/>
              <a:t>40pt Intel Clear Light Text Goes Here</a:t>
            </a: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E2005A-EE28-4562-A018-55A90BB1BA11}"/>
              </a:ext>
            </a:extLst>
          </p:cNvPr>
          <p:cNvSpPr/>
          <p:nvPr/>
        </p:nvSpPr>
        <p:spPr>
          <a:xfrm>
            <a:off x="483010" y="6562504"/>
            <a:ext cx="281198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>
                <a:solidFill>
                  <a:schemeClr val="tx2"/>
                </a:solidFill>
              </a:rPr>
              <a:t>Intel</a:t>
            </a:r>
            <a:r>
              <a:rPr lang="en-US" sz="1000">
                <a:solidFill>
                  <a:srgbClr val="525252"/>
                </a:solidFill>
              </a:rPr>
              <a:t> | </a:t>
            </a:r>
            <a:r>
              <a:rPr lang="en-US" sz="1000">
                <a:solidFill>
                  <a:schemeClr val="accent1"/>
                </a:solidFill>
              </a:rPr>
              <a:t>Disciplined Execution Practices | </a:t>
            </a:r>
            <a:r>
              <a:rPr lang="en-US" sz="1000">
                <a:solidFill>
                  <a:schemeClr val="tx1"/>
                </a:solidFill>
              </a:rPr>
              <a:t>OKR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CACDBB0-BD96-446C-8F63-C56E4AA10FBD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520E06-BF98-49FF-91DB-15EBE855DD9E}"/>
              </a:ext>
            </a:extLst>
          </p:cNvPr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algn="ctr" defTabSz="2438338">
              <a:lnSpc>
                <a:spcPct val="100000"/>
              </a:lnSpc>
              <a:spcBef>
                <a:spcPts val="0"/>
              </a:spcBef>
            </a:pPr>
            <a:fld id="{4F6B73DA-0149-4325-A7B8-AE29BD4BC701}" type="slidenum">
              <a:rPr lang="en-US" sz="800" smtClean="0">
                <a:solidFill>
                  <a:srgbClr val="525252"/>
                </a:solidFill>
              </a:rPr>
              <a:pPr algn="ctr" defTabSz="2438338">
                <a:lnSpc>
                  <a:spcPct val="100000"/>
                </a:lnSpc>
                <a:spcBef>
                  <a:spcPts val="0"/>
                </a:spcBef>
              </a:pPr>
              <a:t>‹#›</a:t>
            </a:fld>
            <a:endParaRPr lang="en-US" sz="800" err="1">
              <a:solidFill>
                <a:srgbClr val="5252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14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chemeClr val="tx1"/>
          </a:solidFill>
          <a:uFillTx/>
          <a:latin typeface="IntelOne Display Light" panose="020B0403020203020204" pitchFamily="34" charset="0"/>
          <a:ea typeface="IntelOne Display Light" panose="020B0403020203020204" pitchFamily="34" charset="0"/>
          <a:cs typeface="IntelOne Display Light" panose="020B0403020203020204" pitchFamily="34" charset="0"/>
          <a:sym typeface="Helvetica"/>
        </a:defRPr>
      </a:lvl1pPr>
      <a:lvl2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228600" marR="0" indent="-2286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itchFamily="2" charset="2"/>
        <a:buChar char="§"/>
        <a:tabLst/>
        <a:defRPr sz="2800" b="0" i="0" u="none" strike="noStrike" cap="none" spc="0" baseline="0">
          <a:solidFill>
            <a:schemeClr val="tx1"/>
          </a:solidFill>
          <a:uFillTx/>
          <a:latin typeface="IntelOne Text" panose="020B0503020203020204" pitchFamily="34" charset="0"/>
          <a:ea typeface="IntelOne Text" panose="020B0503020203020204" pitchFamily="34" charset="0"/>
          <a:cs typeface="IntelOne Text" panose="020B0503020203020204" pitchFamily="34" charset="0"/>
          <a:sym typeface="Helvetica"/>
        </a:defRPr>
      </a:lvl1pPr>
      <a:lvl2pPr marL="398463" marR="0" indent="-169863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anose="05000000000000000000" pitchFamily="2" charset="2"/>
        <a:buChar char="§"/>
        <a:tabLst/>
        <a:defRPr sz="2400" b="0" i="0" u="none" strike="noStrike" cap="none" spc="0" baseline="0">
          <a:solidFill>
            <a:schemeClr val="tx1"/>
          </a:solidFill>
          <a:uFillTx/>
          <a:latin typeface="IntelOne Text" panose="020B0503020203020204" pitchFamily="34" charset="0"/>
          <a:ea typeface="IntelOne Text" panose="020B0503020203020204" pitchFamily="34" charset="0"/>
          <a:cs typeface="IntelOne Text" panose="020B0503020203020204" pitchFamily="34" charset="0"/>
          <a:sym typeface="Helvetica"/>
        </a:defRPr>
      </a:lvl2pPr>
      <a:lvl3pPr marL="631825" marR="0" indent="-142875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anose="05000000000000000000" pitchFamily="2" charset="2"/>
        <a:buChar char="§"/>
        <a:tabLst/>
        <a:defRPr sz="1800" b="0" i="0" u="none" strike="noStrike" cap="none" spc="0" baseline="0">
          <a:solidFill>
            <a:schemeClr val="tx1"/>
          </a:solidFill>
          <a:uFillTx/>
          <a:latin typeface="IntelOne Text" panose="020B0503020203020204" pitchFamily="34" charset="0"/>
          <a:ea typeface="IntelOne Text" panose="020B0503020203020204" pitchFamily="34" charset="0"/>
          <a:cs typeface="IntelOne Text" panose="020B0503020203020204" pitchFamily="34" charset="0"/>
          <a:sym typeface="Helvetica"/>
        </a:defRPr>
      </a:lvl3pPr>
      <a:lvl4pPr marL="796925" marR="0" indent="-106363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anose="05000000000000000000" pitchFamily="2" charset="2"/>
        <a:buChar char="§"/>
        <a:tabLst/>
        <a:defRPr sz="1800" b="0" i="0" u="none" strike="noStrike" cap="none" spc="0" baseline="0">
          <a:solidFill>
            <a:schemeClr val="tx1"/>
          </a:solidFill>
          <a:uFillTx/>
          <a:latin typeface="IntelOne Text" panose="020B0503020203020204" pitchFamily="34" charset="0"/>
          <a:ea typeface="IntelOne Text" panose="020B0503020203020204" pitchFamily="34" charset="0"/>
          <a:cs typeface="IntelOne Text" panose="020B0503020203020204" pitchFamily="34" charset="0"/>
          <a:sym typeface="Helvetica"/>
        </a:defRPr>
      </a:lvl4pPr>
      <a:lvl5pPr marL="1031875" marR="0" indent="-112713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anose="05000000000000000000" pitchFamily="2" charset="2"/>
        <a:buChar char="§"/>
        <a:tabLst/>
        <a:defRPr sz="1600" b="0" i="0" u="none" strike="noStrike" cap="none" spc="0" baseline="0">
          <a:solidFill>
            <a:schemeClr val="tx1"/>
          </a:solidFill>
          <a:uFillTx/>
          <a:latin typeface="IntelOne Text" panose="020B0503020203020204" pitchFamily="34" charset="0"/>
          <a:ea typeface="IntelOne Text" panose="020B0503020203020204" pitchFamily="34" charset="0"/>
          <a:cs typeface="IntelOne Text" panose="020B0503020203020204" pitchFamily="34" charset="0"/>
          <a:sym typeface="Helvetica"/>
        </a:defRPr>
      </a:lvl5pPr>
      <a:lvl6pPr marL="0" marR="0" indent="5715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1pPr>
      <a:lvl2pPr marL="0" marR="0" indent="2286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2pPr>
      <a:lvl3pPr marL="0" marR="0" indent="4572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3pPr>
      <a:lvl4pPr marL="0" marR="0" indent="6858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4pPr>
      <a:lvl5pPr marL="0" marR="0" indent="9144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5pPr>
      <a:lvl6pPr marL="0" marR="0" indent="11430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6pPr>
      <a:lvl7pPr marL="0" marR="0" indent="13716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7pPr>
      <a:lvl8pPr marL="0" marR="0" indent="16002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8pPr>
      <a:lvl9pPr marL="0" marR="0" indent="18288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A0418-D0B8-4038-AB65-D4C12FC9E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10972800" cy="1199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A8DDE-64C9-4F0E-9EE0-F0DA00677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491673"/>
            <a:ext cx="10972800" cy="4685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BF41EA-3085-473A-967C-3157944804D0}"/>
              </a:ext>
            </a:extLst>
          </p:cNvPr>
          <p:cNvSpPr/>
          <p:nvPr userDrawn="1"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72B893-3411-4154-A13D-8DB1F4E167A4}"/>
              </a:ext>
            </a:extLst>
          </p:cNvPr>
          <p:cNvSpPr/>
          <p:nvPr userDrawn="1"/>
        </p:nvSpPr>
        <p:spPr>
          <a:xfrm>
            <a:off x="5501126" y="6510549"/>
            <a:ext cx="11897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b="0" i="0" kern="1200" dirty="0">
                <a:solidFill>
                  <a:schemeClr val="tx1"/>
                </a:solidFill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Intel</a:t>
            </a:r>
            <a:r>
              <a:rPr lang="en-US" sz="1000" dirty="0">
                <a:solidFill>
                  <a:schemeClr val="tx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 </a:t>
            </a:r>
            <a:r>
              <a:rPr lang="en-US" sz="1000" b="0" i="0" kern="1200" dirty="0">
                <a:solidFill>
                  <a:schemeClr val="tx1"/>
                </a:solidFill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Confidential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FB4E28-8FF4-469D-9172-AA2B2441695C}"/>
              </a:ext>
            </a:extLst>
          </p:cNvPr>
          <p:cNvSpPr txBox="1"/>
          <p:nvPr userDrawn="1"/>
        </p:nvSpPr>
        <p:spPr>
          <a:xfrm>
            <a:off x="11886783" y="6553045"/>
            <a:ext cx="166713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dirty="0" err="1">
              <a:ln>
                <a:noFill/>
              </a:ln>
              <a:solidFill>
                <a:schemeClr val="tx1"/>
              </a:solidFill>
              <a:effectLst/>
              <a:uFillTx/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2C4174-C58D-4EF7-A490-8F73147A264E}"/>
              </a:ext>
            </a:extLst>
          </p:cNvPr>
          <p:cNvSpPr/>
          <p:nvPr userDrawn="1"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A45D14E-B985-4687-A5BE-C1B01A9E394E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lum bright="100000"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F47A1B-7FFF-D54F-9ABF-3467C1CD57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0520" y="64522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schemeClr val="tx1"/>
                </a:solidFill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SBFT - MPE</a:t>
            </a:r>
            <a:endParaRPr lang="en-US" dirty="0">
              <a:solidFill>
                <a:schemeClr val="tx1"/>
              </a:solidFill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49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IntelOne Display Regular" panose="020B0503020203020204" pitchFamily="34" charset="0"/>
        <a:buChar char="•"/>
        <a:defRPr sz="28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24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20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18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16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4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4.xml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4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azure.com/mit-us/PrimeWiki/_wiki/wikis/PrimeWiki.wiki/99519/Idsk" TargetMode="External"/><Relationship Id="rId1" Type="http://schemas.openxmlformats.org/officeDocument/2006/relationships/slideLayout" Target="../slideLayouts/slideLayout8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92A1BD-54BB-4D0F-CC82-142007CED42B}"/>
              </a:ext>
            </a:extLst>
          </p:cNvPr>
          <p:cNvSpPr txBox="1">
            <a:spLocks/>
          </p:cNvSpPr>
          <p:nvPr/>
        </p:nvSpPr>
        <p:spPr>
          <a:xfrm>
            <a:off x="1524000" y="2235200"/>
            <a:ext cx="9144000" cy="2387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000" b="0" i="0" u="none" strike="noStrike" cap="none" spc="0" baseline="0" dirty="0">
                <a:solidFill>
                  <a:schemeClr val="bg1"/>
                </a:solidFill>
                <a:uFillTx/>
                <a:latin typeface="IntelOne Display Light" panose="020B0403020203020204" pitchFamily="34" charset="0"/>
                <a:ea typeface="IntelOne Display Light" panose="020B0403020203020204" pitchFamily="34" charset="0"/>
                <a:cs typeface="IntelOne Display Light" panose="020B0403020203020204" pitchFamily="34" charset="0"/>
                <a:sym typeface="Helvetica"/>
              </a:defRPr>
            </a:lvl1pPr>
            <a:lvl2pPr marL="0" marR="0" indent="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2pPr>
            <a:lvl3pPr marL="0" marR="0" indent="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3pPr>
            <a:lvl4pPr marL="0" marR="0" indent="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4pPr>
            <a:lvl5pPr marL="0" marR="0" indent="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5pPr>
            <a:lvl6pPr marL="0" marR="0" indent="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6pPr>
            <a:lvl7pPr marL="0" marR="0" indent="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7pPr>
            <a:lvl8pPr marL="0" marR="0" indent="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8pPr>
            <a:lvl9pPr marL="0" marR="0" indent="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1" i="0" u="none" strike="noStrike" cap="none" spc="0" baseline="0">
                <a:solidFill>
                  <a:srgbClr val="535353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pPr algn="ctr"/>
            <a:r>
              <a:rPr lang="en-US" sz="4800" b="1" kern="0" dirty="0"/>
              <a:t>IDSK</a:t>
            </a:r>
          </a:p>
          <a:p>
            <a:pPr algn="ctr"/>
            <a:r>
              <a:rPr lang="en-US" sz="3600" kern="0" dirty="0">
                <a:solidFill>
                  <a:schemeClr val="bg1"/>
                </a:solidFill>
                <a:latin typeface="+mj-lt"/>
              </a:rPr>
              <a:t>Intra Die Statistical Kill</a:t>
            </a:r>
          </a:p>
          <a:p>
            <a:pPr algn="ctr"/>
            <a:endParaRPr lang="en-US" sz="3600" kern="0" dirty="0">
              <a:latin typeface="+mj-lt"/>
            </a:endParaRPr>
          </a:p>
          <a:p>
            <a:pPr algn="ctr"/>
            <a:r>
              <a:rPr lang="en-US" sz="3600" kern="0" dirty="0">
                <a:solidFill>
                  <a:schemeClr val="bg1"/>
                </a:solidFill>
                <a:latin typeface="+mj-lt"/>
              </a:rPr>
              <a:t>SBFT - MPE</a:t>
            </a:r>
          </a:p>
          <a:p>
            <a:pPr algn="ctr"/>
            <a:endParaRPr lang="en-US" sz="4800" b="1" kern="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56BE925-8E44-164E-9FAB-99A8AD3A115E}"/>
              </a:ext>
            </a:extLst>
          </p:cNvPr>
          <p:cNvSpPr txBox="1">
            <a:spLocks/>
          </p:cNvSpPr>
          <p:nvPr/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228600" marR="0" indent="-228600" algn="l" defTabSz="60960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ntelOne Text" panose="020B0503020203020204" pitchFamily="34" charset="0"/>
                <a:ea typeface="IntelOne Text" panose="020B0503020203020204" pitchFamily="34" charset="0"/>
                <a:cs typeface="IntelOne Text" panose="020B0503020203020204" pitchFamily="34" charset="0"/>
                <a:sym typeface="Helvetica"/>
              </a:defRPr>
            </a:lvl1pPr>
            <a:lvl2pPr marL="398463" marR="0" indent="-169863" algn="l" defTabSz="60960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2400" b="0" i="0" u="none" strike="noStrike" cap="none" spc="0" baseline="0">
                <a:solidFill>
                  <a:schemeClr val="tx1"/>
                </a:solidFill>
                <a:uFillTx/>
                <a:latin typeface="IntelOne Text" panose="020B0503020203020204" pitchFamily="34" charset="0"/>
                <a:ea typeface="IntelOne Text" panose="020B0503020203020204" pitchFamily="34" charset="0"/>
                <a:cs typeface="IntelOne Text" panose="020B0503020203020204" pitchFamily="34" charset="0"/>
                <a:sym typeface="Helvetica"/>
              </a:defRPr>
            </a:lvl2pPr>
            <a:lvl3pPr marL="631825" marR="0" indent="-142875" algn="l" defTabSz="60960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IntelOne Text" panose="020B0503020203020204" pitchFamily="34" charset="0"/>
                <a:ea typeface="IntelOne Text" panose="020B0503020203020204" pitchFamily="34" charset="0"/>
                <a:cs typeface="IntelOne Text" panose="020B0503020203020204" pitchFamily="34" charset="0"/>
                <a:sym typeface="Helvetica"/>
              </a:defRPr>
            </a:lvl3pPr>
            <a:lvl4pPr marL="796925" marR="0" indent="-106363" algn="l" defTabSz="60960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IntelOne Text" panose="020B0503020203020204" pitchFamily="34" charset="0"/>
                <a:ea typeface="IntelOne Text" panose="020B0503020203020204" pitchFamily="34" charset="0"/>
                <a:cs typeface="IntelOne Text" panose="020B0503020203020204" pitchFamily="34" charset="0"/>
                <a:sym typeface="Helvetica"/>
              </a:defRPr>
            </a:lvl4pPr>
            <a:lvl5pPr marL="1031875" marR="0" indent="-112713" algn="l" defTabSz="60960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600" b="0" i="0" u="none" strike="noStrike" cap="none" spc="0" baseline="0">
                <a:solidFill>
                  <a:schemeClr val="tx1"/>
                </a:solidFill>
                <a:uFillTx/>
                <a:latin typeface="IntelOne Text" panose="020B0503020203020204" pitchFamily="34" charset="0"/>
                <a:ea typeface="IntelOne Text" panose="020B0503020203020204" pitchFamily="34" charset="0"/>
                <a:cs typeface="IntelOne Text" panose="020B0503020203020204" pitchFamily="34" charset="0"/>
                <a:sym typeface="Helvetica"/>
              </a:defRPr>
            </a:lvl5pPr>
            <a:lvl6pPr marL="0" marR="0" indent="57150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 u="none" strike="noStrike" cap="none" spc="0" baseline="0">
                <a:solidFill>
                  <a:srgbClr val="5E5E5E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6pPr>
            <a:lvl7pPr marL="0" marR="0" indent="68580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 u="none" strike="noStrike" cap="none" spc="0" baseline="0">
                <a:solidFill>
                  <a:srgbClr val="5E5E5E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7pPr>
            <a:lvl8pPr marL="0" marR="0" indent="80010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 u="none" strike="noStrike" cap="none" spc="0" baseline="0">
                <a:solidFill>
                  <a:srgbClr val="5E5E5E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8pPr>
            <a:lvl9pPr marL="0" marR="0" indent="91440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 u="none" strike="noStrike" cap="none" spc="0" baseline="0">
                <a:solidFill>
                  <a:srgbClr val="5E5E5E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endParaRPr lang="en-US" sz="4000" kern="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50859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9BC731-8302-F649-AC03-AE0529A26F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SBFT - MPE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B117EA-BF37-C39B-A417-329FD2755C0E}"/>
              </a:ext>
            </a:extLst>
          </p:cNvPr>
          <p:cNvSpPr txBox="1">
            <a:spLocks/>
          </p:cNvSpPr>
          <p:nvPr/>
        </p:nvSpPr>
        <p:spPr>
          <a:xfrm>
            <a:off x="838200" y="1844286"/>
            <a:ext cx="4862804" cy="385671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Segoe UI VSS (Regular)"/>
              </a:rPr>
              <a:t>This infrastructure measures Intra die core performance and performs defeature once an </a:t>
            </a:r>
            <a:r>
              <a:rPr lang="en-US" b="1" dirty="0">
                <a:latin typeface="Segoe UI VSS (Regular)"/>
              </a:rPr>
              <a:t>outlier</a:t>
            </a:r>
            <a:r>
              <a:rPr lang="en-US" dirty="0">
                <a:latin typeface="Segoe UI VSS (Regular)"/>
              </a:rPr>
              <a:t> core has been identified.</a:t>
            </a:r>
          </a:p>
          <a:p>
            <a:r>
              <a:rPr lang="en-US" dirty="0">
                <a:latin typeface="Segoe UI VSS (Regular)"/>
              </a:rPr>
              <a:t>It is a statistical method used to analyze the performance between cores based on the </a:t>
            </a:r>
            <a:r>
              <a:rPr lang="en-US" dirty="0" err="1">
                <a:latin typeface="Segoe UI VSS (Regular)"/>
              </a:rPr>
              <a:t>Vmin</a:t>
            </a:r>
            <a:r>
              <a:rPr lang="en-US" dirty="0">
                <a:latin typeface="Segoe UI VSS (Regular)"/>
              </a:rPr>
              <a:t> behavior per core, to establish a core disablement. 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02E548-54CD-9DA7-AB2A-3E8733496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641" y="2043069"/>
            <a:ext cx="5578360" cy="345327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CF7C153-A472-12C2-2F89-2F78D4F74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0" i="0" dirty="0">
                <a:effectLst/>
                <a:latin typeface="Segoe UI VSS (Regular)"/>
              </a:rPr>
              <a:t>Intra Die Statistical Kill (IDSK)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190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9BC731-8302-F649-AC03-AE0529A26F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SBFT - MPE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B2ABBC4-2A03-85D5-5061-D8D021DDA0B3}"/>
              </a:ext>
            </a:extLst>
          </p:cNvPr>
          <p:cNvSpPr txBox="1">
            <a:spLocks/>
          </p:cNvSpPr>
          <p:nvPr/>
        </p:nvSpPr>
        <p:spPr>
          <a:xfrm>
            <a:off x="1106337" y="1593298"/>
            <a:ext cx="9979325" cy="345114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Segoe UI VSS (Regular)"/>
              </a:rPr>
              <a:t>Once </a:t>
            </a:r>
            <a:r>
              <a:rPr lang="en-US" dirty="0" err="1">
                <a:latin typeface="Segoe UI VSS (Regular)"/>
              </a:rPr>
              <a:t>Vmin</a:t>
            </a:r>
            <a:r>
              <a:rPr lang="en-US" dirty="0">
                <a:latin typeface="Segoe UI VSS (Regular)"/>
              </a:rPr>
              <a:t> distribution per core is acquired, IDSK test computes the mean value, the covariance, the standard deviation and the </a:t>
            </a:r>
            <a:r>
              <a:rPr lang="en-US" b="1" dirty="0">
                <a:latin typeface="Segoe UI VSS (Regular)"/>
              </a:rPr>
              <a:t>Z-score</a:t>
            </a:r>
            <a:r>
              <a:rPr lang="en-US" dirty="0">
                <a:latin typeface="Segoe UI VSS (Regular)"/>
              </a:rPr>
              <a:t> for each core.</a:t>
            </a:r>
          </a:p>
          <a:p>
            <a:endParaRPr lang="en-US" dirty="0">
              <a:latin typeface="Segoe UI VSS (Regular)"/>
            </a:endParaRPr>
          </a:p>
          <a:p>
            <a:endParaRPr lang="en-US" dirty="0">
              <a:latin typeface="Segoe UI VSS (Regular)"/>
            </a:endParaRPr>
          </a:p>
          <a:p>
            <a:r>
              <a:rPr lang="en-US" dirty="0">
                <a:latin typeface="Segoe UI VSS (Regular)"/>
              </a:rPr>
              <a:t>Tagging the ones with a given delta from mean and updating valid core tracking structure and disabling possible bad cores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645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9BC731-8302-F649-AC03-AE0529A26F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SBFT - MPE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91CECFE-A292-9867-61E6-88C1E111D4E8}"/>
              </a:ext>
            </a:extLst>
          </p:cNvPr>
          <p:cNvSpPr txBox="1">
            <a:spLocks/>
          </p:cNvSpPr>
          <p:nvPr/>
        </p:nvSpPr>
        <p:spPr>
          <a:xfrm>
            <a:off x="811249" y="4746164"/>
            <a:ext cx="9739223" cy="56069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b="1" i="1">
                <a:latin typeface="Segoe UI VSS (Regular)"/>
              </a:rPr>
              <a:t>Equation 2</a:t>
            </a:r>
            <a:r>
              <a:rPr lang="en-US" altLang="en-US" b="1">
                <a:latin typeface="Segoe UI VSS (Regular)"/>
              </a:rPr>
              <a:t>.</a:t>
            </a:r>
            <a:r>
              <a:rPr lang="en-US" altLang="en-US">
                <a:latin typeface="Segoe UI VSS (Regular)"/>
              </a:rPr>
              <a:t> Vmin Delta Calculation</a:t>
            </a:r>
            <a:endParaRPr lang="en-US" altLang="en-US" sz="440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C761571C-B962-E64C-4145-2869B5D496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08713" y="3695951"/>
            <a:ext cx="233265" cy="233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FE7860-6317-5548-6123-E9F410D33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79003"/>
            <a:ext cx="7773485" cy="9335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1C79C8-3B51-A448-329C-BA6DD798B43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52"/>
          <a:stretch/>
        </p:blipFill>
        <p:spPr>
          <a:xfrm>
            <a:off x="838200" y="5309607"/>
            <a:ext cx="10448731" cy="658195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FD26DDA-3752-B0B3-E1ED-3EA501DB5CB5}"/>
              </a:ext>
            </a:extLst>
          </p:cNvPr>
          <p:cNvSpPr txBox="1">
            <a:spLocks/>
          </p:cNvSpPr>
          <p:nvPr/>
        </p:nvSpPr>
        <p:spPr>
          <a:xfrm>
            <a:off x="811249" y="2210089"/>
            <a:ext cx="8220608" cy="546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b="1" i="1" dirty="0">
                <a:latin typeface="Segoe UI VSS (Regular)"/>
              </a:rPr>
              <a:t>Equation 1</a:t>
            </a:r>
            <a:r>
              <a:rPr lang="en-US" altLang="en-US" b="1" dirty="0">
                <a:latin typeface="Segoe UI VSS (Regular)"/>
              </a:rPr>
              <a:t>.</a:t>
            </a:r>
            <a:r>
              <a:rPr lang="en-US" altLang="en-US" dirty="0">
                <a:latin typeface="Segoe UI VSS (Regular)"/>
              </a:rPr>
              <a:t> Z-score Calculation</a:t>
            </a:r>
            <a:endParaRPr lang="en-US" altLang="en-US" sz="16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3BF7A5C-6D93-1AB7-6983-FCBD141F1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Segoe UI VSS (Regular)"/>
              </a:rPr>
              <a:t>Z-score and </a:t>
            </a:r>
            <a:r>
              <a:rPr lang="en-US" dirty="0" err="1">
                <a:latin typeface="Segoe UI VSS (Regular)"/>
              </a:rPr>
              <a:t>Vmin</a:t>
            </a:r>
            <a:r>
              <a:rPr lang="en-US" dirty="0">
                <a:latin typeface="Segoe UI VSS (Regular)"/>
              </a:rPr>
              <a:t> Delta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997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9BC731-8302-F649-AC03-AE0529A26F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SBFT - MPE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64CD30-43A2-FE97-926A-E6CB4D014682}"/>
              </a:ext>
            </a:extLst>
          </p:cNvPr>
          <p:cNvSpPr txBox="1">
            <a:spLocks/>
          </p:cNvSpPr>
          <p:nvPr/>
        </p:nvSpPr>
        <p:spPr>
          <a:xfrm>
            <a:off x="2723535" y="2585882"/>
            <a:ext cx="6577782" cy="35046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</a:rPr>
              <a:t>Structural defects can be pointed using this software solution since it detects the cores that may not necessarily fail in the tests (patterns) but are outliers of the </a:t>
            </a:r>
            <a:r>
              <a:rPr lang="en-US" dirty="0" err="1">
                <a:latin typeface="+mj-lt"/>
              </a:rPr>
              <a:t>Vmin</a:t>
            </a:r>
            <a:r>
              <a:rPr lang="en-US" dirty="0">
                <a:latin typeface="+mj-lt"/>
              </a:rPr>
              <a:t> distribution.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278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6C4FC22B-04B0-0245-1F5F-AA4C108AB2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7096655"/>
              </p:ext>
            </p:extLst>
          </p:nvPr>
        </p:nvGraphicFramePr>
        <p:xfrm>
          <a:off x="838200" y="1690688"/>
          <a:ext cx="4826086" cy="4718990"/>
        </p:xfrm>
        <a:graphic>
          <a:graphicData uri="http://schemas.openxmlformats.org/drawingml/2006/table">
            <a:tbl>
              <a:tblPr/>
              <a:tblGrid>
                <a:gridCol w="1206522">
                  <a:extLst>
                    <a:ext uri="{9D8B030D-6E8A-4147-A177-3AD203B41FA5}">
                      <a16:colId xmlns:a16="http://schemas.microsoft.com/office/drawing/2014/main" val="2504802799"/>
                    </a:ext>
                  </a:extLst>
                </a:gridCol>
                <a:gridCol w="719769">
                  <a:extLst>
                    <a:ext uri="{9D8B030D-6E8A-4147-A177-3AD203B41FA5}">
                      <a16:colId xmlns:a16="http://schemas.microsoft.com/office/drawing/2014/main" val="702260955"/>
                    </a:ext>
                  </a:extLst>
                </a:gridCol>
                <a:gridCol w="701657">
                  <a:extLst>
                    <a:ext uri="{9D8B030D-6E8A-4147-A177-3AD203B41FA5}">
                      <a16:colId xmlns:a16="http://schemas.microsoft.com/office/drawing/2014/main" val="1023012407"/>
                    </a:ext>
                  </a:extLst>
                </a:gridCol>
                <a:gridCol w="2198138">
                  <a:extLst>
                    <a:ext uri="{9D8B030D-6E8A-4147-A177-3AD203B41FA5}">
                      <a16:colId xmlns:a16="http://schemas.microsoft.com/office/drawing/2014/main" val="3086648953"/>
                    </a:ext>
                  </a:extLst>
                </a:gridCol>
              </a:tblGrid>
              <a:tr h="660272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effectLst/>
                        </a:rPr>
                        <a:t>Parameter Name</a:t>
                      </a:r>
                    </a:p>
                  </a:txBody>
                  <a:tcPr marL="84091" marR="84091" marT="99381" marB="99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effectLst/>
                        </a:rPr>
                        <a:t>Required?</a:t>
                      </a:r>
                    </a:p>
                  </a:txBody>
                  <a:tcPr marL="84091" marR="84091" marT="99381" marB="9938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effectLst/>
                        </a:rPr>
                        <a:t>Type</a:t>
                      </a:r>
                    </a:p>
                  </a:txBody>
                  <a:tcPr marL="84091" marR="84091" marT="99381" marB="9938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effectLst/>
                        </a:rPr>
                        <a:t>Comments</a:t>
                      </a:r>
                    </a:p>
                  </a:txBody>
                  <a:tcPr marL="84091" marR="84091" marT="99381" marB="99381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528550"/>
                  </a:ext>
                </a:extLst>
              </a:tr>
              <a:tr h="574028"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>
                          <a:effectLst/>
                        </a:rPr>
                        <a:t>VminInput</a:t>
                      </a:r>
                      <a:endParaRPr lang="en-US" sz="1000" dirty="0">
                        <a:effectLst/>
                      </a:endParaRPr>
                    </a:p>
                  </a:txBody>
                  <a:tcPr marL="99381" marR="99381" marT="76447" marB="7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effectLst/>
                        </a:rPr>
                        <a:t>Yes</a:t>
                      </a:r>
                    </a:p>
                  </a:txBody>
                  <a:tcPr marL="99381" marR="99381" marT="76447" marB="7644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effectLst/>
                        </a:rPr>
                        <a:t>String</a:t>
                      </a:r>
                    </a:p>
                  </a:txBody>
                  <a:tcPr marL="99381" marR="99381" marT="76447" marB="7644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effectLst/>
                        </a:rPr>
                        <a:t>Incoming VMIN string</a:t>
                      </a:r>
                    </a:p>
                  </a:txBody>
                  <a:tcPr marL="99381" marR="99381" marT="76447" marB="7644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200171"/>
                  </a:ext>
                </a:extLst>
              </a:tr>
              <a:tr h="574028"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>
                          <a:effectLst/>
                        </a:rPr>
                        <a:t>OutlierVector</a:t>
                      </a:r>
                      <a:endParaRPr lang="en-US" sz="1000" dirty="0">
                        <a:effectLst/>
                      </a:endParaRPr>
                    </a:p>
                  </a:txBody>
                  <a:tcPr marL="99381" marR="99381" marT="76447" marB="7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effectLst/>
                        </a:rPr>
                        <a:t>Yes</a:t>
                      </a:r>
                    </a:p>
                  </a:txBody>
                  <a:tcPr marL="99381" marR="99381" marT="76447" marB="7644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effectLst/>
                        </a:rPr>
                        <a:t>String</a:t>
                      </a:r>
                    </a:p>
                  </a:txBody>
                  <a:tcPr marL="99381" marR="99381" marT="76447" marB="7644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effectLst/>
                        </a:rPr>
                        <a:t>Outgoing tracking structure GSDS</a:t>
                      </a:r>
                    </a:p>
                  </a:txBody>
                  <a:tcPr marL="99381" marR="99381" marT="76447" marB="7644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48967"/>
                  </a:ext>
                </a:extLst>
              </a:tr>
              <a:tr h="860579"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>
                          <a:effectLst/>
                        </a:rPr>
                        <a:t>BitLogic</a:t>
                      </a:r>
                      <a:endParaRPr lang="en-US" sz="1000" dirty="0">
                        <a:effectLst/>
                      </a:endParaRPr>
                    </a:p>
                  </a:txBody>
                  <a:tcPr marL="99381" marR="99381" marT="76447" marB="7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effectLst/>
                        </a:rPr>
                        <a:t>Yes</a:t>
                      </a:r>
                    </a:p>
                  </a:txBody>
                  <a:tcPr marL="99381" marR="99381" marT="76447" marB="7644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effectLst/>
                        </a:rPr>
                        <a:t>Choice</a:t>
                      </a:r>
                    </a:p>
                  </a:txBody>
                  <a:tcPr marL="99381" marR="99381" marT="76447" marB="7644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effectLst/>
                        </a:rPr>
                        <a:t>Kill for </a:t>
                      </a:r>
                      <a:r>
                        <a:rPr lang="en-US" sz="1000" dirty="0" err="1">
                          <a:effectLst/>
                        </a:rPr>
                        <a:t>zscore</a:t>
                      </a:r>
                      <a:r>
                        <a:rPr lang="en-US" sz="1000" dirty="0">
                          <a:effectLst/>
                        </a:rPr>
                        <a:t> AND/OR </a:t>
                      </a:r>
                      <a:r>
                        <a:rPr lang="en-US" sz="1000" dirty="0" err="1">
                          <a:effectLst/>
                        </a:rPr>
                        <a:t>vmin_delta</a:t>
                      </a:r>
                      <a:r>
                        <a:rPr lang="en-US" sz="1000" dirty="0">
                          <a:effectLst/>
                        </a:rPr>
                        <a:t>. Values are AND(Default) or </a:t>
                      </a:r>
                      <a:r>
                        <a:rPr lang="en-US" sz="1000" dirty="0" err="1">
                          <a:effectLst/>
                        </a:rPr>
                        <a:t>OR</a:t>
                      </a:r>
                      <a:endParaRPr lang="en-US" sz="1000" dirty="0">
                        <a:effectLst/>
                      </a:endParaRPr>
                    </a:p>
                  </a:txBody>
                  <a:tcPr marL="99381" marR="99381" marT="76447" marB="7644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503842"/>
                  </a:ext>
                </a:extLst>
              </a:tr>
              <a:tr h="574028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effectLst/>
                        </a:rPr>
                        <a:t>StdDevFloor</a:t>
                      </a:r>
                    </a:p>
                  </a:txBody>
                  <a:tcPr marL="99381" marR="99381" marT="76447" marB="7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effectLst/>
                        </a:rPr>
                        <a:t>Yes</a:t>
                      </a:r>
                    </a:p>
                  </a:txBody>
                  <a:tcPr marL="99381" marR="99381" marT="76447" marB="7644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effectLst/>
                        </a:rPr>
                        <a:t>Double</a:t>
                      </a:r>
                    </a:p>
                  </a:txBody>
                  <a:tcPr marL="99381" marR="99381" marT="76447" marB="7644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effectLst/>
                        </a:rPr>
                        <a:t>Minimum standard deviation allowed</a:t>
                      </a:r>
                    </a:p>
                  </a:txBody>
                  <a:tcPr marL="99381" marR="99381" marT="76447" marB="7644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978574"/>
                  </a:ext>
                </a:extLst>
              </a:tr>
              <a:tr h="574028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effectLst/>
                        </a:rPr>
                        <a:t>StdDevCeiling</a:t>
                      </a:r>
                    </a:p>
                  </a:txBody>
                  <a:tcPr marL="99381" marR="99381" marT="76447" marB="7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effectLst/>
                        </a:rPr>
                        <a:t>Yes</a:t>
                      </a:r>
                    </a:p>
                  </a:txBody>
                  <a:tcPr marL="99381" marR="99381" marT="76447" marB="7644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effectLst/>
                        </a:rPr>
                        <a:t>Double</a:t>
                      </a:r>
                    </a:p>
                  </a:txBody>
                  <a:tcPr marL="99381" marR="99381" marT="76447" marB="7644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effectLst/>
                        </a:rPr>
                        <a:t>Maximum standard deviation allowed</a:t>
                      </a:r>
                    </a:p>
                  </a:txBody>
                  <a:tcPr marL="99381" marR="99381" marT="76447" marB="7644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131758"/>
                  </a:ext>
                </a:extLst>
              </a:tr>
              <a:tr h="574028"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>
                          <a:effectLst/>
                        </a:rPr>
                        <a:t>ZscoreLimit</a:t>
                      </a:r>
                      <a:endParaRPr lang="en-US" sz="1000" dirty="0">
                        <a:effectLst/>
                      </a:endParaRPr>
                    </a:p>
                  </a:txBody>
                  <a:tcPr marL="99381" marR="99381" marT="76447" marB="7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effectLst/>
                        </a:rPr>
                        <a:t>Yes</a:t>
                      </a:r>
                    </a:p>
                  </a:txBody>
                  <a:tcPr marL="99381" marR="99381" marT="76447" marB="7644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effectLst/>
                        </a:rPr>
                        <a:t>Double</a:t>
                      </a:r>
                    </a:p>
                  </a:txBody>
                  <a:tcPr marL="99381" marR="99381" marT="76447" marB="7644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effectLst/>
                        </a:rPr>
                        <a:t>Sigma kill limit</a:t>
                      </a:r>
                    </a:p>
                  </a:txBody>
                  <a:tcPr marL="99381" marR="99381" marT="76447" marB="7644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741831"/>
                  </a:ext>
                </a:extLst>
              </a:tr>
              <a:tr h="327999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effectLst/>
                        </a:rPr>
                        <a:t>VminDelta</a:t>
                      </a:r>
                    </a:p>
                  </a:txBody>
                  <a:tcPr marL="99381" marR="99381" marT="76447" marB="7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effectLst/>
                        </a:rPr>
                        <a:t>Yes</a:t>
                      </a:r>
                    </a:p>
                  </a:txBody>
                  <a:tcPr marL="99381" marR="99381" marT="76447" marB="7644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effectLst/>
                        </a:rPr>
                        <a:t>Double</a:t>
                      </a:r>
                    </a:p>
                  </a:txBody>
                  <a:tcPr marL="99381" marR="99381" marT="76447" marB="7644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effectLst/>
                        </a:rPr>
                        <a:t>Maximum </a:t>
                      </a:r>
                      <a:r>
                        <a:rPr lang="en-US" sz="1000" dirty="0" err="1">
                          <a:effectLst/>
                        </a:rPr>
                        <a:t>vmin</a:t>
                      </a:r>
                      <a:r>
                        <a:rPr lang="en-US" sz="1000" dirty="0">
                          <a:effectLst/>
                        </a:rPr>
                        <a:t> difference allowed</a:t>
                      </a:r>
                    </a:p>
                  </a:txBody>
                  <a:tcPr marL="99381" marR="99381" marT="76447" marB="7644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538901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E4AE023-731F-C736-86B4-934EB73F9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IDSK instance parameters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8F8045-F5C9-3AE2-A339-43B223879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224835"/>
            <a:ext cx="5707684" cy="165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155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04E5AA2-6812-0D50-7B11-0EC0CDC50C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8" y="5077030"/>
            <a:ext cx="10515600" cy="14343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5B5FB8-5A69-6934-9DB6-49CF0D61C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5795" y="346652"/>
            <a:ext cx="5940405" cy="454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122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36847-D5A0-1224-CBF8-2E36CACB3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log output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E4F061-50D5-9075-21E1-BD532990CB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7226474"/>
              </p:ext>
            </p:extLst>
          </p:nvPr>
        </p:nvGraphicFramePr>
        <p:xfrm>
          <a:off x="1532066" y="1966823"/>
          <a:ext cx="9127867" cy="4061153"/>
        </p:xfrm>
        <a:graphic>
          <a:graphicData uri="http://schemas.openxmlformats.org/drawingml/2006/table">
            <a:tbl>
              <a:tblPr/>
              <a:tblGrid>
                <a:gridCol w="3157269">
                  <a:extLst>
                    <a:ext uri="{9D8B030D-6E8A-4147-A177-3AD203B41FA5}">
                      <a16:colId xmlns:a16="http://schemas.microsoft.com/office/drawing/2014/main" val="2444060621"/>
                    </a:ext>
                  </a:extLst>
                </a:gridCol>
                <a:gridCol w="5970598">
                  <a:extLst>
                    <a:ext uri="{9D8B030D-6E8A-4147-A177-3AD203B41FA5}">
                      <a16:colId xmlns:a16="http://schemas.microsoft.com/office/drawing/2014/main" val="3355483620"/>
                    </a:ext>
                  </a:extLst>
                </a:gridCol>
              </a:tblGrid>
              <a:tr h="373688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effectLst/>
                        </a:rPr>
                        <a:t>Data</a:t>
                      </a:r>
                    </a:p>
                  </a:txBody>
                  <a:tcPr marL="75023" marR="75023" marT="88664" marB="886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effectLst/>
                        </a:rPr>
                        <a:t>Description</a:t>
                      </a:r>
                    </a:p>
                  </a:txBody>
                  <a:tcPr marL="75023" marR="75023" marT="88664" marB="88664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816281"/>
                  </a:ext>
                </a:extLst>
              </a:tr>
              <a:tr h="351723"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Mean</a:t>
                      </a:r>
                    </a:p>
                  </a:txBody>
                  <a:tcPr marL="88664" marR="88664" marT="68203" marB="68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Mean of all valid Vmin values provided</a:t>
                      </a:r>
                    </a:p>
                  </a:txBody>
                  <a:tcPr marL="88664" marR="88664" marT="68203" marB="6820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177790"/>
                  </a:ext>
                </a:extLst>
              </a:tr>
              <a:tr h="351723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effectLst/>
                        </a:rPr>
                        <a:t>Standard Deviation</a:t>
                      </a:r>
                    </a:p>
                  </a:txBody>
                  <a:tcPr marL="88664" marR="88664" marT="68203" marB="68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Std deviation parameter calculated in idsk test</a:t>
                      </a:r>
                    </a:p>
                  </a:txBody>
                  <a:tcPr marL="88664" marR="88664" marT="68203" marB="6820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387474"/>
                  </a:ext>
                </a:extLst>
              </a:tr>
              <a:tr h="443304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effectLst/>
                        </a:rPr>
                        <a:t>Standard Deviation Fixed</a:t>
                      </a:r>
                    </a:p>
                  </a:txBody>
                  <a:tcPr marL="88664" marR="88664" marT="68203" marB="68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effectLst/>
                        </a:rPr>
                        <a:t>Std deviation after user provided Ceiling and Floor are applied</a:t>
                      </a:r>
                    </a:p>
                  </a:txBody>
                  <a:tcPr marL="88664" marR="88664" marT="68203" marB="6820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624264"/>
                  </a:ext>
                </a:extLst>
              </a:tr>
              <a:tr h="773081"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IDSK Cores to Kill</a:t>
                      </a:r>
                    </a:p>
                  </a:txBody>
                  <a:tcPr marL="88664" marR="88664" marT="68203" marB="68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IDSK cores identified to be defeatured in the tracking structure (different from the XOR between the incoming core configuration and the outlier cores identified)</a:t>
                      </a:r>
                    </a:p>
                  </a:txBody>
                  <a:tcPr marL="88664" marR="88664" marT="68203" marB="6820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567095"/>
                  </a:ext>
                </a:extLst>
              </a:tr>
              <a:tr h="351723"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InputVminValues</a:t>
                      </a:r>
                    </a:p>
                  </a:txBody>
                  <a:tcPr marL="88664" marR="88664" marT="68203" marB="68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All vmin values provided (not just valid ones)</a:t>
                      </a:r>
                    </a:p>
                  </a:txBody>
                  <a:tcPr marL="88664" marR="88664" marT="68203" marB="6820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723831"/>
                  </a:ext>
                </a:extLst>
              </a:tr>
              <a:tr h="351723"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Median</a:t>
                      </a:r>
                    </a:p>
                  </a:txBody>
                  <a:tcPr marL="88664" marR="88664" marT="68203" marB="68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Median value for all the enabled cores</a:t>
                      </a:r>
                    </a:p>
                  </a:txBody>
                  <a:tcPr marL="88664" marR="88664" marT="68203" marB="6820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247572"/>
                  </a:ext>
                </a:extLst>
              </a:tr>
              <a:tr h="351723"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Max</a:t>
                      </a:r>
                    </a:p>
                  </a:txBody>
                  <a:tcPr marL="88664" marR="88664" marT="68203" marB="68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Highest Vmin core value from all the enabled cores</a:t>
                      </a:r>
                    </a:p>
                  </a:txBody>
                  <a:tcPr marL="88664" marR="88664" marT="68203" marB="6820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522993"/>
                  </a:ext>
                </a:extLst>
              </a:tr>
              <a:tr h="351723"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Min</a:t>
                      </a:r>
                    </a:p>
                  </a:txBody>
                  <a:tcPr marL="88664" marR="88664" marT="68203" marB="68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Lowest Vmin core value from all the enabled cores</a:t>
                      </a:r>
                    </a:p>
                  </a:txBody>
                  <a:tcPr marL="88664" marR="88664" marT="68203" marB="6820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006925"/>
                  </a:ext>
                </a:extLst>
              </a:tr>
              <a:tr h="358982"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effectLst/>
                        </a:rPr>
                        <a:t>FlagForOutliers</a:t>
                      </a:r>
                    </a:p>
                  </a:txBody>
                  <a:tcPr marL="88664" marR="88664" marT="68203" marB="68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effectLst/>
                        </a:rPr>
                        <a:t>1 if outlier was detected 0 if no outliers were detected</a:t>
                      </a:r>
                    </a:p>
                  </a:txBody>
                  <a:tcPr marL="88664" marR="88664" marT="68203" marB="6820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341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0329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9BC731-8302-F649-AC03-AE0529A26F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SBFT - MPE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6E1110D-3794-0CA5-0853-B13E97D36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l"/>
            <a:r>
              <a:rPr lang="en-US" dirty="0"/>
              <a:t>Data log output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C2EE287-C492-85BF-E0CB-B1EFADD53957}"/>
              </a:ext>
            </a:extLst>
          </p:cNvPr>
          <p:cNvSpPr txBox="1">
            <a:spLocks/>
          </p:cNvSpPr>
          <p:nvPr/>
        </p:nvSpPr>
        <p:spPr>
          <a:xfrm>
            <a:off x="925542" y="1569919"/>
            <a:ext cx="10428258" cy="462384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IntelOne Display Regular" panose="020B0503020203020204" pitchFamily="34" charset="0"/>
              <a:buNone/>
            </a:pPr>
            <a:r>
              <a:rPr lang="en-US" sz="2100" dirty="0"/>
              <a:t>Mean | </a:t>
            </a:r>
            <a:r>
              <a:rPr lang="en-US" sz="2100" dirty="0" err="1"/>
              <a:t>standardDeviation</a:t>
            </a:r>
            <a:r>
              <a:rPr lang="en-US" sz="2100" dirty="0"/>
              <a:t> | </a:t>
            </a:r>
            <a:r>
              <a:rPr lang="en-US" sz="2100" dirty="0" err="1"/>
              <a:t>standardDeviationFixed</a:t>
            </a:r>
            <a:r>
              <a:rPr lang="en-US" sz="2100" dirty="0"/>
              <a:t> | </a:t>
            </a:r>
          </a:p>
          <a:p>
            <a:pPr marL="0" indent="0">
              <a:buFont typeface="IntelOne Display Regular" panose="020B0503020203020204" pitchFamily="34" charset="0"/>
              <a:buNone/>
            </a:pPr>
            <a:r>
              <a:rPr lang="en-US" sz="2100" dirty="0"/>
              <a:t>IDSK Cores to Kill | </a:t>
            </a:r>
            <a:r>
              <a:rPr lang="en-US" sz="2100" dirty="0" err="1"/>
              <a:t>InputVminValues</a:t>
            </a:r>
            <a:r>
              <a:rPr lang="en-US" sz="2100" dirty="0"/>
              <a:t> | Median | Max | Min | </a:t>
            </a:r>
            <a:r>
              <a:rPr lang="en-US" sz="2100" dirty="0" err="1"/>
              <a:t>FlagForOutliers</a:t>
            </a:r>
            <a:endParaRPr lang="en-US" sz="2100" dirty="0"/>
          </a:p>
          <a:p>
            <a:pPr marL="0" indent="0">
              <a:buFont typeface="IntelOne Display Regular" panose="020B0503020203020204" pitchFamily="34" charset="0"/>
              <a:buNone/>
            </a:pPr>
            <a:endParaRPr lang="en-US" dirty="0">
              <a:latin typeface="Segoe UI VSS (Regular)"/>
            </a:endParaRPr>
          </a:p>
          <a:p>
            <a:r>
              <a:rPr lang="en-US" dirty="0">
                <a:latin typeface="Segoe UI VSS (Regular)"/>
              </a:rPr>
              <a:t>Example: </a:t>
            </a:r>
          </a:p>
          <a:p>
            <a:pPr marL="0" indent="0">
              <a:buFont typeface="IntelOne Display Regular" panose="020B0503020203020204" pitchFamily="34" charset="0"/>
              <a:buNone/>
            </a:pPr>
            <a:r>
              <a:rPr lang="en-US" sz="1600" dirty="0"/>
              <a:t>0.8605|0.0109|0.0109|</a:t>
            </a:r>
          </a:p>
          <a:p>
            <a:pPr marL="0" indent="0">
              <a:buFont typeface="IntelOne Display Regular" panose="020B0503020203020204" pitchFamily="34" charset="0"/>
              <a:buNone/>
            </a:pPr>
            <a:r>
              <a:rPr lang="en-US" sz="1600" dirty="0"/>
              <a:t>00000000000000000000001000000000000000000000|</a:t>
            </a:r>
          </a:p>
          <a:p>
            <a:pPr marL="0" indent="0">
              <a:buFont typeface="IntelOne Display Regular" panose="020B0503020203020204" pitchFamily="34" charset="0"/>
              <a:buNone/>
            </a:pPr>
            <a:r>
              <a:rPr lang="en-US" sz="1600" dirty="0"/>
              <a:t>0.855,0.863,0.873,0.868,0.86,0.865,0.85,0.863,0.863,0.853,0.86,0.86,0.875,0.85,0.865,0.843,0.863,0.858,0.855,0.843,0.858,0.86,0.912,0.855,0.853,0.855,0.868,0.863,0.855,0.858,0.855,0.853,0.873,0.853,0.85,0.863,0.873,0.87,0.86,0.863,0.868,0.853,0.858,0.85|</a:t>
            </a:r>
          </a:p>
          <a:p>
            <a:pPr marL="0" indent="0">
              <a:buFont typeface="IntelOne Display Regular" panose="020B0503020203020204" pitchFamily="34" charset="0"/>
              <a:buNone/>
            </a:pPr>
            <a:r>
              <a:rPr lang="en-US" sz="1600" dirty="0"/>
              <a:t>0.86|0.912|0.843|1</a:t>
            </a:r>
          </a:p>
          <a:p>
            <a:pPr marL="0" indent="0">
              <a:buFont typeface="IntelOne Display Regular" panose="020B0503020203020204" pitchFamily="34" charset="0"/>
              <a:buNone/>
            </a:pPr>
            <a:endParaRPr lang="en-US" sz="1600" dirty="0"/>
          </a:p>
          <a:p>
            <a:r>
              <a:rPr lang="en-US" sz="1400" dirty="0"/>
              <a:t>TestResult:b00000000000000000000001000000000000000000000|Incoming:b00000000000000000000000000000000000000000000|Outgoing:b00000000000000000000000000000000000000000000</a:t>
            </a:r>
          </a:p>
          <a:p>
            <a:pPr marL="0" indent="0">
              <a:buFont typeface="IntelOne Display Regular" panose="020B0503020203020204" pitchFamily="34" charset="0"/>
              <a:buNone/>
            </a:pPr>
            <a:endParaRPr lang="en-US" sz="1900" dirty="0">
              <a:latin typeface="Segoe UI VSS (Regular)"/>
            </a:endParaRPr>
          </a:p>
          <a:p>
            <a:pPr marL="0" indent="0">
              <a:buFont typeface="IntelOne Display Regular" panose="020B0503020203020204" pitchFamily="34" charset="0"/>
              <a:buNone/>
            </a:pPr>
            <a:endParaRPr lang="en-US" dirty="0">
              <a:latin typeface="Segoe UI VSS (Regular)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965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BBB38-8EB9-3533-86C8-6CAF90775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VSS (Regular)"/>
              </a:rPr>
              <a:t>Exit Ports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VSS (Regular)"/>
              </a:rPr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0ACF2D7-74EA-B653-412D-1AAFB5EC17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1230420"/>
              </p:ext>
            </p:extLst>
          </p:nvPr>
        </p:nvGraphicFramePr>
        <p:xfrm>
          <a:off x="838200" y="2810669"/>
          <a:ext cx="10515600" cy="238125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4372278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888438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109953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Exit Port</a:t>
                      </a:r>
                    </a:p>
                  </a:txBody>
                  <a:tcPr marL="104775" marR="104775" marT="123825" marB="1238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Condition</a:t>
                      </a:r>
                    </a:p>
                  </a:txBody>
                  <a:tcPr marL="104775" marR="104775" marT="123825" marB="12382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Description</a:t>
                      </a:r>
                    </a:p>
                  </a:txBody>
                  <a:tcPr marL="104775" marR="104775" marT="123825" marB="1238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34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-2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i="1">
                          <a:effectLst/>
                        </a:rPr>
                        <a:t>Alarm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Any alarm condition</a:t>
                      </a:r>
                    </a:p>
                  </a:txBody>
                  <a:tcPr marL="123825" marR="123825" marT="95250" marB="952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371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-1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i="1">
                          <a:effectLst/>
                        </a:rPr>
                        <a:t>Error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Any software condition error</a:t>
                      </a:r>
                    </a:p>
                  </a:txBody>
                  <a:tcPr marL="123825" marR="123825" marT="95250" marB="952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85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i="1">
                          <a:effectLst/>
                        </a:rPr>
                        <a:t>Fail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Failing condition</a:t>
                      </a:r>
                    </a:p>
                  </a:txBody>
                  <a:tcPr marL="123825" marR="123825" marT="95250" marB="952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098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1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i="1">
                          <a:effectLst/>
                        </a:rPr>
                        <a:t>Pass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Passing condition</a:t>
                      </a:r>
                    </a:p>
                  </a:txBody>
                  <a:tcPr marL="123825" marR="123825" marT="95250" marB="952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073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0701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9BC731-8302-F649-AC03-AE0529A26F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SBFT - MPE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639D3D-3627-A529-A4D4-591DF6BC6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01" y="341091"/>
            <a:ext cx="10515600" cy="1325563"/>
          </a:xfrm>
        </p:spPr>
        <p:txBody>
          <a:bodyPr/>
          <a:lstStyle/>
          <a:p>
            <a:pPr algn="l"/>
            <a:r>
              <a:rPr lang="en-US" dirty="0"/>
              <a:t>Script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B34B53-909F-20BB-6929-41913C2E59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05"/>
          <a:stretch/>
        </p:blipFill>
        <p:spPr>
          <a:xfrm>
            <a:off x="5567438" y="2653132"/>
            <a:ext cx="5952698" cy="7977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3C61BE-AD9A-B859-0B06-8E2C4C7BF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7436" y="3650500"/>
            <a:ext cx="5952700" cy="17215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6E12A2-DD11-D980-796C-603708F876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212" y="2240661"/>
            <a:ext cx="4532082" cy="394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143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9BC731-8302-F649-AC03-AE0529A26F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SBFT - MPE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08761F5-F2F3-6090-F15D-C4EA1C242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l"/>
            <a:r>
              <a:rPr lang="en-US" dirty="0"/>
              <a:t>Script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6CFAA8-0F72-261A-DFCA-3D43E76E2EF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38200" y="4406644"/>
            <a:ext cx="10430300" cy="933000"/>
          </a:xfrm>
          <a:prstGeom prst="rect">
            <a:avLst/>
          </a:prstGeom>
        </p:spPr>
      </p:pic>
      <p:pic>
        <p:nvPicPr>
          <p:cNvPr id="8" name="Content Placeholder 15">
            <a:extLst>
              <a:ext uri="{FF2B5EF4-FFF2-40B4-BE49-F238E27FC236}">
                <a16:creationId xmlns:a16="http://schemas.microsoft.com/office/drawing/2014/main" id="{4A5BD5CC-D7FF-7449-89CA-EE60ED68B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171525"/>
            <a:ext cx="10368116" cy="1497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9A8F05A-0232-C8C9-C071-2CE358A0DA23}"/>
              </a:ext>
            </a:extLst>
          </p:cNvPr>
          <p:cNvSpPr/>
          <p:nvPr/>
        </p:nvSpPr>
        <p:spPr>
          <a:xfrm>
            <a:off x="7505700" y="5013960"/>
            <a:ext cx="259080" cy="17526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897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9BC731-8302-F649-AC03-AE0529A26F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SBFT - MPE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5B630DA-6C88-B504-B27A-855FF1A04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QA failure 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2E95A7-8C69-79EE-E5F3-80F59335F6ED}"/>
              </a:ext>
            </a:extLst>
          </p:cNvPr>
          <p:cNvSpPr txBox="1"/>
          <p:nvPr/>
        </p:nvSpPr>
        <p:spPr>
          <a:xfrm>
            <a:off x="769620" y="2082403"/>
            <a:ext cx="9166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QA failure:</a:t>
            </a:r>
          </a:p>
          <a:p>
            <a:endParaRPr lang="en-US" dirty="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8FF2701E-27E6-1A46-8D0D-3E838861E9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2794264"/>
              </p:ext>
            </p:extLst>
          </p:nvPr>
        </p:nvGraphicFramePr>
        <p:xfrm>
          <a:off x="1230630" y="2728734"/>
          <a:ext cx="9730739" cy="744698"/>
        </p:xfrm>
        <a:graphic>
          <a:graphicData uri="http://schemas.openxmlformats.org/drawingml/2006/table">
            <a:tbl>
              <a:tblPr/>
              <a:tblGrid>
                <a:gridCol w="1074420">
                  <a:extLst>
                    <a:ext uri="{9D8B030D-6E8A-4147-A177-3AD203B41FA5}">
                      <a16:colId xmlns:a16="http://schemas.microsoft.com/office/drawing/2014/main" val="3142716024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6275654"/>
                    </a:ext>
                  </a:extLst>
                </a:gridCol>
                <a:gridCol w="4161930">
                  <a:extLst>
                    <a:ext uri="{9D8B030D-6E8A-4147-A177-3AD203B41FA5}">
                      <a16:colId xmlns:a16="http://schemas.microsoft.com/office/drawing/2014/main" val="4112787194"/>
                    </a:ext>
                  </a:extLst>
                </a:gridCol>
                <a:gridCol w="4151489">
                  <a:extLst>
                    <a:ext uri="{9D8B030D-6E8A-4147-A177-3AD203B41FA5}">
                      <a16:colId xmlns:a16="http://schemas.microsoft.com/office/drawing/2014/main" val="4179438034"/>
                    </a:ext>
                  </a:extLst>
                </a:gridCol>
              </a:tblGrid>
              <a:tr h="448161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</a:rPr>
                        <a:t>74YU559700150</a:t>
                      </a:r>
                    </a:p>
                  </a:txBody>
                  <a:tcPr marL="37069" marR="37069" marT="37069" marB="370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U5</a:t>
                      </a:r>
                    </a:p>
                  </a:txBody>
                  <a:tcPr marL="37069" marR="37069" marT="37069" marB="370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</a:rPr>
                        <a:t>FUN_COREDRG_COMP::COREDRG_CORE_VMIN_K_SRHAVX2F7_STF_CORE_VMIN_F7_DRAGONMLCMTT_7912::</a:t>
                      </a:r>
                      <a:r>
                        <a:rPr lang="en-US" sz="1100" dirty="0" err="1">
                          <a:effectLst/>
                          <a:latin typeface="Calibri" panose="020F0502020204030204" pitchFamily="34" charset="0"/>
                        </a:rPr>
                        <a:t>CORETracking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069" marR="37069" marT="37069" marB="370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</a:rPr>
                        <a:t>TestResult:b00000000000000000000001000000000000000000000|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</a:rPr>
                        <a:t>Incoming:b00000000001000000000000000000000000000000000|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</a:rPr>
                        <a:t>Outgoing:b00000000001000000000001000000000000000000000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069" marR="37069" marT="37069" marB="370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90774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93410BA-BCF2-1D89-305C-1AE88AE5CBDC}"/>
              </a:ext>
            </a:extLst>
          </p:cNvPr>
          <p:cNvSpPr txBox="1"/>
          <p:nvPr/>
        </p:nvSpPr>
        <p:spPr>
          <a:xfrm>
            <a:off x="769620" y="3552209"/>
            <a:ext cx="9166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IDSK results: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116C948-F88B-45F4-4CF0-146B1AA3E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856372"/>
              </p:ext>
            </p:extLst>
          </p:nvPr>
        </p:nvGraphicFramePr>
        <p:xfrm>
          <a:off x="1230630" y="4018357"/>
          <a:ext cx="9730739" cy="912304"/>
        </p:xfrm>
        <a:graphic>
          <a:graphicData uri="http://schemas.openxmlformats.org/drawingml/2006/table">
            <a:tbl>
              <a:tblPr/>
              <a:tblGrid>
                <a:gridCol w="1062990">
                  <a:extLst>
                    <a:ext uri="{9D8B030D-6E8A-4147-A177-3AD203B41FA5}">
                      <a16:colId xmlns:a16="http://schemas.microsoft.com/office/drawing/2014/main" val="3188289779"/>
                    </a:ext>
                  </a:extLst>
                </a:gridCol>
                <a:gridCol w="4023220">
                  <a:extLst>
                    <a:ext uri="{9D8B030D-6E8A-4147-A177-3AD203B41FA5}">
                      <a16:colId xmlns:a16="http://schemas.microsoft.com/office/drawing/2014/main" val="1085351980"/>
                    </a:ext>
                  </a:extLst>
                </a:gridCol>
                <a:gridCol w="4644529">
                  <a:extLst>
                    <a:ext uri="{9D8B030D-6E8A-4147-A177-3AD203B41FA5}">
                      <a16:colId xmlns:a16="http://schemas.microsoft.com/office/drawing/2014/main" val="3880402266"/>
                    </a:ext>
                  </a:extLst>
                </a:gridCol>
              </a:tblGrid>
              <a:tr h="903046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74YU559700150</a:t>
                      </a:r>
                    </a:p>
                  </a:txBody>
                  <a:tcPr marL="37052" marR="37052" marT="37052" marB="3705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FUN_COREDRG_COMP::COREDRG_CORE_VMIN_K_CHKAVX3F7_STF_CORE_VMIN_F7_IDSKU5</a:t>
                      </a:r>
                    </a:p>
                  </a:txBody>
                  <a:tcPr marL="37052" marR="37052" marT="37052" marB="3705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0.8605|0.0109|0.0109|00000000000000000000001000000000000000000000|0.855,0.863,0.873,0.868,0.86,0.865,0.85,0.863,0.863,0.853,0.86,0.86,0.875,0.85,0.865,0.843,0.863,0.858,0.855,0.843,0.858,0.86,</a:t>
                      </a: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80808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0.912</a:t>
                      </a: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,0.855,0.853,0.855,0.868,0.863,0.855,0.858,0.855,0.853,0.873,0.853,0.85,0.863,0.873,0.87,0.86,0.863,0.868,0.853,0.858,0.85|0.86|0.912|0.843|1</a:t>
                      </a:r>
                    </a:p>
                  </a:txBody>
                  <a:tcPr marL="37052" marR="37052" marT="37052" marB="37052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108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3339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B850-6888-D114-0094-026C3624E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Useful links: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>
                <a:hlinkClick r:id="rId2"/>
              </a:rPr>
              <a:t>https://dev.azure.com/mit-us/PrimeWiki/_wiki/wikis/PrimeWiki.wiki/99519/Idsk</a:t>
            </a:r>
            <a:endParaRPr 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2C4A8D-B23E-B468-935F-F66362987C1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IntelOne Text Light" panose="020B04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SBFT - MPE</a:t>
            </a:r>
            <a:endParaRPr lang="en-US" dirty="0">
              <a:solidFill>
                <a:schemeClr val="tx1"/>
              </a:solidFill>
              <a:latin typeface="IntelOne Text Light" panose="020B0403020203020204" pitchFamily="34" charset="77"/>
              <a:ea typeface="Intel Clear" panose="020B0604020203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981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5428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New Intel White">
  <a:themeElements>
    <a:clrScheme name="Custom 1">
      <a:dk1>
        <a:srgbClr val="525252"/>
      </a:dk1>
      <a:lt1>
        <a:srgbClr val="FFFFFF"/>
      </a:lt1>
      <a:dk2>
        <a:srgbClr val="004A86"/>
      </a:dk2>
      <a:lt2>
        <a:srgbClr val="FFFFFF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FFFFFF"/>
      </a:hlink>
      <a:folHlink>
        <a:srgbClr val="0068B5"/>
      </a:folHlink>
    </a:clrScheme>
    <a:fontScheme name="IntelOne">
      <a:majorFont>
        <a:latin typeface="IntelOne Display Light"/>
        <a:ea typeface="Helvetica Neue"/>
        <a:cs typeface="Helvetica Neue"/>
      </a:majorFont>
      <a:minorFont>
        <a:latin typeface="IntelOne Text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0" tIns="0" rIns="0" bIns="0" numCol="1" spcCol="38100" rtlCol="0" anchor="t" anchorCtr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cap="none" spc="0" normalizeH="0" baseline="0" dirty="0" err="1" smtClean="0">
            <a:ln>
              <a:noFill/>
            </a:ln>
            <a:solidFill>
              <a:schemeClr val="tx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New Intel White" id="{06C70B9C-7358-449D-93D4-C643ABFF129F}" vid="{480FD5A7-BEB4-4F42-B2E5-FFC8D6F7CDD5}"/>
    </a:ext>
  </a:extLst>
</a:theme>
</file>

<file path=ppt/theme/theme3.xml><?xml version="1.0" encoding="utf-8"?>
<a:theme xmlns:a="http://schemas.openxmlformats.org/drawingml/2006/main" name="1_Office Theme">
  <a:themeElements>
    <a:clrScheme name="intel2020-blue">
      <a:dk1>
        <a:srgbClr val="FFFFFF"/>
      </a:dk1>
      <a:lt1>
        <a:srgbClr val="525252"/>
      </a:lt1>
      <a:dk2>
        <a:srgbClr val="FFFFFF"/>
      </a:dk2>
      <a:lt2>
        <a:srgbClr val="004A86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IntelOne">
      <a:majorFont>
        <a:latin typeface="IntelOne Display Light"/>
        <a:ea typeface="Helvetica Neue"/>
        <a:cs typeface="Helvetica Neue"/>
      </a:majorFont>
      <a:minorFont>
        <a:latin typeface="IntelOne Display Regular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nternal ppt template keynote blue" id="{31221947-E336-7B43-A774-6BE63F5B60EC}" vid="{F8EF2484-51C3-E645-B76A-63CD2AC57292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0A9FE8E47E854D92A6F31317A3C608" ma:contentTypeVersion="12" ma:contentTypeDescription="Create a new document." ma:contentTypeScope="" ma:versionID="374fa6d56ebbe358ea799f5092c51f12">
  <xsd:schema xmlns:xsd="http://www.w3.org/2001/XMLSchema" xmlns:xs="http://www.w3.org/2001/XMLSchema" xmlns:p="http://schemas.microsoft.com/office/2006/metadata/properties" xmlns:ns2="5f2f9a59-a684-4e9c-b66b-f410df88de15" xmlns:ns3="a6390a3d-4008-4861-b6e8-5df78f283c37" targetNamespace="http://schemas.microsoft.com/office/2006/metadata/properties" ma:root="true" ma:fieldsID="18b6c0b95db41650b6115ff59ef7aa1f" ns2:_="" ns3:_="">
    <xsd:import namespace="5f2f9a59-a684-4e9c-b66b-f410df88de15"/>
    <xsd:import namespace="a6390a3d-4008-4861-b6e8-5df78f283c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f9a59-a684-4e9c-b66b-f410df88de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390a3d-4008-4861-b6e8-5df78f283c37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FC8DFDF-4C0D-4686-A395-2EFF25FD6878}"/>
</file>

<file path=customXml/itemProps2.xml><?xml version="1.0" encoding="utf-8"?>
<ds:datastoreItem xmlns:ds="http://schemas.openxmlformats.org/officeDocument/2006/customXml" ds:itemID="{1570B130-66BF-459A-AFEA-C8009B4A42DE}"/>
</file>

<file path=customXml/itemProps3.xml><?xml version="1.0" encoding="utf-8"?>
<ds:datastoreItem xmlns:ds="http://schemas.openxmlformats.org/officeDocument/2006/customXml" ds:itemID="{8FD180EF-93BF-4792-AFE8-43E52AED5B7F}"/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16579</TotalTime>
  <Words>549</Words>
  <Application>Microsoft Office PowerPoint</Application>
  <PresentationFormat>Widescreen</PresentationFormat>
  <Paragraphs>121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31" baseType="lpstr">
      <vt:lpstr>Arial</vt:lpstr>
      <vt:lpstr>Calibri</vt:lpstr>
      <vt:lpstr>Calibri Light</vt:lpstr>
      <vt:lpstr>Helvetica</vt:lpstr>
      <vt:lpstr>Helvetica Neue Medium</vt:lpstr>
      <vt:lpstr>Intel Clear</vt:lpstr>
      <vt:lpstr>IntelOne Display Bold</vt:lpstr>
      <vt:lpstr>IntelOne Display Light</vt:lpstr>
      <vt:lpstr>IntelOne Display Regular</vt:lpstr>
      <vt:lpstr>IntelOne Text</vt:lpstr>
      <vt:lpstr>IntelOne Text Light</vt:lpstr>
      <vt:lpstr>Segoe UI VSS (Regular)</vt:lpstr>
      <vt:lpstr>Wingdings</vt:lpstr>
      <vt:lpstr>Office Theme</vt:lpstr>
      <vt:lpstr>3_New Intel White</vt:lpstr>
      <vt:lpstr>1_Office Theme</vt:lpstr>
      <vt:lpstr>PowerPoint Presentation</vt:lpstr>
      <vt:lpstr>Intra Die Statistical Kill (IDSK)</vt:lpstr>
      <vt:lpstr>PowerPoint Presentation</vt:lpstr>
      <vt:lpstr>Z-score and Vmin Delta</vt:lpstr>
      <vt:lpstr>PowerPoint Presentation</vt:lpstr>
      <vt:lpstr>IDSK instance parameters</vt:lpstr>
      <vt:lpstr>PowerPoint Presentation</vt:lpstr>
      <vt:lpstr>Data log output</vt:lpstr>
      <vt:lpstr>Data log output</vt:lpstr>
      <vt:lpstr>Exit Ports </vt:lpstr>
      <vt:lpstr>Script analysis</vt:lpstr>
      <vt:lpstr>Script analysis</vt:lpstr>
      <vt:lpstr>QA failure example</vt:lpstr>
      <vt:lpstr>Useful links:  https://dev.azure.com/mit-us/PrimeWiki/_wiki/wikis/PrimeWiki.wiki/99519/Idsk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IDSK</dc:title>
  <dc:creator>Loaiza Rodriguez, Carolina</dc:creator>
  <cp:lastModifiedBy>Loaiza Rodriguez, Carolina</cp:lastModifiedBy>
  <cp:revision>1</cp:revision>
  <dcterms:created xsi:type="dcterms:W3CDTF">2024-02-06T16:34:14Z</dcterms:created>
  <dcterms:modified xsi:type="dcterms:W3CDTF">2024-05-14T19:36:30Z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0x010100A80A9FE8E47E854D92A6F31317A3C608</vt:lpwstr>
  </property>
</Properties>
</file>