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7" r:id="rId4"/>
    <p:sldId id="258" r:id="rId5"/>
    <p:sldId id="259" r:id="rId6"/>
    <p:sldId id="269" r:id="rId7"/>
    <p:sldId id="270" r:id="rId8"/>
    <p:sldId id="271" r:id="rId9"/>
    <p:sldId id="263" r:id="rId10"/>
    <p:sldId id="272" r:id="rId11"/>
    <p:sldId id="279" r:id="rId12"/>
    <p:sldId id="273" r:id="rId13"/>
    <p:sldId id="274" r:id="rId14"/>
    <p:sldId id="275" r:id="rId15"/>
    <p:sldId id="278" r:id="rId16"/>
    <p:sldId id="276" r:id="rId17"/>
    <p:sldId id="277" r:id="rId18"/>
    <p:sldId id="280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mez Cervantes, Bryan" userId="477b6bce-93b3-49c4-af45-71cdf43b98cb" providerId="ADAL" clId="{5D2864A8-B380-44BC-A16E-4EA0AE240E45}"/>
    <pc:docChg chg="modSld">
      <pc:chgData name="Gomez Cervantes, Bryan" userId="477b6bce-93b3-49c4-af45-71cdf43b98cb" providerId="ADAL" clId="{5D2864A8-B380-44BC-A16E-4EA0AE240E45}" dt="2021-09-09T23:41:57.471" v="0" actId="1076"/>
      <pc:docMkLst>
        <pc:docMk/>
      </pc:docMkLst>
      <pc:sldChg chg="modSp mod">
        <pc:chgData name="Gomez Cervantes, Bryan" userId="477b6bce-93b3-49c4-af45-71cdf43b98cb" providerId="ADAL" clId="{5D2864A8-B380-44BC-A16E-4EA0AE240E45}" dt="2021-09-09T23:41:57.471" v="0" actId="1076"/>
        <pc:sldMkLst>
          <pc:docMk/>
          <pc:sldMk cId="592714996" sldId="279"/>
        </pc:sldMkLst>
        <pc:picChg chg="mod">
          <ac:chgData name="Gomez Cervantes, Bryan" userId="477b6bce-93b3-49c4-af45-71cdf43b98cb" providerId="ADAL" clId="{5D2864A8-B380-44BC-A16E-4EA0AE240E45}" dt="2021-09-09T23:41:57.471" v="0" actId="1076"/>
          <ac:picMkLst>
            <pc:docMk/>
            <pc:sldMk cId="592714996" sldId="279"/>
            <ac:picMk id="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1122363"/>
            <a:ext cx="107696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490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777875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1500" y="1333500"/>
            <a:ext cx="11137900" cy="4843463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 sz="3200" spc="0" baseline="0">
                <a:solidFill>
                  <a:schemeClr val="bg1"/>
                </a:solidFill>
              </a:defRPr>
            </a:lvl1pPr>
            <a:lvl2pPr marL="914400" indent="-457200">
              <a:buFont typeface="Wingdings" panose="05000000000000000000" pitchFamily="2" charset="2"/>
              <a:buChar char="q"/>
              <a:defRPr sz="2800">
                <a:solidFill>
                  <a:schemeClr val="bg1"/>
                </a:solidFill>
              </a:defRPr>
            </a:lvl2pPr>
            <a:lvl3pPr marL="1371600" indent="-457200"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stylessdgfsdfgbsdfgbsdbdfbdfbdbfsfdsfbdsfbfsd</a:t>
            </a:r>
            <a:endParaRPr lang="en-US" dirty="0"/>
          </a:p>
          <a:p>
            <a:pPr lvl="1"/>
            <a:r>
              <a:rPr lang="en-US" dirty="0"/>
              <a:t>Second level ehwtytttttttttttttttttttttttttttttttttttttttttttttttttttttttttttttttttttttt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817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973DDF-D02E-4FE2-A083-5F51A84F9A0C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817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58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973DDF-D02E-4FE2-A083-5F51A84F9A0C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CE3D98-8C74-4FB9-8385-C9C71D4A2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75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973DDF-D02E-4FE2-A083-5F51A84F9A0C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CE3D98-8C74-4FB9-8385-C9C71D4A2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31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973DDF-D02E-4FE2-A083-5F51A84F9A0C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CE3D98-8C74-4FB9-8385-C9C71D4A2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52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  <a:prstGeom prst="rect">
            <a:avLst/>
          </a:prstGeom>
        </p:spPr>
        <p:txBody>
          <a:bodyPr/>
          <a:lstStyle>
            <a:lvl1pPr>
              <a:defRPr lang="en-US" sz="4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 algn="ctr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944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973DDF-D02E-4FE2-A083-5F51A84F9A0C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944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4071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CE3D98-8C74-4FB9-8385-C9C71D4A2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07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973DDF-D02E-4FE2-A083-5F51A84F9A0C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CE3D98-8C74-4FB9-8385-C9C71D4A2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50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973DDF-D02E-4FE2-A083-5F51A84F9A0C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CE3D98-8C74-4FB9-8385-C9C71D4A2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78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973DDF-D02E-4FE2-A083-5F51A84F9A0C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CE3D98-8C74-4FB9-8385-C9C71D4A2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6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973DDF-D02E-4FE2-A083-5F51A84F9A0C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CE3D98-8C74-4FB9-8385-C9C71D4A2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53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973DDF-D02E-4FE2-A083-5F51A84F9A0C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CE3D98-8C74-4FB9-8385-C9C71D4A2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44449"/>
            <a:ext cx="10972800" cy="98874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733" baseline="0"/>
            </a:lvl1pPr>
          </a:lstStyle>
          <a:p>
            <a:r>
              <a:rPr lang="en-US" dirty="0"/>
              <a:t>28pt Light headline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268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87973DDF-D02E-4FE2-A083-5F51A84F9A0C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0924" y="6326811"/>
            <a:ext cx="650229" cy="365125"/>
          </a:xfrm>
          <a:prstGeom prst="rect">
            <a:avLst/>
          </a:prstGeom>
        </p:spPr>
        <p:txBody>
          <a:bodyPr/>
          <a:lstStyle/>
          <a:p>
            <a:fld id="{C7CE3D98-8C74-4FB9-8385-C9C71D4A295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7490" y="1600203"/>
            <a:ext cx="10889396" cy="46265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0379285" y="2468880"/>
            <a:ext cx="1219200" cy="1219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43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0765412" y="5754528"/>
            <a:ext cx="1426588" cy="110347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256659" y="6433752"/>
            <a:ext cx="2429435" cy="3289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Neo Sans Intel" panose="020B0504020202020204" pitchFamily="34" charset="0"/>
              </a:rPr>
              <a:t>MVE-PQV-DTV Functional</a:t>
            </a:r>
            <a:br>
              <a:rPr lang="en-US" sz="1600" dirty="0">
                <a:solidFill>
                  <a:schemeClr val="bg1"/>
                </a:solidFill>
                <a:latin typeface="Neo Sans Intel" panose="020B0504020202020204" pitchFamily="34" charset="0"/>
              </a:rPr>
            </a:br>
            <a:endParaRPr lang="en-US" sz="1400" dirty="0">
              <a:solidFill>
                <a:schemeClr val="bg1"/>
              </a:solidFill>
              <a:latin typeface="Neo Sans Intel" panose="020B0504020202020204" pitchFamily="34" charset="0"/>
            </a:endParaRPr>
          </a:p>
        </p:txBody>
      </p:sp>
      <p:pic>
        <p:nvPicPr>
          <p:cNvPr id="23" name="Picture 22" descr="int_lookins_hrz_rgb_wht_24.png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90" y="219089"/>
            <a:ext cx="1969926" cy="579489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04635" y="6693501"/>
            <a:ext cx="17600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 rtl="0"/>
            <a:r>
              <a:rPr lang="en-US" sz="900" b="0" i="0" u="none" strike="noStrike" kern="1200" baseline="0" dirty="0">
                <a:solidFill>
                  <a:schemeClr val="bg1"/>
                </a:solidFill>
                <a:latin typeface="Neo Sans Intel"/>
                <a:ea typeface="+mn-ea"/>
                <a:cs typeface="Neo Sans Intel"/>
              </a:rPr>
              <a:t>Intel Confidential — Do Not Forward</a:t>
            </a:r>
          </a:p>
        </p:txBody>
      </p:sp>
    </p:spTree>
    <p:extLst>
      <p:ext uri="{BB962C8B-B14F-4D97-AF65-F5344CB8AC3E}">
        <p14:creationId xmlns:p14="http://schemas.microsoft.com/office/powerpoint/2010/main" val="3937046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.ith.intel.com/display/ITMH/Intel+Test+Methology+Handbook+-+Hom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SBFT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Julio Gutierrez</a:t>
            </a:r>
          </a:p>
        </p:txBody>
      </p:sp>
    </p:spTree>
    <p:extLst>
      <p:ext uri="{BB962C8B-B14F-4D97-AF65-F5344CB8AC3E}">
        <p14:creationId xmlns:p14="http://schemas.microsoft.com/office/powerpoint/2010/main" val="3125221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09497"/>
              </p:ext>
            </p:extLst>
          </p:nvPr>
        </p:nvGraphicFramePr>
        <p:xfrm>
          <a:off x="2707258" y="1453091"/>
          <a:ext cx="6777483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7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Topic: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Duration: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Functional Test 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SBFT 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Types</a:t>
                      </a:r>
                      <a:r>
                        <a:rPr lang="en-US" sz="3200" baseline="0" dirty="0"/>
                        <a:t> of SBFT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15</a:t>
                      </a:r>
                      <a:r>
                        <a:rPr lang="en-US" sz="3200" baseline="0" dirty="0"/>
                        <a:t> min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Readout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High Level SBFT Test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Q</a:t>
                      </a:r>
                      <a:r>
                        <a:rPr lang="en-US" sz="3200" baseline="0" dirty="0"/>
                        <a:t> &amp; A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725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Test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What is a functional test?</a:t>
            </a:r>
          </a:p>
          <a:p>
            <a:pPr lvl="1"/>
            <a:r>
              <a:rPr lang="en-US" sz="2400" dirty="0"/>
              <a:t>“Functional testing verifies device architecture; its coverage occurs when signal paths are exercised and correct functional behavior occurs” </a:t>
            </a:r>
          </a:p>
          <a:p>
            <a:r>
              <a:rPr lang="en-US" sz="2800" dirty="0"/>
              <a:t>Test writing flow</a:t>
            </a:r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endParaRPr lang="en-US" sz="2800" dirty="0"/>
          </a:p>
          <a:p>
            <a:r>
              <a:rPr lang="en-US" sz="2800" dirty="0"/>
              <a:t>Some DFTs used for test writing:</a:t>
            </a:r>
          </a:p>
          <a:p>
            <a:pPr lvl="1"/>
            <a:r>
              <a:rPr lang="en-US" sz="2400" dirty="0"/>
              <a:t>ATM, TAM, </a:t>
            </a:r>
            <a:r>
              <a:rPr lang="en-US" sz="2400" dirty="0" err="1"/>
              <a:t>MailBox</a:t>
            </a:r>
            <a:r>
              <a:rPr lang="en-US" sz="2400" dirty="0"/>
              <a:t>, WDAR, DDR Read/Return, etc.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19136"/>
            <a:ext cx="1076325" cy="10858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129181" y="4799495"/>
            <a:ext cx="1003852" cy="496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MAX 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69609" y="4278796"/>
            <a:ext cx="1341783" cy="7255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Built Test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0358" y="4393096"/>
            <a:ext cx="1178616" cy="496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Assembly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18294" y="3821596"/>
            <a:ext cx="1335572" cy="14809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format:</a:t>
            </a:r>
          </a:p>
          <a:p>
            <a:pPr algn="ctr"/>
            <a:r>
              <a:rPr lang="en-US" dirty="0"/>
              <a:t>ASM</a:t>
            </a:r>
          </a:p>
          <a:p>
            <a:pPr algn="ctr"/>
            <a:r>
              <a:rPr lang="en-US" dirty="0"/>
              <a:t>OBJ</a:t>
            </a:r>
          </a:p>
          <a:p>
            <a:pPr algn="ctr"/>
            <a:r>
              <a:rPr lang="en-US" dirty="0"/>
              <a:t>LDAT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3186" y="4393096"/>
            <a:ext cx="1178616" cy="496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VAULT + TVPV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60643" y="4492487"/>
            <a:ext cx="508966" cy="29817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1647825" y="4504082"/>
            <a:ext cx="508966" cy="29817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5001038" y="4492487"/>
            <a:ext cx="508966" cy="29817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6709328" y="4504082"/>
            <a:ext cx="508966" cy="29817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8564220" y="4504082"/>
            <a:ext cx="508966" cy="29817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2404233" y="3260035"/>
            <a:ext cx="7664105" cy="561561"/>
          </a:xfrm>
          <a:prstGeom prst="rightArrow">
            <a:avLst/>
          </a:prstGeom>
          <a:gradFill flip="none" rotWithShape="1">
            <a:gsLst>
              <a:gs pos="61000">
                <a:srgbClr val="DA6976"/>
              </a:gs>
              <a:gs pos="0">
                <a:srgbClr val="FF0000"/>
              </a:gs>
              <a:gs pos="77000">
                <a:schemeClr val="accent6"/>
              </a:gs>
              <a:gs pos="89000">
                <a:schemeClr val="accent6"/>
              </a:gs>
              <a:gs pos="100000">
                <a:schemeClr val="accent6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Machine Readable</a:t>
            </a:r>
          </a:p>
        </p:txBody>
      </p:sp>
      <p:sp>
        <p:nvSpPr>
          <p:cNvPr id="19" name="Right Arrow 18"/>
          <p:cNvSpPr/>
          <p:nvPr/>
        </p:nvSpPr>
        <p:spPr>
          <a:xfrm flipH="1">
            <a:off x="2355571" y="5302526"/>
            <a:ext cx="7664105" cy="561561"/>
          </a:xfrm>
          <a:prstGeom prst="rightArrow">
            <a:avLst/>
          </a:prstGeom>
          <a:gradFill>
            <a:gsLst>
              <a:gs pos="20000">
                <a:srgbClr val="DA6976"/>
              </a:gs>
              <a:gs pos="0">
                <a:srgbClr val="FF0000"/>
              </a:gs>
              <a:gs pos="74000">
                <a:schemeClr val="accent6"/>
              </a:gs>
              <a:gs pos="83000">
                <a:schemeClr val="accent6"/>
              </a:gs>
              <a:gs pos="100000">
                <a:schemeClr val="accent6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Human Readable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60768" y="4393096"/>
            <a:ext cx="1178616" cy="496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251802" y="4504082"/>
            <a:ext cx="508966" cy="29817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2138844" y="4062896"/>
            <a:ext cx="1039746" cy="5106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Libraries</a:t>
            </a:r>
          </a:p>
        </p:txBody>
      </p:sp>
    </p:spTree>
    <p:extLst>
      <p:ext uri="{BB962C8B-B14F-4D97-AF65-F5344CB8AC3E}">
        <p14:creationId xmlns:p14="http://schemas.microsoft.com/office/powerpoint/2010/main" val="3521842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SBFT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SBFT?</a:t>
            </a:r>
          </a:p>
          <a:p>
            <a:endParaRPr lang="en-US" dirty="0"/>
          </a:p>
          <a:p>
            <a:pPr lvl="1"/>
            <a:r>
              <a:rPr lang="en-US" dirty="0"/>
              <a:t>The acronym stands for Structural Base Functional Test, it refers to a test method that enables application of at-speed functional test on low-pin-count structural tester. </a:t>
            </a:r>
          </a:p>
        </p:txBody>
      </p:sp>
    </p:spTree>
    <p:extLst>
      <p:ext uri="{BB962C8B-B14F-4D97-AF65-F5344CB8AC3E}">
        <p14:creationId xmlns:p14="http://schemas.microsoft.com/office/powerpoint/2010/main" val="293529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SBFT content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333500"/>
            <a:ext cx="5285836" cy="4843463"/>
          </a:xfrm>
        </p:spPr>
        <p:txBody>
          <a:bodyPr/>
          <a:lstStyle/>
          <a:p>
            <a:r>
              <a:rPr lang="en-US" dirty="0"/>
              <a:t>Core Coverage:</a:t>
            </a:r>
          </a:p>
          <a:p>
            <a:pPr lvl="1"/>
            <a:r>
              <a:rPr lang="en-US" dirty="0"/>
              <a:t>SBFT MLC</a:t>
            </a:r>
          </a:p>
          <a:p>
            <a:pPr lvl="2"/>
            <a:r>
              <a:rPr lang="en-US" dirty="0"/>
              <a:t>Functional test is loaded into MLC memory</a:t>
            </a:r>
          </a:p>
          <a:p>
            <a:pPr lvl="2"/>
            <a:r>
              <a:rPr lang="en-US" dirty="0"/>
              <a:t>Cores are isolated to prevent a failing core from interfering</a:t>
            </a:r>
            <a:br>
              <a:rPr lang="en-US" dirty="0"/>
            </a:br>
            <a:r>
              <a:rPr lang="en-US" dirty="0"/>
              <a:t>with the other cores</a:t>
            </a:r>
          </a:p>
          <a:p>
            <a:pPr lvl="2"/>
            <a:r>
              <a:rPr lang="en-US" dirty="0"/>
              <a:t>Capability for parallel testing</a:t>
            </a:r>
          </a:p>
          <a:p>
            <a:pPr lvl="2"/>
            <a:r>
              <a:rPr lang="en-US" dirty="0"/>
              <a:t>High reusability across products.</a:t>
            </a:r>
          </a:p>
          <a:p>
            <a:pPr lvl="2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 cstate="print"/>
          <a:srcRect t="-1" b="25822"/>
          <a:stretch/>
        </p:blipFill>
        <p:spPr bwMode="auto">
          <a:xfrm>
            <a:off x="6907782" y="1333500"/>
            <a:ext cx="3851910" cy="3931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4"/>
          <p:cNvSpPr/>
          <p:nvPr/>
        </p:nvSpPr>
        <p:spPr>
          <a:xfrm>
            <a:off x="5099201" y="4379121"/>
            <a:ext cx="1712068" cy="5739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Functional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5431" y="4554219"/>
            <a:ext cx="602351" cy="2237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MLC Test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75" y="1817442"/>
            <a:ext cx="5705475" cy="40671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999624" y="2683956"/>
            <a:ext cx="1074656" cy="3864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MLC Test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782" y="1333500"/>
            <a:ext cx="38766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64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07407E-6 L 3.125E-6 0.00024 L 0.09648 -4.07407E-6 C 0.09609 -0.06435 0.09583 -0.1287 0.09557 -0.19305 L 0.08528 -0.24838 " pathEditMode="relative" rAng="0" ptsTypes="AAAAA">
                                      <p:cBhvr>
                                        <p:cTn id="2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18" y="-1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528 -0.24838 L 0.08528 -0.24815 C 0.08841 -0.17639 0.08125 -0.14283 0.16432 -0.20764 C 0.17356 -0.21482 0.16367 -0.24329 0.16328 -0.26134 C 0.16263 -0.25949 0.16145 -0.25787 0.16119 -0.25579 C 0.16106 -0.25255 0.16263 -0.24445 0.16328 -0.24097 C 0.16302 -0.23542 0.16276 -0.22986 0.16224 -0.22431 C 0.1621 -0.22246 0.16145 -0.2206 0.16119 -0.21875 C 0.1608 -0.21435 0.16054 -0.20996 0.16015 -0.20579 C 0.16119 -0.2044 0.16224 -0.20301 0.16328 -0.20209 C 0.16432 -0.20116 0.16536 -0.20046 0.1664 -0.20023 C 0.17135 -0.19861 0.17617 -0.19815 0.18099 -0.19653 L 0.18619 -0.19468 L 0.20286 -0.19653 C 0.21093 -0.19722 0.21888 -0.19722 0.22682 -0.19838 C 0.22799 -0.19838 0.2289 -0.2 0.22994 -0.20023 C 0.2358 -0.20116 0.24179 -0.20139 0.24765 -0.20209 C 0.247 -0.20394 0.24609 -0.20556 0.24557 -0.20764 C 0.24466 -0.21111 0.24427 -0.21505 0.24349 -0.21875 C 0.24192 -0.22732 0.2427 -0.22246 0.2414 -0.23357 C 0.24114 -0.24213 0.24036 -0.2507 0.24036 -0.25949 C 0.24036 -0.26204 0.2401 -0.26574 0.2414 -0.2669 C 0.24244 -0.26783 0.24205 -0.26296 0.24244 -0.26134 C 0.24309 -0.25926 0.24401 -0.25787 0.24453 -0.25579 C 0.24544 -0.25209 0.24661 -0.24468 0.24661 -0.24445 C 0.247 -0.22917 0.24518 -0.2132 0.24765 -0.19838 C 0.2483 -0.19468 0.25169 -0.20185 0.2539 -0.20209 L 0.30703 -0.20394 C 0.30911 -0.20347 0.32031 -0.2 0.32369 -0.20394 C 0.3246 -0.20509 0.32161 -0.20509 0.32057 -0.20579 C 0.31731 -0.21459 0.31888 -0.20926 0.3164 -0.22246 L 0.31536 -0.22801 C 0.31575 -0.24398 0.31562 -0.26019 0.3164 -0.27616 C 0.31653 -0.27801 0.31692 -0.27222 0.31744 -0.2706 C 0.32343 -0.25139 0.32031 -0.26644 0.32265 -0.25394 C 0.32239 -0.24468 0.32239 -0.23519 0.32161 -0.22616 C 0.32031 -0.20996 0.32005 -0.21991 0.31744 -0.20949 C 0.3138 -0.19491 0.31783 -0.20139 0.31224 -0.19468 C 0.31197 -0.19283 0.31184 -0.19051 0.31119 -0.18912 C 0.31041 -0.18727 0.30937 -0.18542 0.30807 -0.18542 L 0.27578 -0.18727 C 0.26393 -0.18935 0.25677 -0.19144 0.24349 -0.18727 C 0.24244 -0.18681 0.24283 -0.18357 0.24244 -0.18171 C 0.24283 -0.15509 0.24349 -0.12871 0.24349 -0.10209 C 0.24349 -0.02384 0.24622 -0.04491 0.2414 -0.01134 C 0.24075 -0.0132 0.23984 -0.01482 0.23932 -0.0169 C 0.23841 -0.02037 0.23854 -0.02477 0.23724 -0.02801 C 0.23658 -0.02986 0.23567 -0.03148 0.23515 -0.03357 C 0.23424 -0.03704 0.23307 -0.04468 0.23307 -0.04445 C 0.23281 -0.05139 0.23255 -0.05834 0.23203 -0.06505 C 0.2319 -0.0669 0.23099 -0.06852 0.23099 -0.0706 C 0.23099 -0.07315 0.23177 -0.07546 0.23203 -0.07801 C 0.23307 -0.07732 0.23437 -0.07755 0.23515 -0.07616 C 0.23697 -0.07292 0.23932 -0.06505 0.23932 -0.06482 C 0.24088 -0.04653 0.24179 -0.04005 0.23932 -0.0169 C 0.23906 -0.01459 0.23724 -0.01435 0.23619 -0.0132 C 0.23138 -0.01389 0.22656 -0.01482 0.22161 -0.01505 C 0.16315 -0.01806 0.18112 0.00162 0.16224 -0.0206 C 0.16158 -0.02431 0.16145 -0.02847 0.16015 -0.03171 C 0.1595 -0.03357 0.15872 -0.03519 0.15807 -0.03727 C 0.15377 -0.05255 0.16093 -0.03241 0.15494 -0.04838 C 0.15585 -0.06597 0.1526 -0.06852 0.15911 -0.07431 C 0.16015 -0.07523 0.16119 -0.07546 0.16224 -0.07616 L 0.16328 -0.0706 L 0.16328 -0.07037 " pathEditMode="relative" rAng="0" ptsTypes="AAAAAAAAAAAAAAAAAAAAAAAAAAAAAAAAAAAAAAAAAAAAAAAAAAAAAAAAAAAAAAAAA">
                                      <p:cBhvr>
                                        <p:cTn id="46" dur="7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27" y="10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6" grpId="2" animBg="1"/>
      <p:bldP spid="9" grpId="0" animBg="1"/>
      <p:bldP spid="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SBFT content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333500"/>
            <a:ext cx="5285836" cy="4843463"/>
          </a:xfrm>
        </p:spPr>
        <p:txBody>
          <a:bodyPr/>
          <a:lstStyle/>
          <a:p>
            <a:r>
              <a:rPr lang="en-US" dirty="0"/>
              <a:t>Core Coverage:</a:t>
            </a:r>
          </a:p>
          <a:p>
            <a:pPr lvl="1"/>
            <a:r>
              <a:rPr lang="en-US" dirty="0"/>
              <a:t>SBFT LLC</a:t>
            </a:r>
          </a:p>
          <a:p>
            <a:pPr lvl="2"/>
            <a:r>
              <a:rPr lang="en-US" dirty="0"/>
              <a:t>Functional test is loaded into LLC memory</a:t>
            </a:r>
          </a:p>
          <a:p>
            <a:pPr lvl="2"/>
            <a:r>
              <a:rPr lang="en-US" dirty="0"/>
              <a:t>Tile/Slice are isolated to prevent a failing Tile/Slice from interfering</a:t>
            </a:r>
            <a:br>
              <a:rPr lang="en-US" dirty="0"/>
            </a:br>
            <a:r>
              <a:rPr lang="en-US" dirty="0"/>
              <a:t>with the other cores</a:t>
            </a:r>
          </a:p>
          <a:p>
            <a:pPr lvl="2"/>
            <a:r>
              <a:rPr lang="en-US" dirty="0"/>
              <a:t>Capability for parallel testing</a:t>
            </a:r>
          </a:p>
          <a:p>
            <a:pPr lvl="2"/>
            <a:r>
              <a:rPr lang="en-US" dirty="0"/>
              <a:t>High reusability across products.</a:t>
            </a:r>
          </a:p>
          <a:p>
            <a:pPr lvl="2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 cstate="print"/>
          <a:srcRect t="-1" b="25822"/>
          <a:stretch/>
        </p:blipFill>
        <p:spPr bwMode="auto">
          <a:xfrm>
            <a:off x="6907782" y="1333500"/>
            <a:ext cx="3851910" cy="3931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4"/>
          <p:cNvSpPr/>
          <p:nvPr/>
        </p:nvSpPr>
        <p:spPr>
          <a:xfrm>
            <a:off x="5099201" y="4379121"/>
            <a:ext cx="1712068" cy="5739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Functional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5431" y="4554219"/>
            <a:ext cx="602351" cy="2237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LLC Test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782" y="1274445"/>
            <a:ext cx="388620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3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04 -0.00092 0.00208 -0.00254 0.00338 -0.00301 C 0.0056 -0.0037 0.00794 -0.00324 0.01015 -0.0037 C 0.01055 -0.0037 0.01107 -0.00416 0.01146 -0.00439 C 0.01198 -0.00486 0.01263 -0.00486 0.01315 -0.00532 C 0.01836 -0.00486 0.0237 -0.00486 0.0289 -0.00439 C 0.02956 -0.00439 0.03008 -0.0037 0.0306 -0.0037 C 0.03463 -0.0037 0.03854 -0.00416 0.04258 -0.00439 L 0.0681 -0.0037 C 0.06901 -0.0037 0.06979 -0.00301 0.0707 -0.00301 C 0.07526 -0.00301 0.07982 -0.00347 0.08437 -0.0037 L 0.08515 -0.00833 C 0.08528 -0.00902 0.08555 -0.00972 0.08555 -0.01041 L 0.08607 -0.01435 C 0.0862 -0.01921 0.0862 -0.02384 0.08646 -0.0287 C 0.08646 -0.02986 0.08685 -0.03078 0.08685 -0.03171 C 0.08711 -0.03541 0.08711 -0.03935 0.08724 -0.04305 C 0.0875 -0.05347 0.0875 -0.06389 0.08776 -0.07407 C 0.08789 -0.08125 0.08776 -0.08842 0.08815 -0.09537 C 0.08828 -0.09699 0.08854 -0.09861 0.08906 -0.1 L 0.08984 -0.10231 C 0.08971 -0.10648 0.08971 -0.11088 0.08945 -0.11504 C 0.08932 -0.11643 0.0888 -0.11898 0.08854 -0.12037 C 0.08763 -0.13171 0.08841 -0.12754 0.08724 -0.13333 C 0.08685 -0.13935 0.08698 -0.13981 0.08646 -0.14537 C 0.08607 -0.15023 0.08581 -0.15069 0.08555 -0.15602 C 0.08541 -0.15949 0.08541 -0.16319 0.08515 -0.16666 C 0.08502 -0.16921 0.08437 -0.1743 0.08437 -0.1743 C 0.08411 -0.17893 0.08411 -0.18379 0.08385 -0.18865 C 0.08385 -0.19027 0.08281 -0.19537 0.08255 -0.19629 L 0.08216 -0.19838 C 0.08177 -0.20092 0.08125 -0.2037 0.08008 -0.20532 C 0.07838 -0.20717 0.0793 -0.20648 0.07747 -0.20764 C 0.07461 -0.21111 0.07591 -0.20995 0.0737 -0.21134 C 0.06875 -0.21088 0.06706 -0.21435 0.0664 -0.20833 C 0.06627 -0.20648 0.06614 -0.20486 0.06601 -0.20301 C 0.06614 -0.20092 0.06614 -0.19884 0.0664 -0.19699 C 0.06653 -0.19606 0.06706 -0.1956 0.06732 -0.19467 C 0.06745 -0.19398 0.06732 -0.19305 0.06771 -0.19236 C 0.06836 -0.1912 0.06953 -0.19074 0.07031 -0.18935 C 0.07187 -0.18657 0.07096 -0.1875 0.07278 -0.18634 C 0.07565 -0.18125 0.07252 -0.18611 0.07539 -0.18333 C 0.0763 -0.1824 0.07695 -0.18078 0.07786 -0.18032 C 0.08177 -0.17847 0.08021 -0.17939 0.08255 -0.17801 C 0.08372 -0.17824 0.08763 -0.17731 0.08906 -0.18032 C 0.08932 -0.18102 0.08932 -0.18171 0.08945 -0.18264 C 0.08919 -0.18518 0.08906 -0.19074 0.08815 -0.19328 C 0.08789 -0.19398 0.0875 -0.19467 0.08724 -0.19537 C 0.08711 -0.19606 0.08698 -0.19699 0.08685 -0.19768 C 0.08659 -0.19907 0.08633 -0.20023 0.08607 -0.20162 C 0.08541 -0.2037 0.08463 -0.20648 0.08385 -0.20833 C 0.08346 -0.20949 0.08307 -0.21041 0.08255 -0.21134 C 0.08229 -0.21203 0.08203 -0.21273 0.08177 -0.21365 C 0.08099 -0.21643 0.0819 -0.21597 0.08008 -0.21828 C 0.07969 -0.21852 0.07916 -0.21875 0.07877 -0.21898 L 0.0737 -0.21828 C 0.06562 -0.21713 0.06875 -0.21875 0.0651 -0.21666 C 0.06471 -0.2162 0.06406 -0.21597 0.0638 -0.21504 C 0.06354 -0.21389 0.06276 -0.20532 0.06263 -0.20301 C 0.06289 -0.19305 0.06237 -0.19213 0.06341 -0.18564 C 0.06367 -0.18379 0.06393 -0.1824 0.06471 -0.18102 C 0.0651 -0.18032 0.06562 -0.18009 0.06601 -0.17963 C 0.0681 -0.17639 0.06627 -0.17777 0.06849 -0.17662 C 0.06901 -0.17592 0.0694 -0.17546 0.06979 -0.175 C 0.0707 -0.1743 0.07239 -0.17338 0.07239 -0.17338 C 0.07409 -0.17407 0.075 -0.17407 0.07669 -0.175 C 0.07747 -0.17546 0.07825 -0.17639 0.07916 -0.17662 L 0.08854 -0.17731 C 0.08932 -0.17754 0.08997 -0.17801 0.09075 -0.17801 C 0.09245 -0.17801 0.09414 -0.17754 0.09583 -0.17731 C 0.09661 -0.17708 0.09791 -0.17615 0.09883 -0.17569 C 0.1 -0.17592 0.10104 -0.17615 0.10221 -0.17662 C 0.1043 -0.17708 0.10273 -0.17731 0.10482 -0.1787 C 0.10534 -0.17916 0.10586 -0.17939 0.10651 -0.17963 C 0.11419 -0.1787 0.11406 -0.17824 0.12187 -0.17963 C 0.12252 -0.17963 0.12409 -0.18055 0.12474 -0.18102 C 0.12851 -0.18078 0.13216 -0.18078 0.13594 -0.18032 C 0.13633 -0.18032 0.13672 -0.17963 0.13711 -0.17963 C 0.13893 -0.17916 0.14088 -0.17916 0.14271 -0.1787 C 0.14388 -0.17847 0.14492 -0.17824 0.14609 -0.17801 L 0.15208 -0.1787 C 0.15521 -0.17916 0.15833 -0.17893 0.16146 -0.17963 C 0.16237 -0.17963 0.16406 -0.18102 0.16406 -0.18102 C 0.16432 -0.18171 0.16484 -0.1824 0.16484 -0.18333 C 0.16497 -0.18727 0.16484 -0.19143 0.16445 -0.19537 C 0.16432 -0.19629 0.16289 -0.20416 0.16224 -0.20602 C 0.16211 -0.20694 0.16172 -0.20764 0.16146 -0.20833 C 0.16107 -0.20926 0.16068 -0.21064 0.16015 -0.21134 C 0.15976 -0.2118 0.15937 -0.21203 0.15885 -0.21203 C 0.15599 -0.2125 0.15325 -0.21273 0.15039 -0.21296 C 0.14739 -0.21273 0.1444 -0.21273 0.1414 -0.21203 C 0.14088 -0.21203 0.14049 -0.21134 0.1401 -0.21064 C 0.13971 -0.20972 0.13958 -0.20856 0.13932 -0.20764 C 0.1388 -0.20555 0.13867 -0.2037 0.13841 -0.20162 C 0.1388 -0.19305 0.13841 -0.19282 0.13932 -0.18703 C 0.13945 -0.18634 0.13945 -0.18541 0.13971 -0.18495 C 0.14088 -0.18217 0.14245 -0.17986 0.14401 -0.17801 C 0.14479 -0.17708 0.14557 -0.17569 0.14648 -0.175 C 0.14961 -0.17268 0.14791 -0.17384 0.15169 -0.17199 C 0.15599 -0.17268 0.15573 -0.17222 0.15885 -0.17338 C 0.1595 -0.17361 0.16002 -0.17384 0.16055 -0.1743 C 0.16133 -0.17477 0.16198 -0.17523 0.16276 -0.17569 C 0.16315 -0.17592 0.16354 -0.17615 0.16406 -0.17662 C 0.16432 -0.17731 0.16458 -0.17801 0.16484 -0.1787 C 0.16523 -0.18032 0.16575 -0.18333 0.16575 -0.18333 C 0.16562 -0.18727 0.16562 -0.19143 0.16523 -0.19537 C 0.16523 -0.19629 0.16484 -0.19699 0.16445 -0.19768 C 0.16406 -0.19838 0.16354 -0.19861 0.16315 -0.1993 C 0.16198 -0.20069 0.16068 -0.20208 0.15976 -0.2037 C 0.15937 -0.20463 0.15898 -0.20555 0.15846 -0.20602 C 0.15807 -0.20648 0.15755 -0.20648 0.15716 -0.20671 C 0.15078 -0.21111 0.15859 -0.20625 0.15338 -0.20902 C 0.15208 -0.20972 0.15078 -0.21088 0.14948 -0.21134 C 0.14336 -0.21342 0.14661 -0.2125 0.13971 -0.21435 C 0.13802 -0.21527 0.1375 -0.21597 0.13541 -0.21435 C 0.13502 -0.21412 0.13489 -0.21296 0.13463 -0.21203 C 0.13437 -0.21111 0.13372 -0.20787 0.13372 -0.20671 C 0.13372 -0.20509 0.13398 -0.20324 0.13411 -0.20162 C 0.1345 -0.19907 0.13515 -0.19467 0.13594 -0.19236 C 0.13607 -0.19166 0.13646 -0.19097 0.13672 -0.19004 C 0.13698 -0.18912 0.13724 -0.18796 0.13763 -0.18703 C 0.14036 -0.18102 0.13984 -0.18287 0.14271 -0.17963 C 0.14323 -0.17893 0.14375 -0.17777 0.1444 -0.17731 C 0.14661 -0.17523 0.14818 -0.1743 0.15039 -0.17338 C 0.15104 -0.17314 0.15182 -0.17291 0.15247 -0.17268 C 0.15612 -0.17407 0.15325 -0.17268 0.15638 -0.175 C 0.15729 -0.17569 0.1582 -0.17592 0.15937 -0.17662 C 0.15976 -0.17662 0.16015 -0.17708 0.16055 -0.17731 C 0.16185 -0.1787 0.16198 -0.17847 0.16276 -0.18102 C 0.16289 -0.18171 0.16289 -0.18264 0.16315 -0.18333 C 0.16341 -0.18402 0.16406 -0.18426 0.16445 -0.18495 L 0.16823 -0.18402 L 0.17252 -0.18333 C 0.17357 -0.1831 0.17448 -0.18287 0.17552 -0.18264 L 0.19557 -0.18333 C 0.19622 -0.18333 0.19857 -0.18449 0.19935 -0.18495 C 0.20234 -0.18449 0.20534 -0.18449 0.20833 -0.18402 C 0.20872 -0.18402 0.20911 -0.18333 0.20963 -0.18333 C 0.21172 -0.18333 0.2138 -0.18379 0.21601 -0.18402 C 0.22109 -0.18588 0.21888 -0.18518 0.22278 -0.18634 C 0.22565 -0.18611 0.22851 -0.18611 0.23138 -0.18564 C 0.23177 -0.18541 0.23216 -0.18495 0.23255 -0.18495 C 0.23476 -0.18495 0.23685 -0.18541 0.23906 -0.18564 C 0.23958 -0.18588 0.24023 -0.18588 0.24075 -0.18634 C 0.24219 -0.18796 0.24153 -0.19189 0.24114 -0.19398 C 0.24075 -0.1956 0.24036 -0.19791 0.23945 -0.19838 C 0.23646 -0.20023 0.2401 -0.19791 0.23646 -0.20069 C 0.23607 -0.20115 0.23555 -0.20115 0.23515 -0.20162 C 0.23268 -0.20324 0.23372 -0.20277 0.23138 -0.2037 C 0.2306 -0.20416 0.22995 -0.20416 0.22916 -0.20463 C 0.22799 -0.20509 0.22578 -0.20602 0.22578 -0.20602 C 0.22318 -0.20555 0.2207 -0.20532 0.2181 -0.20463 C 0.21719 -0.20439 0.21562 -0.20301 0.21562 -0.20301 C 0.21523 -0.20231 0.21471 -0.20162 0.21471 -0.20069 C 0.21458 -0.19606 0.21471 -0.1912 0.2151 -0.18634 C 0.21523 -0.18449 0.21706 -0.18264 0.21771 -0.18171 C 0.22135 -0.17731 0.21927 -0.18009 0.2237 -0.17569 C 0.2276 -0.17199 0.22383 -0.17453 0.22916 -0.17129 C 0.23008 -0.1706 0.23086 -0.17014 0.23177 -0.16967 C 0.23229 -0.16898 0.23281 -0.16805 0.23346 -0.16736 C 0.23398 -0.16689 0.23463 -0.16689 0.23515 -0.16666 C 0.23594 -0.1662 0.23659 -0.16551 0.23724 -0.16504 C 0.23776 -0.16481 0.23815 -0.16458 0.23854 -0.16435 C 0.23906 -0.16458 0.23971 -0.16435 0.23984 -0.16504 C 0.24036 -0.16689 0.2401 -0.16921 0.24023 -0.17129 C 0.24036 -0.17245 0.24153 -0.17939 0.24153 -0.17963 C 0.2418 -0.18032 0.24219 -0.18102 0.24245 -0.18171 C 0.24284 -0.18426 0.24323 -0.1868 0.24375 -0.18935 C 0.24388 -0.19004 0.24401 -0.19097 0.24414 -0.19166 C 0.24427 -0.19259 0.2444 -0.19375 0.24453 -0.19467 C 0.24427 -0.19838 0.24414 -0.20231 0.24375 -0.20602 C 0.24362 -0.20694 0.24323 -0.20787 0.24284 -0.20833 C 0.24049 -0.21088 0.23815 -0.21365 0.23555 -0.21504 C 0.23151 -0.21759 0.23112 -0.21805 0.22669 -0.21967 C 0.22435 -0.2206 0.22213 -0.22106 0.21979 -0.22199 C 0.21927 -0.22222 0.21875 -0.22268 0.2181 -0.22268 C 0.21653 -0.22314 0.21497 -0.22314 0.21341 -0.22338 C 0.21028 -0.21504 0.21159 -0.21944 0.21302 -0.19768 C 0.21302 -0.19676 0.21393 -0.19629 0.21432 -0.19537 C 0.21562 -0.19259 0.21536 -0.19074 0.21771 -0.18865 C 0.22122 -0.18541 0.21758 -0.18842 0.22109 -0.18634 C 0.22278 -0.18541 0.22409 -0.18402 0.22578 -0.18333 C 0.22682 -0.18287 0.23372 -0.18194 0.23437 -0.18171 L 0.2625 -0.18264 C 0.26406 -0.18264 0.26562 -0.1831 0.26719 -0.18333 C 0.2681 -0.18356 0.26914 -0.18402 0.27005 -0.18402 C 0.27682 -0.18449 0.28346 -0.18449 0.2901 -0.18495 C 0.29075 -0.18541 0.29127 -0.18611 0.2918 -0.18634 C 0.29271 -0.1868 0.29349 -0.1868 0.2944 -0.18703 C 0.29492 -0.18727 0.29557 -0.18773 0.29609 -0.18796 C 0.29844 -0.18703 0.30065 -0.18657 0.30286 -0.18564 C 0.30351 -0.18541 0.30403 -0.18518 0.30469 -0.18495 C 0.30534 -0.18449 0.30599 -0.18379 0.30677 -0.18333 C 0.31289 -0.18379 0.31614 -0.17893 0.31823 -0.18634 C 0.31849 -0.18703 0.31849 -0.18796 0.31875 -0.18865 C 0.31849 -0.19166 0.31849 -0.19352 0.31784 -0.19629 C 0.31758 -0.19722 0.31745 -0.19838 0.31693 -0.1993 C 0.31666 -0.2 0.31614 -0.20023 0.31575 -0.20069 C 0.3151 -0.20139 0.31458 -0.20231 0.31406 -0.20301 C 0.31354 -0.20347 0.31315 -0.20393 0.31276 -0.20463 C 0.31224 -0.20532 0.31198 -0.20625 0.31146 -0.20671 C 0.31094 -0.2074 0.31028 -0.2074 0.30976 -0.20764 C 0.30924 -0.20787 0.30885 -0.2081 0.30846 -0.20833 C 0.30768 -0.20879 0.30703 -0.20949 0.30638 -0.20995 C 0.3056 -0.21018 0.30495 -0.21041 0.30416 -0.21064 C 0.30156 -0.21041 0.2987 -0.21064 0.29609 -0.20995 C 0.29544 -0.20972 0.29505 -0.20856 0.29479 -0.20764 C 0.2944 -0.20625 0.29401 -0.20301 0.29401 -0.20301 C 0.29414 -0.20092 0.29362 -0.19467 0.29531 -0.19236 C 0.29557 -0.19189 0.29609 -0.19189 0.29648 -0.19166 C 0.29739 -0.19074 0.29805 -0.18912 0.29909 -0.18865 C 0.3 -0.18819 0.30078 -0.1875 0.30169 -0.18703 C 0.30221 -0.1868 0.30273 -0.18657 0.30338 -0.18634 C 0.30403 -0.18588 0.30482 -0.18541 0.30547 -0.18495 C 0.30833 -0.18541 0.3112 -0.18564 0.31406 -0.18634 C 0.31445 -0.18657 0.31484 -0.1868 0.31523 -0.18703 C 0.31614 -0.18796 0.31784 -0.19004 0.31784 -0.19004 C 0.31849 -0.19328 0.31836 -0.19213 0.31784 -0.19629 C 0.31771 -0.19699 0.31771 -0.19791 0.31745 -0.19838 C 0.31706 -0.1993 0.31653 -0.2 0.31614 -0.20069 C 0.31575 -0.20139 0.31562 -0.20231 0.31523 -0.20301 C 0.31471 -0.20393 0.31406 -0.20439 0.31354 -0.20532 C 0.31302 -0.20625 0.31276 -0.2074 0.31224 -0.20833 C 0.31185 -0.20926 0.3082 -0.21365 0.30807 -0.21365 C 0.30456 -0.21527 0.30794 -0.21389 0.30208 -0.21504 C 0.30117 -0.21527 0.30039 -0.21574 0.29948 -0.21597 C 0.29726 -0.21643 0.29492 -0.21689 0.29271 -0.21736 C 0.29166 -0.21713 0.2901 -0.21828 0.28971 -0.21666 C 0.2888 -0.21342 0.28997 -0.20926 0.29062 -0.20602 C 0.29075 -0.20509 0.29075 -0.20393 0.29101 -0.20301 C 0.29114 -0.20208 0.29153 -0.20162 0.2918 -0.20069 C 0.29193 -0.2 0.29206 -0.1993 0.29232 -0.19838 C 0.2944 -0.19097 0.29166 -0.20254 0.29401 -0.19328 C 0.29414 -0.19236 0.29414 -0.19143 0.2944 -0.19097 C 0.29479 -0.19004 0.29557 -0.18958 0.29609 -0.18865 C 0.29661 -0.18773 0.29687 -0.18634 0.29739 -0.18564 C 0.29805 -0.18472 0.29883 -0.18472 0.29948 -0.18402 C 0.30156 -0.1824 0.30065 -0.18264 0.30247 -0.18171 C 0.30859 -0.1787 0.29961 -0.18379 0.30586 -0.17963 C 0.30651 -0.17916 0.30703 -0.17916 0.30755 -0.1787 C 0.30846 -0.17824 0.31015 -0.17731 0.31015 -0.17731 C 0.31094 -0.17754 0.31341 -0.17777 0.31445 -0.1787 C 0.31536 -0.17963 0.31693 -0.18171 0.31693 -0.18171 C 0.31732 -0.18264 0.31797 -0.1831 0.31784 -0.18402 C 0.31771 -0.18495 0.31706 -0.18472 0.31653 -0.18495 C 0.31419 -0.18518 0.31172 -0.18541 0.30937 -0.18564 C 0.30651 -0.18541 0.30364 -0.18518 0.30078 -0.18495 C 0.29883 -0.18449 0.29844 -0.18379 0.29648 -0.18264 C 0.2957 -0.18194 0.29492 -0.18125 0.29401 -0.18102 L 0.28633 -0.18032 C 0.28515 -0.17986 0.28372 -0.18032 0.28294 -0.1787 C 0.28099 -0.17546 0.28216 -0.17662 0.27903 -0.17569 C 0.27552 -0.17685 0.27187 -0.17731 0.26836 -0.1787 C 0.26393 -0.18078 0.25963 -0.18402 0.25521 -0.18634 C 0.25273 -0.18773 0.25026 -0.18865 0.24791 -0.19004 C 0.247 -0.19074 0.24635 -0.19189 0.24544 -0.19236 C 0.24414 -0.19305 0.24284 -0.19328 0.24153 -0.19398 C 0.23737 -0.19583 0.24479 -0.19328 0.23776 -0.19537 C 0.23594 -0.19444 0.23607 -0.19514 0.23607 -0.19004 C 0.23607 -0.18819 0.23607 -0.17963 0.23685 -0.17569 C 0.23711 -0.17477 0.2375 -0.17384 0.23776 -0.17268 C 0.23802 -0.17152 0.23828 -0.17014 0.23854 -0.16898 C 0.23867 -0.16759 0.2388 -0.16643 0.23906 -0.16504 C 0.23919 -0.16435 0.23984 -0.16365 0.23984 -0.16296 C 0.24023 -0.15185 0.23997 -0.14051 0.24023 -0.12963 C 0.24023 -0.1287 0.24062 -0.12801 0.24075 -0.12731 C 0.24088 -0.12569 0.24088 -0.1243 0.24114 -0.12268 C 0.24127 -0.12199 0.2414 -0.12129 0.24153 -0.12037 C 0.24166 -0.11944 0.2418 -0.11828 0.24193 -0.11736 C 0.24219 -0.11527 0.24219 -0.11342 0.24245 -0.11134 C 0.24245 -0.11064 0.24271 -0.10972 0.24284 -0.10902 C 0.24388 -0.10231 0.24271 -0.10926 0.24375 -0.1037 C 0.24349 -0.09953 0.24349 -0.09514 0.24323 -0.09097 C 0.24284 -0.08264 0.24297 -0.08842 0.24245 -0.08264 C 0.24193 -0.07777 0.24219 -0.07754 0.24153 -0.07338 C 0.2414 -0.07268 0.24127 -0.07199 0.24114 -0.07106 C 0.24062 -0.06018 0.24023 -0.05879 0.24114 -0.04537 C 0.24114 -0.04421 0.24166 -0.04328 0.24193 -0.04236 C 0.24219 -0.04074 0.24219 -0.03935 0.24245 -0.03773 C 0.24245 -0.03703 0.24271 -0.03634 0.24284 -0.03564 C 0.24297 -0.03426 0.2431 -0.0331 0.24323 -0.03171 C 0.24349 -0.03009 0.24414 -0.02708 0.24414 -0.02708 C 0.24401 -0.02569 0.24388 -0.02407 0.24375 -0.02268 C 0.24362 -0.02176 0.24336 -0.02106 0.24323 -0.02037 C 0.2431 -0.01944 0.24297 -0.01828 0.24284 -0.01736 C 0.24271 -0.01666 0.24258 -0.01574 0.24245 -0.01504 C 0.24219 -0.01389 0.24193 -0.01088 0.24153 -0.00972 C 0.24127 -0.00902 0.24101 -0.00833 0.24075 -0.0074 C 0.24062 -0.00486 0.24101 -0.00208 0.24023 0 C 0.23984 0.00139 0.23776 0.00162 0.23776 0.00162 C 0.23359 0.00139 0.22943 0.00139 0.22539 0.00093 C 0.22487 0.0007 0.22448 0.00023 0.22409 0 C 0.22344 -0.00023 0.22265 -0.00046 0.222 -0.00069 C 0.22135 -0.00139 0.22083 -0.00231 0.22031 -0.00301 C 0.2194 -0.00393 0.21771 -0.00602 0.21771 -0.00602 C 0.21758 -0.00671 0.21732 -0.0074 0.21732 -0.00833 C 0.21732 -0.00995 0.21706 -0.01203 0.21771 -0.01365 C 0.21823 -0.01481 0.2194 -0.01481 0.22031 -0.01504 L 0.225 -0.01574 C 0.22552 -0.01597 0.22604 -0.01643 0.22669 -0.01666 C 0.22734 -0.01689 0.22812 -0.01689 0.22877 -0.01736 C 0.22969 -0.01782 0.23138 -0.01875 0.23138 -0.01875 C 0.23359 -0.01828 0.23594 -0.01805 0.23815 -0.01736 C 0.23906 -0.01713 0.24023 -0.01643 0.24114 -0.01574 C 0.24127 -0.01504 0.24153 -0.01435 0.24153 -0.01365 C 0.24153 -0.01018 0.24101 -0.0081 0.24075 -0.00532 C 0.24049 -0.00393 0.24049 -0.00277 0.24023 -0.00139 C 0.2401 -0.00046 0.24023 0.0007 0.23984 0.00162 C 0.23958 0.00232 0.23906 0.00278 0.23854 0.00301 C 0.23659 0.00486 0.23659 0.0044 0.23476 0.00533 C 0.23424 0.00556 0.23385 0.00579 0.23346 0.00625 C 0.23164 0.00579 0.22982 0.00579 0.22786 0.00533 C 0.22708 0.00533 0.22578 0.0044 0.225 0.00394 C 0.22305 0.00162 0.22135 -0.00092 0.2194 -0.00301 C 0.21875 -0.0037 0.21797 -0.00439 0.21732 -0.00532 C 0.21015 -0.01319 0.2181 -0.00463 0.21302 -0.00972 C 0.21002 -0.01273 0.21198 -0.01134 0.20963 -0.01273 C 0.20937 -0.01365 0.20833 -0.01435 0.20872 -0.01504 C 0.20937 -0.0162 0.21041 -0.01551 0.21133 -0.01574 C 0.21393 -0.01666 0.21302 -0.0162 0.21562 -0.01805 C 0.21966 -0.01782 0.22383 -0.01805 0.22786 -0.01736 C 0.22877 -0.01713 0.22956 -0.0162 0.23047 -0.01574 C 0.23099 -0.01551 0.23164 -0.01527 0.23216 -0.01504 C 0.23255 -0.01481 0.23307 -0.01458 0.23346 -0.01435 C 0.23502 -0.01365 0.23555 -0.01389 0.23685 -0.01273 C 0.24206 -0.00879 0.23555 -0.01365 0.23984 -0.00972 C 0.24023 -0.00949 0.24075 -0.00926 0.24114 -0.00902 C 0.2418 -0.00856 0.24375 -0.00578 0.24414 -0.00532 C 0.2444 -0.00439 0.24492 -0.00393 0.24492 -0.00301 C 0.24505 -0.00208 0.24479 -0.00139 0.24453 -0.00069 C 0.24388 0.00162 0.24258 0.00394 0.24114 0.00463 C 0.24062 0.00486 0.23997 0.0051 0.23945 0.00533 C 0.23893 0.00556 0.23854 0.00602 0.23815 0.00625 C 0.23672 0.00672 0.23528 0.00718 0.23385 0.00764 C 0.2332 0.00787 0.23242 0.00834 0.23177 0.00834 L 0.22669 0.00926 C 0.22435 0.01042 0.22604 0.00973 0.22278 0.01065 C 0.22213 0.01088 0.22135 0.01111 0.2207 0.01135 C 0.21797 0.01273 0.22096 0.01204 0.21732 0.01297 C 0.21601 0.0132 0.21471 0.01343 0.21341 0.01366 C 0.2112 0.01436 0.21107 0.01436 0.20911 0.01528 C 0.20807 0.01621 0.20703 0.01783 0.20573 0.01829 C 0.20299 0.01922 0.2043 0.01875 0.20195 0.01991 C 0.19948 0.01945 0.19713 0.01945 0.19466 0.01898 C 0.19362 0.01898 0.19271 0.01852 0.19166 0.01829 L 0.18828 0.0176 C 0.18398 0.01667 0.18424 0.01713 0.1806 0.01598 C 0.1789 0.01551 0.17604 0.01412 0.17461 0.01366 C 0.17383 0.01343 0.17291 0.0132 0.17213 0.01297 C 0.17005 0.01227 0.1681 0.01135 0.16614 0.01065 C 0.16523 0.01042 0.16445 0.00996 0.16354 0.00996 C 0.15664 0.00949 0.14961 0.00949 0.14271 0.00926 C 0.13919 0.00278 0.14401 0.01227 0.14062 0.00232 C 0.14023 0.00162 0.13958 0.00139 0.13932 0.00093 C 0.13789 -0.00162 0.13802 -0.00231 0.13711 -0.00532 C 0.13685 -0.00602 0.13659 -0.00671 0.13633 -0.0074 C 0.13646 -0.00926 0.13633 -0.01111 0.13672 -0.01273 C 0.13711 -0.01412 0.13867 -0.01458 0.13932 -0.01504 C 0.14466 -0.01921 0.1362 -0.0162 0.15039 -0.01736 C 0.15091 -0.01759 0.15143 -0.01805 0.15208 -0.01805 C 0.15586 -0.01805 0.15612 -0.01782 0.15885 -0.01666 C 0.15937 -0.01597 0.15976 -0.01574 0.16015 -0.01504 C 0.16146 -0.0125 0.16185 -0.01111 0.16224 -0.00833 C 0.1625 -0.00717 0.16263 -0.00625 0.16276 -0.00532 C 0.16263 -0.00139 0.16276 0.00255 0.16224 0.00625 C 0.16224 0.00695 0.16146 0.00672 0.16107 0.00695 C 0.15976 0.00718 0.15846 0.00741 0.15716 0.00764 C 0.15325 0.00741 0.14922 0.00764 0.14531 0.00695 C 0.14414 0.00672 0.1418 0.00394 0.14062 0.00301 C 0.13945 0.00232 0.13828 0.00186 0.13711 0.00093 C 0.13633 0.00023 0.13463 -0.00185 0.13372 -0.00301 C 0.13385 -0.00324 0.13437 -0.00764 0.13463 -0.00833 C 0.13489 -0.00902 0.13541 -0.00995 0.13594 -0.01041 C 0.1362 -0.01088 0.13685 -0.01064 0.13711 -0.01134 C 0.13737 -0.0118 0.13711 -0.01273 0.13711 -0.01365 L 0.13932 -0.01666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24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SBFT content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333500"/>
            <a:ext cx="5285836" cy="4843463"/>
          </a:xfrm>
        </p:spPr>
        <p:txBody>
          <a:bodyPr/>
          <a:lstStyle/>
          <a:p>
            <a:r>
              <a:rPr lang="en-US" dirty="0" err="1"/>
              <a:t>Uncore</a:t>
            </a:r>
            <a:r>
              <a:rPr lang="en-US" dirty="0"/>
              <a:t> Coverage:</a:t>
            </a:r>
          </a:p>
          <a:p>
            <a:pPr lvl="1"/>
            <a:r>
              <a:rPr lang="en-US" dirty="0"/>
              <a:t>SBFT FCX (Full Chip) (CLR/IIO/QPIs/MCs)</a:t>
            </a:r>
          </a:p>
          <a:p>
            <a:pPr lvl="2"/>
            <a:r>
              <a:rPr lang="en-US" dirty="0"/>
              <a:t>Portions of the Functional test is loaded into all the LLCs</a:t>
            </a:r>
          </a:p>
          <a:p>
            <a:pPr lvl="2"/>
            <a:r>
              <a:rPr lang="en-US" dirty="0"/>
              <a:t>DUT is configured to enable specific sections .</a:t>
            </a:r>
          </a:p>
          <a:p>
            <a:pPr lvl="2"/>
            <a:r>
              <a:rPr lang="en-US" dirty="0"/>
              <a:t>Single Test execution.</a:t>
            </a:r>
          </a:p>
          <a:p>
            <a:pPr lvl="2"/>
            <a:r>
              <a:rPr lang="en-US" dirty="0"/>
              <a:t>Only two cores enable to execute the test.</a:t>
            </a:r>
          </a:p>
          <a:p>
            <a:pPr lvl="2"/>
            <a:r>
              <a:rPr lang="en-US" dirty="0"/>
              <a:t>Content is Product/Chop specific content.</a:t>
            </a:r>
          </a:p>
          <a:p>
            <a:pPr lvl="2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 cstate="print"/>
          <a:srcRect t="-1" b="25822"/>
          <a:stretch/>
        </p:blipFill>
        <p:spPr bwMode="auto">
          <a:xfrm>
            <a:off x="6907782" y="1333500"/>
            <a:ext cx="3851910" cy="3931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4"/>
          <p:cNvSpPr/>
          <p:nvPr/>
        </p:nvSpPr>
        <p:spPr>
          <a:xfrm>
            <a:off x="5099201" y="4379121"/>
            <a:ext cx="1712068" cy="5739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Functional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99201" y="4379121"/>
            <a:ext cx="602351" cy="2237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FCX Test 1/6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01552" y="4379121"/>
            <a:ext cx="602351" cy="2237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FCX Test 2/6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3903" y="4379121"/>
            <a:ext cx="602351" cy="2237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FCX Test 3/6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3137" y="4602857"/>
            <a:ext cx="602351" cy="2237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FCX Test 4/6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03080" y="4602857"/>
            <a:ext cx="602351" cy="2237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FCX Test 5/6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3902" y="4602857"/>
            <a:ext cx="602351" cy="2237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FCX Test 6/6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747" y="1333500"/>
            <a:ext cx="3981450" cy="40290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315" y="1333500"/>
            <a:ext cx="39814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1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82 -0.00255 0.00391 -0.00463 0.0056 -0.00741 C 0.00638 -0.00857 0.00664 -0.01042 0.00729 -0.01158 C 0.0086 -0.01435 0.01003 -0.01644 0.01133 -0.01898 L 0.0138 -0.02338 C 0.01432 -0.02431 0.01485 -0.02546 0.01537 -0.02616 C 0.01628 -0.02708 0.01706 -0.02801 0.01784 -0.02917 C 0.01901 -0.03056 0.01992 -0.03218 0.0211 -0.03333 C 0.02188 -0.03426 0.02279 -0.03426 0.02357 -0.03496 C 0.02552 -0.03611 0.03073 -0.04028 0.03255 -0.04074 L 0.04479 -0.04352 L 0.05052 -0.04514 C 0.0543 -0.04445 0.05807 -0.04421 0.06185 -0.04352 C 0.06354 -0.04329 0.06511 -0.0419 0.0668 -0.04213 C 0.07031 -0.04236 0.07383 -0.04398 0.07735 -0.04514 C 0.08151 -0.04445 0.08555 -0.04421 0.08959 -0.04352 C 0.09128 -0.04329 0.09284 -0.04236 0.09453 -0.04213 C 0.09961 -0.04144 0.10482 -0.04121 0.11003 -0.04074 C 0.11185 -0.04028 0.1138 -0.03982 0.11576 -0.03912 C 0.11654 -0.03889 0.11732 -0.0382 0.1181 -0.03773 C 0.12005 -0.03704 0.12201 -0.03681 0.12383 -0.03634 C 0.12891 -0.03333 0.1237 -0.03611 0.13203 -0.03333 C 0.13763 -0.03171 0.13307 -0.03264 0.13776 -0.03056 C 0.13906 -0.02986 0.14037 -0.02963 0.1418 -0.02917 C 0.14258 -0.02801 0.14336 -0.02685 0.14427 -0.02616 C 0.14531 -0.02546 0.14636 -0.02523 0.14753 -0.02477 C 0.15677 -0.02107 0.14688 -0.02546 0.15482 -0.02176 C 0.1556 -0.02083 0.15638 -0.01968 0.15729 -0.01898 C 0.15886 -0.01759 0.16068 -0.01783 0.16211 -0.01597 C 0.16615 -0.01134 0.16302 -0.01412 0.16875 -0.01158 C 0.16953 -0.01134 0.17031 -0.01065 0.1711 -0.01019 C 0.17344 -0.00926 0.17787 -0.00787 0.18008 -0.00741 L 0.18503 -0.0044 L 0.1875 -0.00301 C 0.18802 -0.00208 0.18841 -0.0007 0.18906 0 C 0.19063 0.00139 0.19258 0.00116 0.19401 0.00278 C 0.19961 0.00949 0.19701 0.00741 0.2013 0.01018 C 0.20339 -0.00139 0.2013 0.01204 0.2013 -0.0132 C 0.2013 -0.04815 0.20143 -0.04746 0.203 -0.07107 C 0.20261 -0.08796 0.20248 -0.10486 0.20209 -0.12199 C 0.20195 -0.1294 0.20156 -0.1375 0.20052 -0.14514 C 0.20026 -0.14653 0.2 -0.14792 0.19961 -0.14954 C 0.19935 -0.15671 0.19948 -0.16412 0.19883 -0.1713 C 0.1987 -0.17292 0.19805 -0.17454 0.19727 -0.17546 C 0.19662 -0.17639 0.19557 -0.17662 0.19479 -0.17708 C 0.19232 -0.17778 0.18985 -0.17801 0.1875 -0.17847 C 0.18073 -0.18241 0.18425 -0.18171 0.17682 -0.17986 C 0.17409 -0.17824 0.17526 -0.17847 0.17357 -0.17847 " pathEditMode="relative" ptsTypes="AAAAAAAAAAAAAAAAAAAAAAAAAAAAAAAAAAAAAAAAAAAAAAAAA"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56 -0.00278 0.00338 -0.00532 0.00481 -0.00856 C 0.00533 -0.00995 0.0052 -0.0118 0.0056 -0.01296 C 0.00729 -0.01736 0.00833 -0.01713 0.01054 -0.02014 C 0.01106 -0.02106 0.01158 -0.02222 0.01211 -0.02315 C 0.01289 -0.0243 0.0138 -0.025 0.01458 -0.02616 C 0.01575 -0.02755 0.01666 -0.0294 0.01783 -0.03032 C 0.01783 -0.03032 0.02395 -0.03403 0.02526 -0.03472 L 0.0276 -0.03611 L 0.06679 -0.03472 C 0.06979 -0.03449 0.07278 -0.03426 0.07578 -0.03333 C 0.07851 -0.03241 0.08046 -0.03009 0.08307 -0.02893 L 0.08958 -0.02616 C 0.09388 -0.02083 0.09114 -0.02361 0.09856 -0.02014 L 0.10182 -0.01875 L 0.10507 -0.01736 C 0.10794 -0.01227 0.10599 -0.01481 0.11158 -0.01157 L 0.11406 -0.01018 C 0.11484 -0.00903 0.11562 -0.00787 0.11653 -0.00717 C 0.11757 -0.00648 0.11862 -0.00625 0.11979 -0.00579 C 0.12539 -0.00301 0.11823 -0.00555 0.12708 -0.00278 C 0.13255 0.00023 0.1319 0.00023 0.13763 0.00301 C 0.14336 0.00556 0.13867 0.00301 0.14336 0.00579 C 0.14622 0.01088 0.14427 0.00833 0.14987 0.01158 L 0.15234 0.0132 C 0.15455 0.00162 0.15377 0.00741 0.15481 -0.0044 C 0.15494 -0.02639 0.12877 -0.14537 0.15885 -0.15347 C 0.16132 -0.15417 0.1638 -0.15463 0.16627 -0.15509 C 0.16953 -0.15555 0.17278 -0.15602 0.17604 -0.15648 C 0.17981 -0.15694 0.18359 -0.15764 0.18737 -0.15787 C 0.19882 -0.15856 0.21028 -0.1588 0.22161 -0.15926 C 0.22278 -0.15972 0.22382 -0.16042 0.22487 -0.16088 C 0.22656 -0.16134 0.2289 -0.15972 0.22981 -0.16227 C 0.23346 -0.17268 0.22812 -0.17245 0.22578 -0.17384 C 0.22408 -0.17477 0.22252 -0.17662 0.22083 -0.17662 L 0.19961 -0.17662 " pathEditMode="relative" ptsTypes="AAAAAAAAAAAAAAAAAAAAAAAAAAAAAAAAAAAAA">
                                      <p:cBhvr>
                                        <p:cTn id="4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1159 -0.00463 0.00299 -0.00162 0.01536 -0.00417 C 0.01731 -0.00463 0.01927 -0.00556 0.02109 -0.00579 C 0.03125 -0.00648 0.04127 -0.00671 0.0513 -0.00718 C 0.05273 -0.00718 0.072 -0.00718 0.07903 -0.00417 C 0.08216 -0.00301 0.08398 -0.00185 0.08633 0.00162 C 0.08854 0.00463 0.08763 0.00509 0.09049 0.00741 C 0.09205 0.00857 0.09388 0.00857 0.09531 0.01019 C 0.10234 0.01852 0.09349 0.00857 0.10026 0.01458 C 0.10117 0.01528 0.10182 0.01644 0.10273 0.01759 C 0.10299 0.01597 0.10325 0.01458 0.10351 0.01319 C 0.10403 0.00926 0.10442 0.00532 0.10508 0.00162 L 0.10677 -0.00718 C 0.10703 -0.0169 0.10742 -0.02639 0.10755 -0.03611 C 0.10794 -0.05301 0.10794 -0.06991 0.10833 -0.08681 C 0.10846 -0.08843 0.10898 -0.08981 0.10924 -0.0912 C 0.10976 -0.09606 0.1108 -0.10579 0.1108 -0.10579 C 0.10976 -0.12037 0.11067 -0.11366 0.10833 -0.12616 L 0.10755 -0.13032 L 0.10677 -0.13472 C 0.10703 -0.14236 0.10599 -0.15069 0.10755 -0.15787 C 0.1082 -0.16088 0.1108 -0.15995 0.1125 -0.16088 C 0.11328 -0.16134 0.11406 -0.16181 0.11497 -0.16227 C 0.12252 -0.16574 0.11302 -0.16157 0.12304 -0.16528 C 0.13073 -0.16782 0.12252 -0.16528 0.12877 -0.16806 C 0.13255 -0.16968 0.13541 -0.17014 0.13932 -0.17106 C 0.15026 -0.1706 0.16119 -0.17083 0.172 -0.16944 C 0.172 -0.16944 0.17812 -0.16597 0.17929 -0.16528 C 0.18021 -0.16481 0.18086 -0.16389 0.18177 -0.16366 L 0.20377 -0.16227 C 0.20521 -0.16181 0.20651 -0.16134 0.20781 -0.16088 C 0.20976 -0.16018 0.21172 -0.16018 0.21354 -0.15949 C 0.21523 -0.1588 0.21849 -0.15648 0.21849 -0.15648 L 0.25429 -0.15787 C 0.25729 -0.1581 0.2569 -0.15972 0.25768 -0.16366 C 0.25729 -0.16574 0.25651 -0.17384 0.25429 -0.17523 C 0.25286 -0.17639 0.25104 -0.17616 0.24948 -0.17685 C 0.24687 -0.17778 0.24479 -0.17917 0.24218 -0.17963 C 0.23333 -0.18125 0.2332 -0.18102 0.22825 -0.18102 " pathEditMode="relative" ptsTypes="AAAAAAAAAAAAAAAAAAAAAAAAAAAAAAAAAAAAAAAA">
                                      <p:cBhvr>
                                        <p:cTn id="4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13 0.00255 0.00026 0.0132 0.00157 0.0176 C 0.00248 0.02061 0.003 0.025 0.00482 0.02616 L 0.00729 0.02755 C 0.00782 0.02871 0.00834 0.02963 0.00886 0.03056 C 0.01042 0.03264 0.01237 0.0338 0.0138 0.03635 C 0.01433 0.03727 0.01485 0.03843 0.01537 0.03912 C 0.01693 0.04144 0.01862 0.04306 0.02032 0.04514 L 0.02279 0.04792 C 0.02357 0.04885 0.02448 0.04954 0.02526 0.05093 C 0.02578 0.05186 0.02617 0.05301 0.02683 0.05371 C 0.02839 0.0551 0.03177 0.05672 0.03177 0.05672 C 0.03282 0.05857 0.03347 0.06158 0.03503 0.0625 L 0.03985 0.06528 C 0.05534 0.08357 0.03854 0.06482 0.04727 0.07246 C 0.05117 0.07616 0.04818 0.07616 0.05378 0.07686 C 0.05977 0.07778 0.06563 0.07778 0.07162 0.07848 L 0.0961 0.07686 C 0.10104 0.07639 0.10248 0.07547 0.10677 0.07408 C 0.10834 0.07338 0.11003 0.07315 0.11159 0.07246 L 0.12383 0.06528 L 0.1263 0.06389 C 0.12709 0.06343 0.128 0.0632 0.12878 0.0625 C 0.13282 0.0588 0.13086 0.06019 0.13438 0.05811 C 0.13529 0.05718 0.13607 0.05602 0.13685 0.0551 C 0.14362 0.04908 0.13412 0.05996 0.14258 0.05093 C 0.14961 0.04329 0.14505 0.04653 0.14987 0.04352 C 0.15404 0.03635 0.1487 0.04491 0.15404 0.03912 C 0.15964 0.03334 0.15117 0.03889 0.15808 0.03496 C 0.15977 0.03287 0.16159 0.03148 0.16302 0.02917 C 0.16354 0.02801 0.16394 0.02686 0.16459 0.02616 C 0.16537 0.02547 0.16628 0.02523 0.16706 0.02477 C 0.16888 0.02153 0.16966 0.01945 0.17188 0.0176 C 0.17266 0.0169 0.17357 0.01644 0.17435 0.01598 C 0.1763 0.0125 0.17813 0.00903 0.18086 0.00741 L 0.18334 0.00602 C 0.18503 0.00394 0.18633 0.00093 0.18828 0 C 0.19232 -0.00162 0.1905 -0.00069 0.19388 -0.00277 C 0.19453 -0.0037 0.19492 -0.00509 0.19558 -0.00578 C 0.19558 -0.00578 0.2017 -0.00926 0.20287 -0.00995 C 0.20378 -0.01041 0.20443 -0.01134 0.20534 -0.01157 L 0.24532 -0.01296 L 0.27136 -0.01435 L 0.30235 -0.01157 L 0.34558 -0.00995 C 0.34857 -0.01041 0.3517 -0.00995 0.35456 -0.01157 C 0.35547 -0.01203 0.35573 -0.01435 0.35612 -0.01574 C 0.35677 -0.01782 0.35755 -0.02407 0.35782 -0.02592 C 0.35808 -0.04189 0.35847 -0.05787 0.3586 -0.07384 C 0.35899 -0.11574 0.35782 -0.15787 0.35938 -0.19977 C 0.35951 -0.20231 0.36211 -0.20092 0.36354 -0.20139 L 0.39362 -0.19977 C 0.3961 -0.19977 0.39857 -0.19861 0.40104 -0.19838 C 0.4099 -0.19768 0.41888 -0.19745 0.42787 -0.19699 C 0.42904 -0.19745 0.43021 -0.19745 0.43112 -0.19838 C 0.43177 -0.19907 0.43216 -0.20069 0.43282 -0.20139 C 0.43347 -0.20208 0.43438 -0.20231 0.43529 -0.20277 C 0.43464 -0.20416 0.43399 -0.20555 0.4336 -0.20717 C 0.43242 -0.2118 0.43282 -0.21597 0.43034 -0.21875 C 0.42956 -0.21944 0.42878 -0.2199 0.42787 -0.22014 C 0.42578 -0.22083 0.42357 -0.22106 0.42136 -0.22152 C 0.41693 -0.22106 0.40977 -0.2243 0.40586 -0.21736 C 0.40547 -0.21643 0.40534 -0.21527 0.40508 -0.21435 " pathEditMode="relative" ptsTypes="AAAAAAAAAAAAAAAAAAAAAAAAAAAAAAAAAAAAAAAAAAAAAAAAAAAAAAAAAAAAAAAA">
                                      <p:cBhvr>
                                        <p:cTn id="4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7 L 5E-6 0.00023 C 0.00261 0.00046 0.00547 0.00023 0.00808 0.00139 C 0.00925 0.00185 0.01016 0.00393 0.01133 0.00417 C 0.01251 0.0044 0.01355 0.00301 0.01458 0.00278 C 0.02227 0.00185 0.02982 0.00185 0.03751 0.00139 C 0.03985 0.00093 0.04232 0.00069 0.0448 3.7037E-7 C 0.04558 -0.00046 0.04636 -0.00116 0.04727 -0.00162 C 0.04831 -0.00208 0.04935 -0.00278 0.05053 -0.00301 C 0.05391 -0.00394 0.06198 -0.00532 0.06511 -0.00579 C 0.07839 -0.01181 0.06588 -0.00671 0.09857 -0.01019 C 0.13503 -0.01435 0.1073 -0.01157 0.18178 -0.01319 C 0.18334 -0.01366 0.18503 -0.01435 0.18659 -0.01458 C 0.19584 -0.0162 0.2112 -0.0169 0.21928 -0.01759 C 0.22084 -0.01852 0.22279 -0.01852 0.22409 -0.02037 C 0.22487 -0.0213 0.22553 -0.02361 0.22501 -0.02477 C 0.2237 -0.02685 0.22175 -0.02755 0.22006 -0.02755 L 0.19323 -0.02755 " pathEditMode="relative" rAng="0" ptsTypes="AAAAAAAAAAAAAAAAAA">
                                      <p:cBhvr>
                                        <p:cTn id="4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50" y="-1181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3139 -0.00347 -0.00742 0 0.03737 0 C 0.06849 0 0.10209 -0.00162 0.1336 -0.00301 C 0.15235 -0.00139 0.15105 -0.00069 0.17188 -0.00301 C 0.17305 -0.00324 0.17409 -0.00439 0.17514 -0.00439 C 0.19779 -0.00532 0.22032 -0.00532 0.24284 -0.00578 C 0.24415 -0.00648 0.24558 -0.00694 0.24688 -0.0074 C 0.24935 -0.00787 0.25248 -0.00578 0.2543 -0.00879 C 0.2556 -0.01111 0.25378 -0.01551 0.25339 -0.01898 C 0.25326 -0.02037 0.25313 -0.02199 0.25261 -0.02314 C 0.25183 -0.025 0.24909 -0.02731 0.24779 -0.02754 C 0.23907 -0.02963 0.23477 -0.02893 0.22579 -0.02893 " pathEditMode="relative" ptsTypes="AAAAAAAAAAAAA">
                                      <p:cBhvr>
                                        <p:cTn id="4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SBFT content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333500"/>
            <a:ext cx="5285836" cy="4843463"/>
          </a:xfrm>
        </p:spPr>
        <p:txBody>
          <a:bodyPr/>
          <a:lstStyle/>
          <a:p>
            <a:r>
              <a:rPr lang="en-US" dirty="0" err="1"/>
              <a:t>Uncore</a:t>
            </a:r>
            <a:r>
              <a:rPr lang="en-US" dirty="0"/>
              <a:t> Coverage:</a:t>
            </a:r>
          </a:p>
          <a:p>
            <a:pPr lvl="1"/>
            <a:r>
              <a:rPr lang="en-US" dirty="0"/>
              <a:t>SBFT MOFC (Mesh Only Full Chip):</a:t>
            </a:r>
          </a:p>
          <a:p>
            <a:pPr lvl="2"/>
            <a:r>
              <a:rPr lang="en-US" dirty="0"/>
              <a:t>Same test is loaded across all LLCs.</a:t>
            </a:r>
          </a:p>
          <a:p>
            <a:pPr lvl="2"/>
            <a:r>
              <a:rPr lang="en-US" dirty="0"/>
              <a:t>Communication across all the tiles is enable </a:t>
            </a:r>
          </a:p>
          <a:p>
            <a:pPr lvl="2"/>
            <a:r>
              <a:rPr lang="en-US" dirty="0"/>
              <a:t>Test is self adaptive to core count changes since all the information leaves on all tiles.</a:t>
            </a:r>
          </a:p>
          <a:p>
            <a:pPr lvl="2"/>
            <a:r>
              <a:rPr lang="en-US" dirty="0"/>
              <a:t>Content is Product specific content.</a:t>
            </a:r>
          </a:p>
          <a:p>
            <a:pPr lvl="2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 cstate="print"/>
          <a:srcRect t="-1" b="25822"/>
          <a:stretch/>
        </p:blipFill>
        <p:spPr bwMode="auto">
          <a:xfrm>
            <a:off x="6907782" y="1333500"/>
            <a:ext cx="3851910" cy="3931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4"/>
          <p:cNvSpPr/>
          <p:nvPr/>
        </p:nvSpPr>
        <p:spPr>
          <a:xfrm>
            <a:off x="5099201" y="4379121"/>
            <a:ext cx="1712068" cy="5739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Functional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5431" y="4554219"/>
            <a:ext cx="602351" cy="2237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MOFC Test</a:t>
            </a:r>
          </a:p>
        </p:txBody>
      </p:sp>
    </p:spTree>
    <p:extLst>
      <p:ext uri="{BB962C8B-B14F-4D97-AF65-F5344CB8AC3E}">
        <p14:creationId xmlns:p14="http://schemas.microsoft.com/office/powerpoint/2010/main" val="326064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04 -0.00092 0.00208 -0.00254 0.00338 -0.00301 C 0.0056 -0.0037 0.00794 -0.00324 0.01015 -0.0037 C 0.01055 -0.0037 0.01107 -0.00416 0.01146 -0.00439 C 0.01198 -0.00486 0.01263 -0.00486 0.01315 -0.00532 C 0.01836 -0.00486 0.0237 -0.00486 0.0289 -0.00439 C 0.02956 -0.00439 0.03008 -0.0037 0.0306 -0.0037 C 0.03463 -0.0037 0.03854 -0.00416 0.04258 -0.00439 L 0.0681 -0.0037 C 0.06901 -0.0037 0.06979 -0.00301 0.0707 -0.00301 C 0.07526 -0.00301 0.07982 -0.00347 0.08437 -0.0037 L 0.08515 -0.00833 C 0.08528 -0.00902 0.08555 -0.00972 0.08555 -0.01041 L 0.08607 -0.01435 C 0.0862 -0.01921 0.0862 -0.02384 0.08646 -0.0287 C 0.08646 -0.02986 0.08685 -0.03078 0.08685 -0.03171 C 0.08711 -0.03541 0.08711 -0.03935 0.08724 -0.04305 C 0.0875 -0.05347 0.0875 -0.06389 0.08776 -0.07407 C 0.08789 -0.08125 0.08776 -0.08842 0.08815 -0.09537 C 0.08828 -0.09699 0.08854 -0.09861 0.08906 -0.1 L 0.08984 -0.10231 C 0.08971 -0.10648 0.08971 -0.11088 0.08945 -0.11504 C 0.08932 -0.11643 0.0888 -0.11898 0.08854 -0.12037 C 0.08763 -0.13171 0.08841 -0.12754 0.08724 -0.13333 C 0.08685 -0.13935 0.08698 -0.13981 0.08646 -0.14537 C 0.08607 -0.15023 0.08581 -0.15069 0.08555 -0.15602 C 0.08541 -0.15949 0.08541 -0.16319 0.08515 -0.16666 C 0.08502 -0.16921 0.08437 -0.1743 0.08437 -0.1743 C 0.08411 -0.17893 0.08411 -0.18379 0.08385 -0.18865 C 0.08385 -0.19027 0.08281 -0.19537 0.08255 -0.19629 L 0.08216 -0.19838 C 0.08177 -0.20092 0.08125 -0.2037 0.08008 -0.20532 C 0.07838 -0.20717 0.0793 -0.20648 0.07747 -0.20764 C 0.07461 -0.21111 0.07591 -0.20995 0.0737 -0.21134 C 0.06875 -0.21088 0.06706 -0.21435 0.0664 -0.20833 C 0.06627 -0.20648 0.06614 -0.20486 0.06601 -0.20301 C 0.06614 -0.20092 0.06614 -0.19884 0.0664 -0.19699 C 0.06653 -0.19606 0.06706 -0.1956 0.06732 -0.19467 C 0.06745 -0.19398 0.06732 -0.19305 0.06771 -0.19236 C 0.06836 -0.1912 0.06953 -0.19074 0.07031 -0.18935 C 0.07187 -0.18657 0.07096 -0.1875 0.07278 -0.18634 C 0.07565 -0.18125 0.07252 -0.18611 0.07539 -0.18333 C 0.0763 -0.1824 0.07695 -0.18078 0.07786 -0.18032 C 0.08177 -0.17847 0.08021 -0.17939 0.08255 -0.17801 C 0.08372 -0.17824 0.08763 -0.17731 0.08906 -0.18032 C 0.08932 -0.18102 0.08932 -0.18171 0.08945 -0.18264 C 0.08919 -0.18518 0.08906 -0.19074 0.08815 -0.19328 C 0.08789 -0.19398 0.0875 -0.19467 0.08724 -0.19537 C 0.08711 -0.19606 0.08698 -0.19699 0.08685 -0.19768 C 0.08659 -0.19907 0.08633 -0.20023 0.08607 -0.20162 C 0.08541 -0.2037 0.08463 -0.20648 0.08385 -0.20833 C 0.08346 -0.20949 0.08307 -0.21041 0.08255 -0.21134 C 0.08229 -0.21203 0.08203 -0.21273 0.08177 -0.21365 C 0.08099 -0.21643 0.0819 -0.21597 0.08008 -0.21828 C 0.07969 -0.21852 0.07916 -0.21875 0.07877 -0.21898 L 0.0737 -0.21828 C 0.06562 -0.21713 0.06875 -0.21875 0.0651 -0.21666 C 0.06471 -0.2162 0.06406 -0.21597 0.0638 -0.21504 C 0.06354 -0.21389 0.06276 -0.20532 0.06263 -0.20301 C 0.06289 -0.19305 0.06237 -0.19213 0.06341 -0.18564 C 0.06367 -0.18379 0.06393 -0.1824 0.06471 -0.18102 C 0.0651 -0.18032 0.06562 -0.18009 0.06601 -0.17963 C 0.0681 -0.17639 0.06627 -0.17777 0.06849 -0.17662 C 0.06901 -0.17592 0.0694 -0.17546 0.06979 -0.175 C 0.0707 -0.1743 0.07239 -0.17338 0.07239 -0.17338 C 0.07409 -0.17407 0.075 -0.17407 0.07669 -0.175 C 0.07747 -0.17546 0.07825 -0.17639 0.07916 -0.17662 L 0.08854 -0.17731 C 0.08932 -0.17754 0.08997 -0.17801 0.09075 -0.17801 C 0.09245 -0.17801 0.09414 -0.17754 0.09583 -0.17731 C 0.09661 -0.17708 0.09791 -0.17615 0.09883 -0.17569 C 0.1 -0.17592 0.10104 -0.17615 0.10221 -0.17662 C 0.1043 -0.17708 0.10273 -0.17731 0.10482 -0.1787 C 0.10534 -0.17916 0.10586 -0.17939 0.10651 -0.17963 C 0.11419 -0.1787 0.11406 -0.17824 0.12187 -0.17963 C 0.12252 -0.17963 0.12409 -0.18055 0.12474 -0.18102 C 0.12851 -0.18078 0.13216 -0.18078 0.13594 -0.18032 C 0.13633 -0.18032 0.13672 -0.17963 0.13711 -0.17963 C 0.13893 -0.17916 0.14088 -0.17916 0.14271 -0.1787 C 0.14388 -0.17847 0.14492 -0.17824 0.14609 -0.17801 L 0.15208 -0.1787 C 0.15521 -0.17916 0.15833 -0.17893 0.16146 -0.17963 C 0.16237 -0.17963 0.16406 -0.18102 0.16406 -0.18102 C 0.16432 -0.18171 0.16484 -0.1824 0.16484 -0.18333 C 0.16497 -0.18727 0.16484 -0.19143 0.16445 -0.19537 C 0.16432 -0.19629 0.16289 -0.20416 0.16224 -0.20602 C 0.16211 -0.20694 0.16172 -0.20764 0.16146 -0.20833 C 0.16107 -0.20926 0.16068 -0.21064 0.16015 -0.21134 C 0.15976 -0.2118 0.15937 -0.21203 0.15885 -0.21203 C 0.15599 -0.2125 0.15325 -0.21273 0.15039 -0.21296 C 0.14739 -0.21273 0.1444 -0.21273 0.1414 -0.21203 C 0.14088 -0.21203 0.14049 -0.21134 0.1401 -0.21064 C 0.13971 -0.20972 0.13958 -0.20856 0.13932 -0.20764 C 0.1388 -0.20555 0.13867 -0.2037 0.13841 -0.20162 C 0.1388 -0.19305 0.13841 -0.19282 0.13932 -0.18703 C 0.13945 -0.18634 0.13945 -0.18541 0.13971 -0.18495 C 0.14088 -0.18217 0.14245 -0.17986 0.14401 -0.17801 C 0.14479 -0.17708 0.14557 -0.17569 0.14648 -0.175 C 0.14961 -0.17268 0.14791 -0.17384 0.15169 -0.17199 C 0.15599 -0.17268 0.15573 -0.17222 0.15885 -0.17338 C 0.1595 -0.17361 0.16002 -0.17384 0.16055 -0.1743 C 0.16133 -0.17477 0.16198 -0.17523 0.16276 -0.17569 C 0.16315 -0.17592 0.16354 -0.17615 0.16406 -0.17662 C 0.16432 -0.17731 0.16458 -0.17801 0.16484 -0.1787 C 0.16523 -0.18032 0.16575 -0.18333 0.16575 -0.18333 C 0.16562 -0.18727 0.16562 -0.19143 0.16523 -0.19537 C 0.16523 -0.19629 0.16484 -0.19699 0.16445 -0.19768 C 0.16406 -0.19838 0.16354 -0.19861 0.16315 -0.1993 C 0.16198 -0.20069 0.16068 -0.20208 0.15976 -0.2037 C 0.15937 -0.20463 0.15898 -0.20555 0.15846 -0.20602 C 0.15807 -0.20648 0.15755 -0.20648 0.15716 -0.20671 C 0.15078 -0.21111 0.15859 -0.20625 0.15338 -0.20902 C 0.15208 -0.20972 0.15078 -0.21088 0.14948 -0.21134 C 0.14336 -0.21342 0.14661 -0.2125 0.13971 -0.21435 C 0.13802 -0.21527 0.1375 -0.21597 0.13541 -0.21435 C 0.13502 -0.21412 0.13489 -0.21296 0.13463 -0.21203 C 0.13437 -0.21111 0.13372 -0.20787 0.13372 -0.20671 C 0.13372 -0.20509 0.13398 -0.20324 0.13411 -0.20162 C 0.1345 -0.19907 0.13515 -0.19467 0.13594 -0.19236 C 0.13607 -0.19166 0.13646 -0.19097 0.13672 -0.19004 C 0.13698 -0.18912 0.13724 -0.18796 0.13763 -0.18703 C 0.14036 -0.18102 0.13984 -0.18287 0.14271 -0.17963 C 0.14323 -0.17893 0.14375 -0.17777 0.1444 -0.17731 C 0.14661 -0.17523 0.14818 -0.1743 0.15039 -0.17338 C 0.15104 -0.17314 0.15182 -0.17291 0.15247 -0.17268 C 0.15612 -0.17407 0.15325 -0.17268 0.15638 -0.175 C 0.15729 -0.17569 0.1582 -0.17592 0.15937 -0.17662 C 0.15976 -0.17662 0.16015 -0.17708 0.16055 -0.17731 C 0.16185 -0.1787 0.16198 -0.17847 0.16276 -0.18102 C 0.16289 -0.18171 0.16289 -0.18264 0.16315 -0.18333 C 0.16341 -0.18402 0.16406 -0.18426 0.16445 -0.18495 L 0.16823 -0.18402 L 0.17252 -0.18333 C 0.17357 -0.1831 0.17448 -0.18287 0.17552 -0.18264 L 0.19557 -0.18333 C 0.19622 -0.18333 0.19857 -0.18449 0.19935 -0.18495 C 0.20234 -0.18449 0.20534 -0.18449 0.20833 -0.18402 C 0.20872 -0.18402 0.20911 -0.18333 0.20963 -0.18333 C 0.21172 -0.18333 0.2138 -0.18379 0.21601 -0.18402 C 0.22109 -0.18588 0.21888 -0.18518 0.22278 -0.18634 C 0.22565 -0.18611 0.22851 -0.18611 0.23138 -0.18564 C 0.23177 -0.18541 0.23216 -0.18495 0.23255 -0.18495 C 0.23476 -0.18495 0.23685 -0.18541 0.23906 -0.18564 C 0.23958 -0.18588 0.24023 -0.18588 0.24075 -0.18634 C 0.24219 -0.18796 0.24153 -0.19189 0.24114 -0.19398 C 0.24075 -0.1956 0.24036 -0.19791 0.23945 -0.19838 C 0.23646 -0.20023 0.2401 -0.19791 0.23646 -0.20069 C 0.23607 -0.20115 0.23555 -0.20115 0.23515 -0.20162 C 0.23268 -0.20324 0.23372 -0.20277 0.23138 -0.2037 C 0.2306 -0.20416 0.22995 -0.20416 0.22916 -0.20463 C 0.22799 -0.20509 0.22578 -0.20602 0.22578 -0.20602 C 0.22318 -0.20555 0.2207 -0.20532 0.2181 -0.20463 C 0.21719 -0.20439 0.21562 -0.20301 0.21562 -0.20301 C 0.21523 -0.20231 0.21471 -0.20162 0.21471 -0.20069 C 0.21458 -0.19606 0.21471 -0.1912 0.2151 -0.18634 C 0.21523 -0.18449 0.21706 -0.18264 0.21771 -0.18171 C 0.22135 -0.17731 0.21927 -0.18009 0.2237 -0.17569 C 0.2276 -0.17199 0.22383 -0.17453 0.22916 -0.17129 C 0.23008 -0.1706 0.23086 -0.17014 0.23177 -0.16967 C 0.23229 -0.16898 0.23281 -0.16805 0.23346 -0.16736 C 0.23398 -0.16689 0.23463 -0.16689 0.23515 -0.16666 C 0.23594 -0.1662 0.23659 -0.16551 0.23724 -0.16504 C 0.23776 -0.16481 0.23815 -0.16458 0.23854 -0.16435 C 0.23906 -0.16458 0.23971 -0.16435 0.23984 -0.16504 C 0.24036 -0.16689 0.2401 -0.16921 0.24023 -0.17129 C 0.24036 -0.17245 0.24153 -0.17939 0.24153 -0.17963 C 0.2418 -0.18032 0.24219 -0.18102 0.24245 -0.18171 C 0.24284 -0.18426 0.24323 -0.1868 0.24375 -0.18935 C 0.24388 -0.19004 0.24401 -0.19097 0.24414 -0.19166 C 0.24427 -0.19259 0.2444 -0.19375 0.24453 -0.19467 C 0.24427 -0.19838 0.24414 -0.20231 0.24375 -0.20602 C 0.24362 -0.20694 0.24323 -0.20787 0.24284 -0.20833 C 0.24049 -0.21088 0.23815 -0.21365 0.23555 -0.21504 C 0.23151 -0.21759 0.23112 -0.21805 0.22669 -0.21967 C 0.22435 -0.2206 0.22213 -0.22106 0.21979 -0.22199 C 0.21927 -0.22222 0.21875 -0.22268 0.2181 -0.22268 C 0.21653 -0.22314 0.21497 -0.22314 0.21341 -0.22338 C 0.21028 -0.21504 0.21159 -0.21944 0.21302 -0.19768 C 0.21302 -0.19676 0.21393 -0.19629 0.21432 -0.19537 C 0.21562 -0.19259 0.21536 -0.19074 0.21771 -0.18865 C 0.22122 -0.18541 0.21758 -0.18842 0.22109 -0.18634 C 0.22278 -0.18541 0.22409 -0.18402 0.22578 -0.18333 C 0.22682 -0.18287 0.23372 -0.18194 0.23437 -0.18171 L 0.2625 -0.18264 C 0.26406 -0.18264 0.26562 -0.1831 0.26719 -0.18333 C 0.2681 -0.18356 0.26914 -0.18402 0.27005 -0.18402 C 0.27682 -0.18449 0.28346 -0.18449 0.2901 -0.18495 C 0.29075 -0.18541 0.29127 -0.18611 0.2918 -0.18634 C 0.29271 -0.1868 0.29349 -0.1868 0.2944 -0.18703 C 0.29492 -0.18727 0.29557 -0.18773 0.29609 -0.18796 C 0.29844 -0.18703 0.30065 -0.18657 0.30286 -0.18564 C 0.30351 -0.18541 0.30403 -0.18518 0.30469 -0.18495 C 0.30534 -0.18449 0.30599 -0.18379 0.30677 -0.18333 C 0.31289 -0.18379 0.31614 -0.17893 0.31823 -0.18634 C 0.31849 -0.18703 0.31849 -0.18796 0.31875 -0.18865 C 0.31849 -0.19166 0.31849 -0.19352 0.31784 -0.19629 C 0.31758 -0.19722 0.31745 -0.19838 0.31693 -0.1993 C 0.31666 -0.2 0.31614 -0.20023 0.31575 -0.20069 C 0.3151 -0.20139 0.31458 -0.20231 0.31406 -0.20301 C 0.31354 -0.20347 0.31315 -0.20393 0.31276 -0.20463 C 0.31224 -0.20532 0.31198 -0.20625 0.31146 -0.20671 C 0.31094 -0.2074 0.31028 -0.2074 0.30976 -0.20764 C 0.30924 -0.20787 0.30885 -0.2081 0.30846 -0.20833 C 0.30768 -0.20879 0.30703 -0.20949 0.30638 -0.20995 C 0.3056 -0.21018 0.30495 -0.21041 0.30416 -0.21064 C 0.30156 -0.21041 0.2987 -0.21064 0.29609 -0.20995 C 0.29544 -0.20972 0.29505 -0.20856 0.29479 -0.20764 C 0.2944 -0.20625 0.29401 -0.20301 0.29401 -0.20301 C 0.29414 -0.20092 0.29362 -0.19467 0.29531 -0.19236 C 0.29557 -0.19189 0.29609 -0.19189 0.29648 -0.19166 C 0.29739 -0.19074 0.29805 -0.18912 0.29909 -0.18865 C 0.3 -0.18819 0.30078 -0.1875 0.30169 -0.18703 C 0.30221 -0.1868 0.30273 -0.18657 0.30338 -0.18634 C 0.30403 -0.18588 0.30482 -0.18541 0.30547 -0.18495 C 0.30833 -0.18541 0.3112 -0.18564 0.31406 -0.18634 C 0.31445 -0.18657 0.31484 -0.1868 0.31523 -0.18703 C 0.31614 -0.18796 0.31784 -0.19004 0.31784 -0.19004 C 0.31849 -0.19328 0.31836 -0.19213 0.31784 -0.19629 C 0.31771 -0.19699 0.31771 -0.19791 0.31745 -0.19838 C 0.31706 -0.1993 0.31653 -0.2 0.31614 -0.20069 C 0.31575 -0.20139 0.31562 -0.20231 0.31523 -0.20301 C 0.31471 -0.20393 0.31406 -0.20439 0.31354 -0.20532 C 0.31302 -0.20625 0.31276 -0.2074 0.31224 -0.20833 C 0.31185 -0.20926 0.3082 -0.21365 0.30807 -0.21365 C 0.30456 -0.21527 0.30794 -0.21389 0.30208 -0.21504 C 0.30117 -0.21527 0.30039 -0.21574 0.29948 -0.21597 C 0.29726 -0.21643 0.29492 -0.21689 0.29271 -0.21736 C 0.29166 -0.21713 0.2901 -0.21828 0.28971 -0.21666 C 0.2888 -0.21342 0.28997 -0.20926 0.29062 -0.20602 C 0.29075 -0.20509 0.29075 -0.20393 0.29101 -0.20301 C 0.29114 -0.20208 0.29153 -0.20162 0.2918 -0.20069 C 0.29193 -0.2 0.29206 -0.1993 0.29232 -0.19838 C 0.2944 -0.19097 0.29166 -0.20254 0.29401 -0.19328 C 0.29414 -0.19236 0.29414 -0.19143 0.2944 -0.19097 C 0.29479 -0.19004 0.29557 -0.18958 0.29609 -0.18865 C 0.29661 -0.18773 0.29687 -0.18634 0.29739 -0.18564 C 0.29805 -0.18472 0.29883 -0.18472 0.29948 -0.18402 C 0.30156 -0.1824 0.30065 -0.18264 0.30247 -0.18171 C 0.30859 -0.1787 0.29961 -0.18379 0.30586 -0.17963 C 0.30651 -0.17916 0.30703 -0.17916 0.30755 -0.1787 C 0.30846 -0.17824 0.31015 -0.17731 0.31015 -0.17731 C 0.31094 -0.17754 0.31341 -0.17777 0.31445 -0.1787 C 0.31536 -0.17963 0.31693 -0.18171 0.31693 -0.18171 C 0.31732 -0.18264 0.31797 -0.1831 0.31784 -0.18402 C 0.31771 -0.18495 0.31706 -0.18472 0.31653 -0.18495 C 0.31419 -0.18518 0.31172 -0.18541 0.30937 -0.18564 C 0.30651 -0.18541 0.30364 -0.18518 0.30078 -0.18495 C 0.29883 -0.18449 0.29844 -0.18379 0.29648 -0.18264 C 0.2957 -0.18194 0.29492 -0.18125 0.29401 -0.18102 L 0.28633 -0.18032 C 0.28515 -0.17986 0.28372 -0.18032 0.28294 -0.1787 C 0.28099 -0.17546 0.28216 -0.17662 0.27903 -0.17569 C 0.27552 -0.17685 0.27187 -0.17731 0.26836 -0.1787 C 0.26393 -0.18078 0.25963 -0.18402 0.25521 -0.18634 C 0.25273 -0.18773 0.25026 -0.18865 0.24791 -0.19004 C 0.247 -0.19074 0.24635 -0.19189 0.24544 -0.19236 C 0.24414 -0.19305 0.24284 -0.19328 0.24153 -0.19398 C 0.23737 -0.19583 0.24479 -0.19328 0.23776 -0.19537 C 0.23594 -0.19444 0.23607 -0.19514 0.23607 -0.19004 C 0.23607 -0.18819 0.23607 -0.17963 0.23685 -0.17569 C 0.23711 -0.17477 0.2375 -0.17384 0.23776 -0.17268 C 0.23802 -0.17152 0.23828 -0.17014 0.23854 -0.16898 C 0.23867 -0.16759 0.2388 -0.16643 0.23906 -0.16504 C 0.23919 -0.16435 0.23984 -0.16365 0.23984 -0.16296 C 0.24023 -0.15185 0.23997 -0.14051 0.24023 -0.12963 C 0.24023 -0.1287 0.24062 -0.12801 0.24075 -0.12731 C 0.24088 -0.12569 0.24088 -0.1243 0.24114 -0.12268 C 0.24127 -0.12199 0.2414 -0.12129 0.24153 -0.12037 C 0.24166 -0.11944 0.2418 -0.11828 0.24193 -0.11736 C 0.24219 -0.11527 0.24219 -0.11342 0.24245 -0.11134 C 0.24245 -0.11064 0.24271 -0.10972 0.24284 -0.10902 C 0.24388 -0.10231 0.24271 -0.10926 0.24375 -0.1037 C 0.24349 -0.09953 0.24349 -0.09514 0.24323 -0.09097 C 0.24284 -0.08264 0.24297 -0.08842 0.24245 -0.08264 C 0.24193 -0.07777 0.24219 -0.07754 0.24153 -0.07338 C 0.2414 -0.07268 0.24127 -0.07199 0.24114 -0.07106 C 0.24062 -0.06018 0.24023 -0.05879 0.24114 -0.04537 C 0.24114 -0.04421 0.24166 -0.04328 0.24193 -0.04236 C 0.24219 -0.04074 0.24219 -0.03935 0.24245 -0.03773 C 0.24245 -0.03703 0.24271 -0.03634 0.24284 -0.03564 C 0.24297 -0.03426 0.2431 -0.0331 0.24323 -0.03171 C 0.24349 -0.03009 0.24414 -0.02708 0.24414 -0.02708 C 0.24401 -0.02569 0.24388 -0.02407 0.24375 -0.02268 C 0.24362 -0.02176 0.24336 -0.02106 0.24323 -0.02037 C 0.2431 -0.01944 0.24297 -0.01828 0.24284 -0.01736 C 0.24271 -0.01666 0.24258 -0.01574 0.24245 -0.01504 C 0.24219 -0.01389 0.24193 -0.01088 0.24153 -0.00972 C 0.24127 -0.00902 0.24101 -0.00833 0.24075 -0.0074 C 0.24062 -0.00486 0.24101 -0.00208 0.24023 0 C 0.23984 0.00139 0.23776 0.00162 0.23776 0.00162 C 0.23359 0.00139 0.22943 0.00139 0.22539 0.00093 C 0.22487 0.0007 0.22448 0.00023 0.22409 0 C 0.22344 -0.00023 0.22265 -0.00046 0.222 -0.00069 C 0.22135 -0.00139 0.22083 -0.00231 0.22031 -0.00301 C 0.2194 -0.00393 0.21771 -0.00602 0.21771 -0.00602 C 0.21758 -0.00671 0.21732 -0.0074 0.21732 -0.00833 C 0.21732 -0.00995 0.21706 -0.01203 0.21771 -0.01365 C 0.21823 -0.01481 0.2194 -0.01481 0.22031 -0.01504 L 0.225 -0.01574 C 0.22552 -0.01597 0.22604 -0.01643 0.22669 -0.01666 C 0.22734 -0.01689 0.22812 -0.01689 0.22877 -0.01736 C 0.22969 -0.01782 0.23138 -0.01875 0.23138 -0.01875 C 0.23359 -0.01828 0.23594 -0.01805 0.23815 -0.01736 C 0.23906 -0.01713 0.24023 -0.01643 0.24114 -0.01574 C 0.24127 -0.01504 0.24153 -0.01435 0.24153 -0.01365 C 0.24153 -0.01018 0.24101 -0.0081 0.24075 -0.00532 C 0.24049 -0.00393 0.24049 -0.00277 0.24023 -0.00139 C 0.2401 -0.00046 0.24023 0.0007 0.23984 0.00162 C 0.23958 0.00232 0.23906 0.00278 0.23854 0.00301 C 0.23659 0.00486 0.23659 0.0044 0.23476 0.00533 C 0.23424 0.00556 0.23385 0.00579 0.23346 0.00625 C 0.23164 0.00579 0.22982 0.00579 0.22786 0.00533 C 0.22708 0.00533 0.22578 0.0044 0.225 0.00394 C 0.22305 0.00162 0.22135 -0.00092 0.2194 -0.00301 C 0.21875 -0.0037 0.21797 -0.00439 0.21732 -0.00532 C 0.21015 -0.01319 0.2181 -0.00463 0.21302 -0.00972 C 0.21002 -0.01273 0.21198 -0.01134 0.20963 -0.01273 C 0.20937 -0.01365 0.20833 -0.01435 0.20872 -0.01504 C 0.20937 -0.0162 0.21041 -0.01551 0.21133 -0.01574 C 0.21393 -0.01666 0.21302 -0.0162 0.21562 -0.01805 C 0.21966 -0.01782 0.22383 -0.01805 0.22786 -0.01736 C 0.22877 -0.01713 0.22956 -0.0162 0.23047 -0.01574 C 0.23099 -0.01551 0.23164 -0.01527 0.23216 -0.01504 C 0.23255 -0.01481 0.23307 -0.01458 0.23346 -0.01435 C 0.23502 -0.01365 0.23555 -0.01389 0.23685 -0.01273 C 0.24206 -0.00879 0.23555 -0.01365 0.23984 -0.00972 C 0.24023 -0.00949 0.24075 -0.00926 0.24114 -0.00902 C 0.2418 -0.00856 0.24375 -0.00578 0.24414 -0.00532 C 0.2444 -0.00439 0.24492 -0.00393 0.24492 -0.00301 C 0.24505 -0.00208 0.24479 -0.00139 0.24453 -0.00069 C 0.24388 0.00162 0.24258 0.00394 0.24114 0.00463 C 0.24062 0.00486 0.23997 0.0051 0.23945 0.00533 C 0.23893 0.00556 0.23854 0.00602 0.23815 0.00625 C 0.23672 0.00672 0.23528 0.00718 0.23385 0.00764 C 0.2332 0.00787 0.23242 0.00834 0.23177 0.00834 L 0.22669 0.00926 C 0.22435 0.01042 0.22604 0.00973 0.22278 0.01065 C 0.22213 0.01088 0.22135 0.01111 0.2207 0.01135 C 0.21797 0.01273 0.22096 0.01204 0.21732 0.01297 C 0.21601 0.0132 0.21471 0.01343 0.21341 0.01366 C 0.2112 0.01436 0.21107 0.01436 0.20911 0.01528 C 0.20807 0.01621 0.20703 0.01783 0.20573 0.01829 C 0.20299 0.01922 0.2043 0.01875 0.20195 0.01991 C 0.19948 0.01945 0.19713 0.01945 0.19466 0.01898 C 0.19362 0.01898 0.19271 0.01852 0.19166 0.01829 L 0.18828 0.0176 C 0.18398 0.01667 0.18424 0.01713 0.1806 0.01598 C 0.1789 0.01551 0.17604 0.01412 0.17461 0.01366 C 0.17383 0.01343 0.17291 0.0132 0.17213 0.01297 C 0.17005 0.01227 0.1681 0.01135 0.16614 0.01065 C 0.16523 0.01042 0.16445 0.00996 0.16354 0.00996 C 0.15664 0.00949 0.14961 0.00949 0.14271 0.00926 C 0.13919 0.00278 0.14401 0.01227 0.14062 0.00232 C 0.14023 0.00162 0.13958 0.00139 0.13932 0.00093 C 0.13789 -0.00162 0.13802 -0.00231 0.13711 -0.00532 C 0.13685 -0.00602 0.13659 -0.00671 0.13633 -0.0074 C 0.13646 -0.00926 0.13633 -0.01111 0.13672 -0.01273 C 0.13711 -0.01412 0.13867 -0.01458 0.13932 -0.01504 C 0.14466 -0.01921 0.1362 -0.0162 0.15039 -0.01736 C 0.15091 -0.01759 0.15143 -0.01805 0.15208 -0.01805 C 0.15586 -0.01805 0.15612 -0.01782 0.15885 -0.01666 C 0.15937 -0.01597 0.15976 -0.01574 0.16015 -0.01504 C 0.16146 -0.0125 0.16185 -0.01111 0.16224 -0.00833 C 0.1625 -0.00717 0.16263 -0.00625 0.16276 -0.00532 C 0.16263 -0.00139 0.16276 0.00255 0.16224 0.00625 C 0.16224 0.00695 0.16146 0.00672 0.16107 0.00695 C 0.15976 0.00718 0.15846 0.00741 0.15716 0.00764 C 0.15325 0.00741 0.14922 0.00764 0.14531 0.00695 C 0.14414 0.00672 0.1418 0.00394 0.14062 0.00301 C 0.13945 0.00232 0.13828 0.00186 0.13711 0.00093 C 0.13633 0.00023 0.13463 -0.00185 0.13372 -0.00301 C 0.13385 -0.00324 0.13437 -0.00764 0.13463 -0.00833 C 0.13489 -0.00902 0.13541 -0.00995 0.13594 -0.01041 C 0.1362 -0.01088 0.13685 -0.01064 0.13711 -0.01134 C 0.13737 -0.0118 0.13711 -0.01273 0.13711 -0.01365 L 0.13932 -0.01666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24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SBFT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050" y="975692"/>
            <a:ext cx="11137900" cy="4843463"/>
          </a:xfrm>
        </p:spPr>
        <p:txBody>
          <a:bodyPr/>
          <a:lstStyle/>
          <a:p>
            <a:r>
              <a:rPr lang="en-US" dirty="0"/>
              <a:t>Architectural Results.</a:t>
            </a:r>
          </a:p>
          <a:p>
            <a:pPr lvl="1"/>
            <a:r>
              <a:rPr lang="en-US" dirty="0"/>
              <a:t>Thread Status Check.</a:t>
            </a:r>
          </a:p>
          <a:p>
            <a:pPr lvl="2"/>
            <a:r>
              <a:rPr lang="en-US" dirty="0"/>
              <a:t>Check is the core completed the test successfully and reach the HALT instruction.</a:t>
            </a:r>
          </a:p>
          <a:p>
            <a:pPr lvl="1"/>
            <a:r>
              <a:rPr lang="en-US" dirty="0"/>
              <a:t>Performance Monitor Counters.</a:t>
            </a:r>
          </a:p>
          <a:p>
            <a:pPr lvl="2"/>
            <a:r>
              <a:rPr lang="en-US" dirty="0"/>
              <a:t>Core registers which can be configured to count certain events; e.g.</a:t>
            </a:r>
          </a:p>
          <a:p>
            <a:pPr lvl="3"/>
            <a:r>
              <a:rPr lang="en-US" dirty="0"/>
              <a:t># micro-ops retired</a:t>
            </a:r>
          </a:p>
          <a:p>
            <a:pPr lvl="3"/>
            <a:r>
              <a:rPr lang="en-US" dirty="0"/>
              <a:t># macro-ops</a:t>
            </a:r>
          </a:p>
          <a:p>
            <a:pPr lvl="3"/>
            <a:r>
              <a:rPr lang="en-US" dirty="0"/>
              <a:t># cache misses</a:t>
            </a:r>
          </a:p>
          <a:p>
            <a:pPr lvl="2"/>
            <a:r>
              <a:rPr lang="en-US" dirty="0"/>
              <a:t>Hard to predict the results without simulation</a:t>
            </a:r>
          </a:p>
          <a:p>
            <a:pPr lvl="1"/>
            <a:r>
              <a:rPr lang="en-US" dirty="0"/>
              <a:t>Explicit Register Results.</a:t>
            </a:r>
          </a:p>
          <a:p>
            <a:pPr lvl="2"/>
            <a:r>
              <a:rPr lang="en-US" dirty="0"/>
              <a:t>Counters and registers can be combined to have a more robust result.</a:t>
            </a:r>
          </a:p>
          <a:p>
            <a:pPr lvl="2"/>
            <a:r>
              <a:rPr lang="en-US" dirty="0"/>
              <a:t>Expected result is provided by the test writer and typically is ACED.</a:t>
            </a:r>
          </a:p>
        </p:txBody>
      </p:sp>
    </p:spTree>
    <p:extLst>
      <p:ext uri="{BB962C8B-B14F-4D97-AF65-F5344CB8AC3E}">
        <p14:creationId xmlns:p14="http://schemas.microsoft.com/office/powerpoint/2010/main" val="3618226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SBFT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Signature Results</a:t>
            </a:r>
          </a:p>
          <a:p>
            <a:pPr lvl="1"/>
            <a:r>
              <a:rPr lang="en-US" dirty="0"/>
              <a:t>Signature</a:t>
            </a:r>
          </a:p>
          <a:p>
            <a:pPr lvl="2"/>
            <a:r>
              <a:rPr lang="en-US" dirty="0"/>
              <a:t>Based on Scan cells inserted across the device.</a:t>
            </a:r>
          </a:p>
          <a:p>
            <a:pPr lvl="2"/>
            <a:r>
              <a:rPr lang="en-US" dirty="0"/>
              <a:t>There are many </a:t>
            </a:r>
            <a:r>
              <a:rPr lang="en-US" dirty="0" err="1"/>
              <a:t>scanout</a:t>
            </a:r>
            <a:r>
              <a:rPr lang="en-US" dirty="0"/>
              <a:t> chains throughout the CPU that are collected in </a:t>
            </a:r>
            <a:r>
              <a:rPr lang="en-US" dirty="0" err="1"/>
              <a:t>scubs</a:t>
            </a:r>
            <a:r>
              <a:rPr lang="en-US" dirty="0"/>
              <a:t> (</a:t>
            </a:r>
            <a:r>
              <a:rPr lang="en-US" dirty="0" err="1"/>
              <a:t>scanout</a:t>
            </a:r>
            <a:r>
              <a:rPr lang="en-US" dirty="0"/>
              <a:t> FUB = Functional Unit Block )</a:t>
            </a:r>
          </a:p>
          <a:p>
            <a:pPr lvl="2"/>
            <a:r>
              <a:rPr lang="en-US" dirty="0"/>
              <a:t>Linear Feedback shift register (LFSR): is a shift register whose input bit is a linear function of its previous state.</a:t>
            </a:r>
          </a:p>
          <a:p>
            <a:pPr lvl="2"/>
            <a:r>
              <a:rPr lang="en-US" dirty="0"/>
              <a:t>Adds visibility to the internal status of the device.</a:t>
            </a:r>
          </a:p>
          <a:p>
            <a:pPr lvl="2"/>
            <a:r>
              <a:rPr lang="en-US" dirty="0"/>
              <a:t>Requires very stable initial state (no X’s)</a:t>
            </a:r>
          </a:p>
          <a:p>
            <a:pPr lvl="2"/>
            <a:r>
              <a:rPr lang="en-US" dirty="0"/>
              <a:t>Masking can be executed by scan cell, scan chain or SCUB depending on the product.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31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Scanout</a:t>
            </a:r>
            <a:r>
              <a:rPr lang="en-US" dirty="0"/>
              <a:t> </a:t>
            </a:r>
            <a:r>
              <a:rPr lang="en-US" dirty="0" err="1"/>
              <a:t>Scub</a:t>
            </a:r>
            <a:r>
              <a:rPr lang="en-US" dirty="0"/>
              <a:t> loop Block Diagram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4175" y="1400313"/>
            <a:ext cx="634365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124213"/>
            <a:ext cx="652462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1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SBFT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333500"/>
            <a:ext cx="7509013" cy="4843463"/>
          </a:xfrm>
        </p:spPr>
        <p:txBody>
          <a:bodyPr/>
          <a:lstStyle/>
          <a:p>
            <a:r>
              <a:rPr lang="en-US" dirty="0"/>
              <a:t>Signature Results:</a:t>
            </a:r>
          </a:p>
          <a:p>
            <a:pPr lvl="1"/>
            <a:r>
              <a:rPr lang="en-US" dirty="0" err="1"/>
              <a:t>Self_Signature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This is a DFT where we use a core to determine if other cores have passed or failed the test.</a:t>
            </a:r>
          </a:p>
          <a:p>
            <a:pPr lvl="2"/>
            <a:r>
              <a:rPr lang="en-US" dirty="0"/>
              <a:t>It requires a set-up of a reference core </a:t>
            </a:r>
          </a:p>
          <a:p>
            <a:pPr lvl="2"/>
            <a:r>
              <a:rPr lang="en-US" dirty="0"/>
              <a:t>Expected result are logical lows since it is based on XORs.</a:t>
            </a:r>
          </a:p>
          <a:p>
            <a:pPr lvl="2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532" y="1333500"/>
            <a:ext cx="2360295" cy="479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12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SBFT Test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Reset</a:t>
            </a:r>
          </a:p>
          <a:p>
            <a:pPr lvl="1"/>
            <a:r>
              <a:rPr lang="en-US" sz="2400" dirty="0"/>
              <a:t>Generic CPU bring-up</a:t>
            </a:r>
          </a:p>
          <a:p>
            <a:pPr lvl="2"/>
            <a:r>
              <a:rPr lang="en-US" dirty="0"/>
              <a:t>Fuse </a:t>
            </a:r>
            <a:r>
              <a:rPr lang="en-US" dirty="0" err="1"/>
              <a:t>config</a:t>
            </a:r>
            <a:r>
              <a:rPr lang="en-US" dirty="0"/>
              <a:t>:</a:t>
            </a:r>
          </a:p>
          <a:p>
            <a:pPr lvl="3"/>
            <a:r>
              <a:rPr lang="en-US" sz="1800" dirty="0"/>
              <a:t>Core enabling</a:t>
            </a:r>
          </a:p>
          <a:p>
            <a:pPr lvl="3"/>
            <a:r>
              <a:rPr lang="en-US" sz="1800" dirty="0"/>
              <a:t>Cache repair</a:t>
            </a:r>
          </a:p>
          <a:p>
            <a:pPr lvl="3"/>
            <a:r>
              <a:rPr lang="en-US" sz="1800" dirty="0"/>
              <a:t>Ratios</a:t>
            </a:r>
          </a:p>
          <a:p>
            <a:pPr lvl="2"/>
            <a:r>
              <a:rPr lang="en-US" dirty="0"/>
              <a:t>PLL trim/lock</a:t>
            </a:r>
          </a:p>
          <a:p>
            <a:pPr lvl="2"/>
            <a:r>
              <a:rPr lang="en-US" dirty="0"/>
              <a:t>Core reset</a:t>
            </a:r>
          </a:p>
          <a:p>
            <a:pPr lvl="2"/>
            <a:r>
              <a:rPr lang="en-US" dirty="0"/>
              <a:t>PCU stall</a:t>
            </a:r>
          </a:p>
          <a:p>
            <a:pPr lvl="2"/>
            <a:r>
              <a:rPr lang="en-US" dirty="0"/>
              <a:t>Set I/O’s to known state</a:t>
            </a:r>
          </a:p>
          <a:p>
            <a:pPr lvl="2"/>
            <a:r>
              <a:rPr lang="en-US" dirty="0"/>
              <a:t>MCI/NTI/STF configuration</a:t>
            </a:r>
          </a:p>
          <a:p>
            <a:pPr lvl="2"/>
            <a:r>
              <a:rPr lang="en-US" dirty="0"/>
              <a:t>FIVR settings</a:t>
            </a:r>
          </a:p>
          <a:p>
            <a:pPr marL="914400" lvl="2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047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SBFT Test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Setup Segment 130/</a:t>
            </a:r>
            <a:r>
              <a:rPr lang="en-US" sz="2800" dirty="0" err="1"/>
              <a:t>Precat</a:t>
            </a:r>
            <a:endParaRPr lang="en-US" sz="2800" dirty="0"/>
          </a:p>
          <a:p>
            <a:pPr lvl="1"/>
            <a:r>
              <a:rPr lang="en-US" sz="2400" dirty="0"/>
              <a:t>Isolation of the </a:t>
            </a:r>
            <a:r>
              <a:rPr lang="en-US" sz="2400" dirty="0" err="1"/>
              <a:t>sub_section</a:t>
            </a:r>
            <a:r>
              <a:rPr lang="en-US" sz="2400" dirty="0"/>
              <a:t> of the device</a:t>
            </a:r>
          </a:p>
          <a:p>
            <a:pPr lvl="1"/>
            <a:r>
              <a:rPr lang="en-US" sz="2400" dirty="0"/>
              <a:t>Mapping of the caches (Saving a section for the </a:t>
            </a:r>
            <a:r>
              <a:rPr lang="en-US" sz="2400" dirty="0" err="1"/>
              <a:t>CleanX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Loading of the </a:t>
            </a:r>
            <a:r>
              <a:rPr lang="en-US" sz="2400" dirty="0" err="1"/>
              <a:t>cleanX</a:t>
            </a:r>
            <a:endParaRPr lang="en-US" sz="2400" dirty="0"/>
          </a:p>
          <a:p>
            <a:pPr lvl="1"/>
            <a:r>
              <a:rPr lang="en-US" sz="2400" dirty="0"/>
              <a:t>Core reset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466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SBFT Test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Load</a:t>
            </a:r>
          </a:p>
          <a:p>
            <a:pPr lvl="1"/>
            <a:r>
              <a:rPr lang="en-US" sz="2400" dirty="0" err="1"/>
              <a:t>CleanX</a:t>
            </a:r>
            <a:r>
              <a:rPr lang="en-US" sz="2400" dirty="0"/>
              <a:t> execution starts through MBP Read </a:t>
            </a:r>
            <a:r>
              <a:rPr lang="en-US" sz="2400" dirty="0" err="1"/>
              <a:t>CleanX</a:t>
            </a:r>
            <a:r>
              <a:rPr lang="en-US" sz="2400" dirty="0"/>
              <a:t> results</a:t>
            </a:r>
          </a:p>
          <a:p>
            <a:pPr lvl="1"/>
            <a:r>
              <a:rPr lang="en-US" sz="2400" dirty="0"/>
              <a:t>Mapping of the caches (avoiding section where </a:t>
            </a:r>
            <a:r>
              <a:rPr lang="en-US" sz="2400" dirty="0" err="1"/>
              <a:t>CleanX</a:t>
            </a:r>
            <a:r>
              <a:rPr lang="en-US" sz="2400" dirty="0"/>
              <a:t> is loaded)</a:t>
            </a:r>
          </a:p>
          <a:p>
            <a:pPr lvl="1"/>
            <a:r>
              <a:rPr lang="en-US" sz="2400" dirty="0"/>
              <a:t>Core reset </a:t>
            </a:r>
          </a:p>
          <a:p>
            <a:pPr lvl="1"/>
            <a:r>
              <a:rPr lang="en-US" sz="2400" dirty="0"/>
              <a:t>Load the test into caches (CPL)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347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SBFT Test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Execute</a:t>
            </a:r>
          </a:p>
          <a:p>
            <a:pPr lvl="1"/>
            <a:r>
              <a:rPr lang="en-US" sz="2400" dirty="0"/>
              <a:t>Execution flag through MBP </a:t>
            </a:r>
          </a:p>
          <a:p>
            <a:pPr lvl="1"/>
            <a:r>
              <a:rPr lang="en-US" sz="2400" dirty="0"/>
              <a:t>Wait for test to finish execution:</a:t>
            </a:r>
          </a:p>
          <a:p>
            <a:pPr lvl="2"/>
            <a:r>
              <a:rPr lang="en-US" sz="2000" dirty="0"/>
              <a:t>Wait time cycles are idle state</a:t>
            </a:r>
          </a:p>
          <a:p>
            <a:pPr lvl="2"/>
            <a:r>
              <a:rPr lang="en-US" sz="2000" dirty="0"/>
              <a:t>Divided in the Main Memory and Subroutine Memory to be “ratio agnostic”</a:t>
            </a:r>
          </a:p>
          <a:p>
            <a:pPr lvl="1"/>
            <a:r>
              <a:rPr lang="en-US" sz="2400" dirty="0"/>
              <a:t>Some product include an end of test pulse trigger by the Halt instruction in the core to ensure test completed and speed up the wait time fine tuning.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221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SBFT Test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Unload</a:t>
            </a:r>
          </a:p>
          <a:p>
            <a:pPr lvl="1"/>
            <a:r>
              <a:rPr lang="en-US" sz="2400" dirty="0"/>
              <a:t>Thread Status check</a:t>
            </a:r>
          </a:p>
          <a:p>
            <a:pPr lvl="1"/>
            <a:r>
              <a:rPr lang="en-US" sz="2400" dirty="0"/>
              <a:t>Read out self check results</a:t>
            </a:r>
          </a:p>
          <a:p>
            <a:pPr lvl="1"/>
            <a:r>
              <a:rPr lang="en-US" sz="2400" dirty="0"/>
              <a:t>Read out performance monitor results</a:t>
            </a:r>
          </a:p>
          <a:p>
            <a:pPr lvl="1"/>
            <a:r>
              <a:rPr lang="en-US" sz="2400" dirty="0"/>
              <a:t>Read out Signature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167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Bins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 44</a:t>
            </a:r>
          </a:p>
          <a:p>
            <a:pPr lvl="1"/>
            <a:r>
              <a:rPr lang="en-US" dirty="0"/>
              <a:t>General SBFT Bin for FG content</a:t>
            </a:r>
          </a:p>
          <a:p>
            <a:r>
              <a:rPr lang="en-US" dirty="0"/>
              <a:t>Bin 45</a:t>
            </a:r>
          </a:p>
          <a:p>
            <a:pPr lvl="1"/>
            <a:r>
              <a:rPr lang="en-US" dirty="0"/>
              <a:t>Searches</a:t>
            </a:r>
          </a:p>
        </p:txBody>
      </p:sp>
    </p:spTree>
    <p:extLst>
      <p:ext uri="{BB962C8B-B14F-4D97-AF65-F5344CB8AC3E}">
        <p14:creationId xmlns:p14="http://schemas.microsoft.com/office/powerpoint/2010/main" val="221503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ITMH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65400"/>
      </p:ext>
    </p:extLst>
  </p:cSld>
  <p:clrMapOvr>
    <a:masterClrMapping/>
  </p:clrMapOvr>
</p:sld>
</file>

<file path=ppt/theme/theme1.xml><?xml version="1.0" encoding="utf-8"?>
<a:theme xmlns:a="http://schemas.openxmlformats.org/drawingml/2006/main" name="Intel_yield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C000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l_yield" id="{651A1963-594D-47F0-A056-59DC1698D2CD}" vid="{C9F2F30F-922D-4D74-83DE-236E99D4FD7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0A9FE8E47E854D92A6F31317A3C608" ma:contentTypeVersion="12" ma:contentTypeDescription="Create a new document." ma:contentTypeScope="" ma:versionID="374fa6d56ebbe358ea799f5092c51f12">
  <xsd:schema xmlns:xsd="http://www.w3.org/2001/XMLSchema" xmlns:xs="http://www.w3.org/2001/XMLSchema" xmlns:p="http://schemas.microsoft.com/office/2006/metadata/properties" xmlns:ns2="5f2f9a59-a684-4e9c-b66b-f410df88de15" xmlns:ns3="a6390a3d-4008-4861-b6e8-5df78f283c37" targetNamespace="http://schemas.microsoft.com/office/2006/metadata/properties" ma:root="true" ma:fieldsID="18b6c0b95db41650b6115ff59ef7aa1f" ns2:_="" ns3:_="">
    <xsd:import namespace="5f2f9a59-a684-4e9c-b66b-f410df88de15"/>
    <xsd:import namespace="a6390a3d-4008-4861-b6e8-5df78f283c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f9a59-a684-4e9c-b66b-f410df88de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390a3d-4008-4861-b6e8-5df78f283c3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127CA0-31D6-4B09-A4E3-E123BEE13F55}"/>
</file>

<file path=customXml/itemProps2.xml><?xml version="1.0" encoding="utf-8"?>
<ds:datastoreItem xmlns:ds="http://schemas.openxmlformats.org/officeDocument/2006/customXml" ds:itemID="{7B65CD42-86F9-4BF3-9CE4-BFBB96414DD7}"/>
</file>

<file path=customXml/itemProps3.xml><?xml version="1.0" encoding="utf-8"?>
<ds:datastoreItem xmlns:ds="http://schemas.openxmlformats.org/officeDocument/2006/customXml" ds:itemID="{F0FA6D66-F671-4CDE-B46E-34C5D251C6DC}"/>
</file>

<file path=docProps/app.xml><?xml version="1.0" encoding="utf-8"?>
<Properties xmlns="http://schemas.openxmlformats.org/officeDocument/2006/extended-properties" xmlns:vt="http://schemas.openxmlformats.org/officeDocument/2006/docPropsVTypes">
  <Template>Intel_yield</Template>
  <TotalTime>12684</TotalTime>
  <Words>832</Words>
  <Application>Microsoft Office PowerPoint</Application>
  <PresentationFormat>Widescreen</PresentationFormat>
  <Paragraphs>162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Neo Sans Intel</vt:lpstr>
      <vt:lpstr>Wingdings</vt:lpstr>
      <vt:lpstr>Intel_yield</vt:lpstr>
      <vt:lpstr>SBFT Introduction</vt:lpstr>
      <vt:lpstr>Agenda:</vt:lpstr>
      <vt:lpstr>Functional Test Introduction</vt:lpstr>
      <vt:lpstr>SBFT Introduction</vt:lpstr>
      <vt:lpstr>SBFT content types</vt:lpstr>
      <vt:lpstr>SBFT content types</vt:lpstr>
      <vt:lpstr>SBFT content types</vt:lpstr>
      <vt:lpstr>SBFT content types</vt:lpstr>
      <vt:lpstr>SBFT Results</vt:lpstr>
      <vt:lpstr>SBFT Results</vt:lpstr>
      <vt:lpstr>Scanout Scub loop Block Diagram</vt:lpstr>
      <vt:lpstr>SBFT Results</vt:lpstr>
      <vt:lpstr>High Level SBFT Test Flow</vt:lpstr>
      <vt:lpstr>High Level SBFT Test Flow</vt:lpstr>
      <vt:lpstr>High Level SBFT Test Flow</vt:lpstr>
      <vt:lpstr>High Level SBFT Test Flow</vt:lpstr>
      <vt:lpstr>High Level SBFT Test Flow</vt:lpstr>
      <vt:lpstr>Expected Bins</vt:lpstr>
      <vt:lpstr>Reference information</vt:lpstr>
    </vt:vector>
  </TitlesOfParts>
  <Company>Intel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Module Introduction</dc:title>
  <dc:creator>Gutierrez Lopez, Julio A</dc:creator>
  <cp:keywords>CTPClassification=CTP_NT</cp:keywords>
  <cp:lastModifiedBy>Gomez Cervantes, Bryan</cp:lastModifiedBy>
  <cp:revision>87</cp:revision>
  <dcterms:created xsi:type="dcterms:W3CDTF">2015-08-24T17:06:49Z</dcterms:created>
  <dcterms:modified xsi:type="dcterms:W3CDTF">2021-09-09T23:42:08Z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18f84e6c-a079-4876-a028-49b9d203d164</vt:lpwstr>
  </property>
  <property fmtid="{D5CDD505-2E9C-101B-9397-08002B2CF9AE}" pid="3" name="CTPClassification">
    <vt:lpwstr>CTP_NT</vt:lpwstr>
  </property>
  <property fmtid="{D5CDD505-2E9C-101B-9397-08002B2CF9AE}" pid="4" name="CTP_TimeStamp">
    <vt:lpwstr>2019-04-30 19:50:33Z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ontentTypeId">
    <vt:lpwstr>0x010100A80A9FE8E47E854D92A6F31317A3C608</vt:lpwstr>
  </property>
</Properties>
</file>